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1354" r:id="rId2"/>
    <p:sldId id="6935" r:id="rId3"/>
    <p:sldId id="7041" r:id="rId4"/>
    <p:sldId id="7101" r:id="rId5"/>
    <p:sldId id="7104" r:id="rId6"/>
    <p:sldId id="7102" r:id="rId7"/>
    <p:sldId id="7103" r:id="rId8"/>
    <p:sldId id="7105" r:id="rId9"/>
    <p:sldId id="7108" r:id="rId10"/>
    <p:sldId id="7109" r:id="rId11"/>
    <p:sldId id="7110" r:id="rId12"/>
    <p:sldId id="7111" r:id="rId13"/>
    <p:sldId id="7107" r:id="rId14"/>
    <p:sldId id="7106" r:id="rId15"/>
    <p:sldId id="7112" r:id="rId16"/>
    <p:sldId id="7113" r:id="rId17"/>
    <p:sldId id="7115" r:id="rId18"/>
    <p:sldId id="7116" r:id="rId19"/>
    <p:sldId id="7117" r:id="rId20"/>
    <p:sldId id="7118" r:id="rId21"/>
    <p:sldId id="7119" r:id="rId22"/>
    <p:sldId id="7120" r:id="rId23"/>
    <p:sldId id="7121" r:id="rId24"/>
    <p:sldId id="700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9" autoAdjust="0"/>
    <p:restoredTop sz="71389" autoAdjust="0"/>
  </p:normalViewPr>
  <p:slideViewPr>
    <p:cSldViewPr snapToGrid="0">
      <p:cViewPr>
        <p:scale>
          <a:sx n="33" d="100"/>
          <a:sy n="33" d="100"/>
        </p:scale>
        <p:origin x="243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/>
              <a:t>1</a:t>
            </a:r>
            <a:r>
              <a:rPr lang="zh-CN" altLang="en-US" sz="1200" dirty="0"/>
              <a:t>、熟练掌握时序逻辑电路的描述方式及其相互转换</a:t>
            </a:r>
          </a:p>
          <a:p>
            <a:pPr eaLnBrk="1" hangingPunct="1"/>
            <a:r>
              <a:rPr lang="en-US" altLang="zh-CN" sz="1200" dirty="0"/>
              <a:t>2</a:t>
            </a:r>
            <a:r>
              <a:rPr lang="zh-CN" altLang="en-US" sz="1200" dirty="0"/>
              <a:t>、熟练掌握时序逻辑电路的分析方法</a:t>
            </a:r>
          </a:p>
          <a:p>
            <a:pPr eaLnBrk="1" hangingPunct="1"/>
            <a:r>
              <a:rPr lang="en-US" altLang="zh-CN" sz="1200" dirty="0"/>
              <a:t>3</a:t>
            </a:r>
            <a:r>
              <a:rPr lang="zh-CN" altLang="en-US" sz="1200" dirty="0"/>
              <a:t>、熟练掌握时序逻辑电路的设计方法</a:t>
            </a:r>
          </a:p>
          <a:p>
            <a:pPr eaLnBrk="1" hangingPunct="1"/>
            <a:r>
              <a:rPr lang="en-US" altLang="zh-CN" sz="1200" dirty="0"/>
              <a:t>4</a:t>
            </a:r>
            <a:r>
              <a:rPr lang="zh-CN" altLang="en-US" sz="1200" dirty="0"/>
              <a:t>、熟练掌握典型时序逻辑电路寄存器、移位寄存器、计数器的逻辑功能及其应用</a:t>
            </a:r>
          </a:p>
          <a:p>
            <a:pPr eaLnBrk="1" hangingPunct="1"/>
            <a:r>
              <a:rPr lang="en-US" altLang="zh-CN" sz="1200" dirty="0"/>
              <a:t>5</a:t>
            </a:r>
            <a:r>
              <a:rPr lang="zh-CN" altLang="en-US" sz="1200" dirty="0"/>
              <a:t>、理解时序可编程逻辑器件的原理及其应用</a:t>
            </a:r>
          </a:p>
          <a:p>
            <a:pPr eaLnBrk="1" hangingPunct="1"/>
            <a:r>
              <a:rPr lang="en-US" altLang="zh-CN" sz="1200" strike="dblStrike" baseline="0" dirty="0"/>
              <a:t>6</a:t>
            </a:r>
            <a:r>
              <a:rPr lang="zh-CN" altLang="en-US" sz="1200" strike="dblStrike" baseline="0" dirty="0"/>
              <a:t>、学会用</a:t>
            </a:r>
            <a:r>
              <a:rPr lang="en-US" altLang="zh-CN" sz="1200" strike="dblStrike" baseline="0" dirty="0"/>
              <a:t>Verilog HDL</a:t>
            </a:r>
            <a:r>
              <a:rPr lang="zh-CN" altLang="en-US" sz="1200" strike="dblStrike" baseline="0" dirty="0"/>
              <a:t>设计时序逻辑电路的方法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根据触发器状态变化的特点，将时序逻辑电路分为同步时序逻辑电路和异步时序逻辑电路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zh-CN" altLang="en-US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同步时序逻辑电路中所有触发器的时钟端由同一时钟脉冲直接驱动，各触发器同时进行翻转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异步时序逻辑电路中的时钟脉冲只直接驱动一部分触发器，其他则靠输入信号或时序逻辑电路内部产生的信号去驱动，所以各触发器的翻转不是同时进行的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同步：</a:t>
            </a:r>
            <a:r>
              <a:rPr kumimoji="1" lang="zh-CN" altLang="en-US" dirty="0">
                <a:solidFill>
                  <a:srgbClr val="000066"/>
                </a:solidFill>
              </a:rPr>
              <a:t>存储电路里所有触发器有一个统一的时钟源，它们的状态在同一时刻更新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异步：</a:t>
            </a:r>
            <a:r>
              <a:rPr kumimoji="1" lang="zh-CN" altLang="en-US" dirty="0">
                <a:solidFill>
                  <a:srgbClr val="000066"/>
                </a:solidFill>
              </a:rPr>
              <a:t>没有统一的时钟脉冲或没有时钟脉冲，电路的状态更新不是同时发生的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9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043F7-B589-BA2E-EC50-035C8786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C5E65-20DF-572A-0068-83926CB00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08C25D-21DD-B7A2-2D40-213932544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在现代高速时序电路设计中，一般尽量采用穆尔型时序电路结构，以利于后续高速电路的同步</a:t>
            </a:r>
            <a:endParaRPr lang="en-US" altLang="zh-CN" dirty="0"/>
          </a:p>
          <a:p>
            <a:r>
              <a:rPr lang="zh-CN" altLang="en-US" dirty="0"/>
              <a:t>在米利型时序电路的输出的增加一级存储电路，构成流水线输出形式，是将其转换为穆尔型电路的最简单方法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00"/>
                </a:solidFill>
              </a:rPr>
              <a:t>是否是 </a:t>
            </a:r>
            <a:r>
              <a:rPr kumimoji="1" lang="en-US" altLang="zh-CN" dirty="0">
                <a:solidFill>
                  <a:srgbClr val="000000"/>
                </a:solidFill>
              </a:rPr>
              <a:t>Moore </a:t>
            </a:r>
            <a:r>
              <a:rPr kumimoji="1" lang="zh-CN" altLang="en-US" dirty="0">
                <a:solidFill>
                  <a:srgbClr val="000000"/>
                </a:solidFill>
              </a:rPr>
              <a:t>型只看最后一层输出是否直接受 </a:t>
            </a:r>
            <a:r>
              <a:rPr kumimoji="1" lang="en-US" altLang="zh-CN" dirty="0">
                <a:solidFill>
                  <a:srgbClr val="000000"/>
                </a:solidFill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</a:rPr>
              <a:t>影响，不看是否含有 </a:t>
            </a:r>
            <a:r>
              <a:rPr kumimoji="1" lang="en-US" altLang="zh-CN" dirty="0">
                <a:solidFill>
                  <a:srgbClr val="000000"/>
                </a:solidFill>
              </a:rPr>
              <a:t>A </a:t>
            </a:r>
            <a:r>
              <a:rPr kumimoji="1" lang="zh-CN" altLang="en-US" dirty="0">
                <a:solidFill>
                  <a:srgbClr val="000000"/>
                </a:solidFill>
              </a:rPr>
              <a:t>作为隐变量，</a:t>
            </a:r>
            <a:r>
              <a:rPr lang="zh-CN" altLang="en-US" dirty="0"/>
              <a:t>参见 数字电路 </a:t>
            </a:r>
            <a:r>
              <a:rPr lang="en-US" altLang="ja-JP" dirty="0"/>
              <a:t>P2</a:t>
            </a:r>
            <a:r>
              <a:rPr lang="en-US" altLang="zh-CN" dirty="0"/>
              <a:t>61</a:t>
            </a:r>
            <a:r>
              <a:rPr lang="en-US" altLang="ja-JP" dirty="0"/>
              <a:t> </a:t>
            </a:r>
            <a:r>
              <a:rPr lang="zh-CN" altLang="en-US" dirty="0"/>
              <a:t>页，特别是 </a:t>
            </a:r>
            <a:r>
              <a:rPr lang="en-US" altLang="zh-CN" dirty="0"/>
              <a:t>P262 </a:t>
            </a:r>
            <a:r>
              <a:rPr lang="zh-CN" altLang="en-US" dirty="0"/>
              <a:t>图 </a:t>
            </a:r>
            <a:r>
              <a:rPr lang="en-US" altLang="zh-CN" dirty="0"/>
              <a:t>6.1.6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03A86C-E2D4-B3D5-3EDE-74CABC1AE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0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CEC6-40A7-47CE-D10E-FEBC4EE8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7A43CE-CD94-EFF0-6F19-C18E0F7E0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6DDBB2-A25B-2D98-33D4-A1DAE6ACF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如果将输入信号、各触发器的现态、次态与输出信号的关系用表格形式表示，即称为状态转换表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为了更直观地分析时序逻辑电路的功能，将输入信号和各触发器的现态、次态，与输出信号的关系用图的形式表示，即为状态转换图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由给定的输入信号和时钟信号，根据状态表或状态图，以及触发器的触发特性，得到输出信号、触发器状态随时间变化的波形图称为时序波形图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dirty="0">
                <a:solidFill>
                  <a:srgbClr val="FF66FF"/>
                </a:solidFill>
              </a:rPr>
              <a:t>时序图</a:t>
            </a:r>
            <a:r>
              <a:rPr kumimoji="1" lang="zh-CN" altLang="en-US" b="0" dirty="0">
                <a:solidFill>
                  <a:srgbClr val="0066FF"/>
                </a:solidFill>
              </a:rPr>
              <a:t>：</a:t>
            </a:r>
            <a:r>
              <a:rPr kumimoji="1" lang="zh-CN" altLang="en-US" dirty="0">
                <a:solidFill>
                  <a:srgbClr val="0066FF"/>
                </a:solidFill>
              </a:rPr>
              <a:t>反映时序电路的输出和内部状态随时钟和输入信号变化的工作波形</a:t>
            </a:r>
            <a:endParaRPr kumimoji="1" lang="en-US" altLang="zh-CN" dirty="0">
              <a:solidFill>
                <a:srgbClr val="0066FF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有时候时序图不完全表达出电路状态转换的全部过程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37A051-79FF-5B88-1B50-53D4B9C11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398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kumimoji="1"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62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输出方程：</a:t>
            </a:r>
            <a:r>
              <a:rPr lang="zh-CN" altLang="en-US" dirty="0">
                <a:solidFill>
                  <a:schemeClr val="folHlink"/>
                </a:solidFill>
              </a:rPr>
              <a:t>表达输出信号与输入信号、状态变量的关系式</a:t>
            </a:r>
          </a:p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激励</a:t>
            </a:r>
            <a:r>
              <a:rPr lang="zh-CN" altLang="en-US" dirty="0"/>
              <a:t>方程：</a:t>
            </a:r>
            <a:r>
              <a:rPr lang="zh-CN" altLang="en-US" dirty="0">
                <a:solidFill>
                  <a:schemeClr val="folHlink"/>
                </a:solidFill>
              </a:rPr>
              <a:t>表达激励信号与输入信号、状态变量的关系式</a:t>
            </a:r>
          </a:p>
          <a:p>
            <a:pPr eaLnBrk="1" hangingPunct="1"/>
            <a:r>
              <a:rPr lang="zh-CN" altLang="en-US" dirty="0"/>
              <a:t>状态方程：</a:t>
            </a:r>
            <a:r>
              <a:rPr lang="zh-CN" altLang="en-US" dirty="0">
                <a:solidFill>
                  <a:schemeClr val="folHlink"/>
                </a:solidFill>
              </a:rPr>
              <a:t>表达存储电路从现态到次态的转换关系式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268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1917-588E-FFD5-F6A3-2F53E971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2B5301-EB67-F77F-EBBF-A3F898AF8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A49B11-9FA1-05FB-DD88-9F9D084CF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>
                <a:solidFill>
                  <a:srgbClr val="0000FF"/>
                </a:solidFill>
              </a:rPr>
              <a:t>状态图中每个圆圈表示一个状态，带箭头的弧线表示状态转移方向、转移线旁标注出转移的外输入条件和当前的外输出情况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>
              <a:solidFill>
                <a:srgbClr val="0066F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66FF"/>
                </a:solidFill>
              </a:rPr>
              <a:t>状态的转换是由时钟脉冲触发的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5FD9C-8A4F-DA74-8424-31D51172B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35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434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3B4A9-5496-B80D-0E38-888FB210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7D5609-DCE1-2568-3909-EB81DCD33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6C96DB-D89E-8986-5A40-AFCBDB32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75CB9C-AA25-EA43-0388-B3C2AD672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578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197E-812E-30B3-ED48-C0906331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4573C3-24C9-9221-0B21-8F78196BF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6900E-DCD3-A5AE-2FB3-92DF0FF9C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31E7DE-C61D-CF86-B297-03F2D2336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032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27AC-554B-327B-9A1E-B1226FC3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4D9602-FC8E-123E-2FD9-6901A5455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B30832-7C7C-13D8-8767-0CCC64DE7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873F3-3F1A-F74F-ADE4-4EDEF6532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949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已知逻辑电路图，分析在时钟信号</a:t>
            </a:r>
            <a:r>
              <a:rPr lang="en-US" altLang="zh-CN" dirty="0"/>
              <a:t>(</a:t>
            </a:r>
            <a:r>
              <a:rPr lang="zh-CN" altLang="en-US" dirty="0"/>
              <a:t>和输入信号</a:t>
            </a:r>
            <a:r>
              <a:rPr lang="en-US" altLang="zh-CN" dirty="0"/>
              <a:t>)</a:t>
            </a:r>
            <a:r>
              <a:rPr lang="zh-CN" altLang="en-US" dirty="0"/>
              <a:t>作用下，其状态和输出信号变化的规律，进而确定其逻辑功能</a:t>
            </a:r>
          </a:p>
          <a:p>
            <a:pPr eaLnBrk="1" hangingPunct="1"/>
            <a:r>
              <a:rPr lang="zh-CN" altLang="en-US" dirty="0"/>
              <a:t>分析：找出给定时序电路的逻辑功能，即找出在输入和</a:t>
            </a:r>
            <a:r>
              <a:rPr lang="en-US" altLang="zh-CN" dirty="0"/>
              <a:t> CP </a:t>
            </a:r>
            <a:r>
              <a:rPr lang="zh-CN" altLang="en-US" dirty="0"/>
              <a:t>作用下，电路的次态和输出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一般步骤：</a:t>
            </a: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①从给定电路写出存储电路中每个触发器的驱动方程（输入的逻辑式），得到整个电路的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驱动方程</a:t>
            </a:r>
            <a:endParaRPr lang="zh-CN" altLang="en-US" dirty="0">
              <a:latin typeface="楷体_GB2312" pitchFamily="49" charset="-122"/>
            </a:endParaRP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②将驱动方程代入触发器的特性方程，得到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状态方程</a:t>
            </a:r>
          </a:p>
          <a:p>
            <a:pPr eaLnBrk="1" hangingPunct="1"/>
            <a:r>
              <a:rPr lang="zh-CN" altLang="en-US" dirty="0">
                <a:latin typeface="楷体_GB2312" pitchFamily="49" charset="-122"/>
              </a:rPr>
              <a:t>③从给定电路写出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</a:rPr>
              <a:t>输出方程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928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048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9CEA-DAE3-0776-982F-A65D8A44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37D1E0-8077-A5DF-EE66-B34D4BD56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B33CFF-AAEF-F67B-64C0-4A2D3967C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D16493-A4CA-E0D0-C9BE-8D8C8DF41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111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CBF1-4F83-61B6-D37A-2CE9BACF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346DFA-330B-98B7-9E7E-4688E1B29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E745F5-F5D5-20DD-1790-9A89187D2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BC24E-7E1C-ED38-7A02-F9A3BD54F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9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E901-96EB-EE85-48D9-20D73280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6274AA-B9AA-F426-BBC9-43918F9E0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B7075-43A4-EEBC-FE99-65AFD20C1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FC4D37-022B-ACA3-8FC6-B4888161F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243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B357-26A5-2FC4-D89A-B38B9F1D7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FACFC2-D0C7-5BB1-D44D-DA411A504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521D72-9F9E-1270-A62A-F1797C5C9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5B1E64-0E2D-FCA8-9B30-3E0FA47A2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8434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CE2C-DE9F-999C-4CAF-0939DA50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1DEF68-02BB-8987-58BB-D2FA9D495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17824A-74D4-4B0F-4814-E3420FED2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AF1568-7C0D-01F8-F72D-B72E26C35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847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E513-D2AA-EB81-EBD3-937B157EB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EE2843-4CDD-9009-94AE-E7CAA7D03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8C04EA-1EBC-E559-3E55-31F8CFF33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8FEE3-EB82-9363-E52A-BFD9B3F52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93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7EDA-C9DD-775B-DAF5-5DE94366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D53152-2F7A-449D-257F-30B22BC56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8776FC-5764-176B-B875-46722A156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B12272-94DE-3BF5-BA95-7B4C0B0B7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587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6804-794B-1C82-88D8-A2E80DEC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3AD21B-B476-9092-456E-2BA32497D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B98D58-E224-BD2D-E182-D05DBB2D8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167404-EF57-92AF-C08D-0FEB1F929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085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5004-7ADC-C991-5F48-F615AA29B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C99E59-7053-8E56-26D5-D696F0703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A740F9-9DB9-7F3E-5332-F286C017E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073D00-4D84-307A-9C0C-078B0F130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38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4" Type="http://schemas.openxmlformats.org/officeDocument/2006/relationships/image" Target="../media/image36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3" Type="http://schemas.openxmlformats.org/officeDocument/2006/relationships/image" Target="../media/image38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8" Type="http://schemas.openxmlformats.org/officeDocument/2006/relationships/image" Target="../media/image580.png"/><Relationship Id="rId3" Type="http://schemas.openxmlformats.org/officeDocument/2006/relationships/image" Target="../media/image44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6" Type="http://schemas.openxmlformats.org/officeDocument/2006/relationships/image" Target="../media/image560.png"/><Relationship Id="rId15" Type="http://schemas.openxmlformats.org/officeDocument/2006/relationships/image" Target="../media/image49.png"/><Relationship Id="rId5" Type="http://schemas.openxmlformats.org/officeDocument/2006/relationships/image" Target="../media/image551.png"/><Relationship Id="rId19" Type="http://schemas.openxmlformats.org/officeDocument/2006/relationships/image" Target="../media/image530.png"/><Relationship Id="rId14" Type="http://schemas.openxmlformats.org/officeDocument/2006/relationships/image" Target="../media/image48.png"/><Relationship Id="rId9" Type="http://schemas.openxmlformats.org/officeDocument/2006/relationships/image" Target="../media/image59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8" Type="http://schemas.openxmlformats.org/officeDocument/2006/relationships/image" Target="../media/image580.png"/><Relationship Id="rId3" Type="http://schemas.openxmlformats.org/officeDocument/2006/relationships/image" Target="../media/image6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6" Type="http://schemas.openxmlformats.org/officeDocument/2006/relationships/image" Target="../media/image560.png"/><Relationship Id="rId15" Type="http://schemas.openxmlformats.org/officeDocument/2006/relationships/image" Target="../media/image49.png"/><Relationship Id="rId5" Type="http://schemas.openxmlformats.org/officeDocument/2006/relationships/image" Target="../media/image551.png"/><Relationship Id="rId19" Type="http://schemas.openxmlformats.org/officeDocument/2006/relationships/image" Target="../media/image530.png"/><Relationship Id="rId4" Type="http://schemas.openxmlformats.org/officeDocument/2006/relationships/image" Target="../media/image61.png"/><Relationship Id="rId14" Type="http://schemas.openxmlformats.org/officeDocument/2006/relationships/image" Target="../media/image48.png"/><Relationship Id="rId9" Type="http://schemas.openxmlformats.org/officeDocument/2006/relationships/image" Target="../media/image59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0.png"/><Relationship Id="rId8" Type="http://schemas.openxmlformats.org/officeDocument/2006/relationships/image" Target="../media/image580.png"/><Relationship Id="rId3" Type="http://schemas.openxmlformats.org/officeDocument/2006/relationships/image" Target="../media/image62.png"/><Relationship Id="rId21" Type="http://schemas.openxmlformats.org/officeDocument/2006/relationships/image" Target="../media/image530.png"/><Relationship Id="rId17" Type="http://schemas.openxmlformats.org/officeDocument/2006/relationships/image" Target="../media/image540.png"/><Relationship Id="rId12" Type="http://schemas.openxmlformats.org/officeDocument/2006/relationships/image" Target="../media/image46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5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.png"/><Relationship Id="rId6" Type="http://schemas.openxmlformats.org/officeDocument/2006/relationships/image" Target="../media/image560.png"/><Relationship Id="rId15" Type="http://schemas.openxmlformats.org/officeDocument/2006/relationships/image" Target="../media/image49.png"/><Relationship Id="rId5" Type="http://schemas.openxmlformats.org/officeDocument/2006/relationships/image" Target="../media/image551.png"/><Relationship Id="rId19" Type="http://schemas.openxmlformats.org/officeDocument/2006/relationships/image" Target="../media/image51.png"/><Relationship Id="rId14" Type="http://schemas.openxmlformats.org/officeDocument/2006/relationships/image" Target="../media/image48.png"/><Relationship Id="rId22" Type="http://schemas.openxmlformats.org/officeDocument/2006/relationships/image" Target="../media/image54.png"/><Relationship Id="rId9" Type="http://schemas.openxmlformats.org/officeDocument/2006/relationships/image" Target="../media/image5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530.png"/><Relationship Id="rId7" Type="http://schemas.openxmlformats.org/officeDocument/2006/relationships/image" Target="../media/image57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11" Type="http://schemas.openxmlformats.org/officeDocument/2006/relationships/image" Target="../media/image45.png"/><Relationship Id="rId5" Type="http://schemas.openxmlformats.org/officeDocument/2006/relationships/image" Target="../media/image551.png"/><Relationship Id="rId15" Type="http://schemas.openxmlformats.org/officeDocument/2006/relationships/image" Target="../media/image49.png"/><Relationship Id="rId10" Type="http://schemas.openxmlformats.org/officeDocument/2006/relationships/image" Target="../media/image62.png"/><Relationship Id="rId19" Type="http://schemas.openxmlformats.org/officeDocument/2006/relationships/image" Target="../media/image54.png"/><Relationship Id="rId9" Type="http://schemas.openxmlformats.org/officeDocument/2006/relationships/image" Target="../media/image590.png"/><Relationship Id="rId1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8" Type="http://schemas.openxmlformats.org/officeDocument/2006/relationships/image" Target="../media/image580.png"/><Relationship Id="rId3" Type="http://schemas.openxmlformats.org/officeDocument/2006/relationships/image" Target="../media/image53.png"/><Relationship Id="rId21" Type="http://schemas.openxmlformats.org/officeDocument/2006/relationships/image" Target="../media/image55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7" Type="http://schemas.openxmlformats.org/officeDocument/2006/relationships/image" Target="../media/image57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2.png"/><Relationship Id="rId11" Type="http://schemas.openxmlformats.org/officeDocument/2006/relationships/image" Target="../media/image45.png"/><Relationship Id="rId5" Type="http://schemas.openxmlformats.org/officeDocument/2006/relationships/image" Target="../media/image611.png"/><Relationship Id="rId15" Type="http://schemas.openxmlformats.org/officeDocument/2006/relationships/image" Target="../media/image49.png"/><Relationship Id="rId19" Type="http://schemas.openxmlformats.org/officeDocument/2006/relationships/image" Target="../media/image530.png"/><Relationship Id="rId14" Type="http://schemas.openxmlformats.org/officeDocument/2006/relationships/image" Target="../media/image48.png"/><Relationship Id="rId22" Type="http://schemas.openxmlformats.org/officeDocument/2006/relationships/image" Target="../media/image560.png"/><Relationship Id="rId9" Type="http://schemas.openxmlformats.org/officeDocument/2006/relationships/image" Target="../media/image5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31.png"/><Relationship Id="rId21" Type="http://schemas.openxmlformats.org/officeDocument/2006/relationships/image" Target="../media/image75.png"/><Relationship Id="rId7" Type="http://schemas.openxmlformats.org/officeDocument/2006/relationships/image" Target="../media/image58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5" Type="http://schemas.openxmlformats.org/officeDocument/2006/relationships/image" Target="../media/image56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770.png"/><Relationship Id="rId21" Type="http://schemas.openxmlformats.org/officeDocument/2006/relationships/image" Target="../media/image74.png"/><Relationship Id="rId7" Type="http://schemas.openxmlformats.org/officeDocument/2006/relationships/image" Target="../media/image57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4.png"/><Relationship Id="rId24" Type="http://schemas.openxmlformats.org/officeDocument/2006/relationships/image" Target="../media/image78.png"/><Relationship Id="rId5" Type="http://schemas.openxmlformats.org/officeDocument/2006/relationships/image" Target="../media/image55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660.png"/><Relationship Id="rId9" Type="http://schemas.openxmlformats.org/officeDocument/2006/relationships/image" Target="../media/image59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39" Type="http://schemas.openxmlformats.org/officeDocument/2006/relationships/image" Target="../media/image76.png"/><Relationship Id="rId3" Type="http://schemas.openxmlformats.org/officeDocument/2006/relationships/image" Target="../media/image80.png"/><Relationship Id="rId21" Type="http://schemas.openxmlformats.org/officeDocument/2006/relationships/image" Target="../media/image55.png"/><Relationship Id="rId34" Type="http://schemas.openxmlformats.org/officeDocument/2006/relationships/image" Target="../media/image71.png"/><Relationship Id="rId42" Type="http://schemas.openxmlformats.org/officeDocument/2006/relationships/image" Target="../media/image79.png"/><Relationship Id="rId25" Type="http://schemas.openxmlformats.org/officeDocument/2006/relationships/image" Target="../media/image59.png"/><Relationship Id="rId33" Type="http://schemas.openxmlformats.org/officeDocument/2006/relationships/image" Target="../media/image70.png"/><Relationship Id="rId38" Type="http://schemas.openxmlformats.org/officeDocument/2006/relationships/image" Target="../media/image75.png"/><Relationship Id="rId2" Type="http://schemas.openxmlformats.org/officeDocument/2006/relationships/notesSlide" Target="../notesSlides/notesSlide21.xml"/><Relationship Id="rId20" Type="http://schemas.openxmlformats.org/officeDocument/2006/relationships/image" Target="../media/image83.png"/><Relationship Id="rId29" Type="http://schemas.openxmlformats.org/officeDocument/2006/relationships/image" Target="../media/image66.png"/><Relationship Id="rId41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8.png"/><Relationship Id="rId32" Type="http://schemas.openxmlformats.org/officeDocument/2006/relationships/image" Target="../media/image6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23" Type="http://schemas.openxmlformats.org/officeDocument/2006/relationships/image" Target="../media/image57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31" Type="http://schemas.openxmlformats.org/officeDocument/2006/relationships/image" Target="../media/image68.png"/><Relationship Id="rId22" Type="http://schemas.openxmlformats.org/officeDocument/2006/relationships/image" Target="../media/image56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.png"/><Relationship Id="rId39" Type="http://schemas.openxmlformats.org/officeDocument/2006/relationships/image" Target="../media/image73.png"/><Relationship Id="rId3" Type="http://schemas.openxmlformats.org/officeDocument/2006/relationships/image" Target="../media/image680.png"/><Relationship Id="rId21" Type="http://schemas.openxmlformats.org/officeDocument/2006/relationships/image" Target="../media/image87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25" Type="http://schemas.openxmlformats.org/officeDocument/2006/relationships/image" Target="../media/image56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20" Type="http://schemas.openxmlformats.org/officeDocument/2006/relationships/image" Target="../media/image86.png"/><Relationship Id="rId29" Type="http://schemas.openxmlformats.org/officeDocument/2006/relationships/image" Target="../media/image63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5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23" Type="http://schemas.openxmlformats.org/officeDocument/2006/relationships/image" Target="../media/image89.png"/><Relationship Id="rId28" Type="http://schemas.openxmlformats.org/officeDocument/2006/relationships/image" Target="../media/image59.png"/><Relationship Id="rId36" Type="http://schemas.openxmlformats.org/officeDocument/2006/relationships/image" Target="../media/image70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22" Type="http://schemas.openxmlformats.org/officeDocument/2006/relationships/image" Target="../media/image88.png"/><Relationship Id="rId27" Type="http://schemas.openxmlformats.org/officeDocument/2006/relationships/image" Target="../media/image58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.png"/><Relationship Id="rId39" Type="http://schemas.openxmlformats.org/officeDocument/2006/relationships/image" Target="../media/image73.png"/><Relationship Id="rId21" Type="http://schemas.openxmlformats.org/officeDocument/2006/relationships/image" Target="../media/image92.png"/><Relationship Id="rId34" Type="http://schemas.openxmlformats.org/officeDocument/2006/relationships/image" Target="../media/image68.png"/><Relationship Id="rId42" Type="http://schemas.openxmlformats.org/officeDocument/2006/relationships/image" Target="../media/image76.png"/><Relationship Id="rId25" Type="http://schemas.openxmlformats.org/officeDocument/2006/relationships/image" Target="../media/image56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notesSlide" Target="../notesSlides/notesSlide23.xml"/><Relationship Id="rId20" Type="http://schemas.openxmlformats.org/officeDocument/2006/relationships/image" Target="../media/image91.png"/><Relationship Id="rId29" Type="http://schemas.openxmlformats.org/officeDocument/2006/relationships/image" Target="../media/image63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5.png"/><Relationship Id="rId32" Type="http://schemas.openxmlformats.org/officeDocument/2006/relationships/image" Target="../media/image66.png"/><Relationship Id="rId37" Type="http://schemas.openxmlformats.org/officeDocument/2006/relationships/image" Target="../media/image71.png"/><Relationship Id="rId40" Type="http://schemas.openxmlformats.org/officeDocument/2006/relationships/image" Target="../media/image74.png"/><Relationship Id="rId45" Type="http://schemas.openxmlformats.org/officeDocument/2006/relationships/image" Target="../media/image79.png"/><Relationship Id="rId23" Type="http://schemas.openxmlformats.org/officeDocument/2006/relationships/image" Target="../media/image81.png"/><Relationship Id="rId28" Type="http://schemas.openxmlformats.org/officeDocument/2006/relationships/image" Target="../media/image59.png"/><Relationship Id="rId36" Type="http://schemas.openxmlformats.org/officeDocument/2006/relationships/image" Target="../media/image70.png"/><Relationship Id="rId19" Type="http://schemas.openxmlformats.org/officeDocument/2006/relationships/image" Target="../media/image90.png"/><Relationship Id="rId31" Type="http://schemas.openxmlformats.org/officeDocument/2006/relationships/image" Target="../media/image65.png"/><Relationship Id="rId44" Type="http://schemas.openxmlformats.org/officeDocument/2006/relationships/image" Target="../media/image78.png"/><Relationship Id="rId22" Type="http://schemas.openxmlformats.org/officeDocument/2006/relationships/image" Target="../media/image93.png"/><Relationship Id="rId27" Type="http://schemas.openxmlformats.org/officeDocument/2006/relationships/image" Target="../media/image58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时序逻辑电路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P259 – 272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727283D-3B29-627C-B671-847F21ED9C56}"/>
              </a:ext>
            </a:extLst>
          </p:cNvPr>
          <p:cNvSpPr txBox="1"/>
          <p:nvPr/>
        </p:nvSpPr>
        <p:spPr>
          <a:xfrm>
            <a:off x="1296000" y="1296000"/>
            <a:ext cx="6615331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时序逻辑电路的定义及分类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时序逻辑电路功能的表达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同步时序逻辑电路的分析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E150C7-5496-3DB9-CE5E-C950A02E9B5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07CC2F7-C629-7D5B-7DA9-F2823637C6D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05AFE8C-A20D-F61E-9DB4-4EA6ACBE7C8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B59B177-E963-08F8-680B-83E7E247972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5FD549C-1511-DC56-2D5A-72105738AE8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280847A-2BD0-E8BD-CE3E-DE43E70D6FDE}"/>
              </a:ext>
            </a:extLst>
          </p:cNvPr>
          <p:cNvSpPr txBox="1"/>
          <p:nvPr/>
        </p:nvSpPr>
        <p:spPr>
          <a:xfrm>
            <a:off x="360000" y="828000"/>
            <a:ext cx="11431251" cy="1082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：由完成逻辑运算的组合电路和具有记忆作用的存储电路两部分构成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5AD27A-D5DC-165B-464C-C221B7E932DF}"/>
              </a:ext>
            </a:extLst>
          </p:cNvPr>
          <p:cNvSpPr/>
          <p:nvPr/>
        </p:nvSpPr>
        <p:spPr>
          <a:xfrm>
            <a:off x="4209607" y="1938717"/>
            <a:ext cx="937799" cy="11639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组合电路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A22D3D1-3E98-7489-4790-41A96E3C420C}"/>
              </a:ext>
            </a:extLst>
          </p:cNvPr>
          <p:cNvCxnSpPr>
            <a:cxnSpLocks/>
          </p:cNvCxnSpPr>
          <p:nvPr/>
        </p:nvCxnSpPr>
        <p:spPr>
          <a:xfrm>
            <a:off x="3748434" y="2237300"/>
            <a:ext cx="45440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787F659-962E-4D4C-F879-FC809F264662}"/>
              </a:ext>
            </a:extLst>
          </p:cNvPr>
          <p:cNvCxnSpPr>
            <a:cxnSpLocks/>
          </p:cNvCxnSpPr>
          <p:nvPr/>
        </p:nvCxnSpPr>
        <p:spPr>
          <a:xfrm>
            <a:off x="3866717" y="2801483"/>
            <a:ext cx="33612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81DB957-0171-76AC-9F54-3C961A81575E}"/>
              </a:ext>
            </a:extLst>
          </p:cNvPr>
          <p:cNvCxnSpPr>
            <a:cxnSpLocks/>
          </p:cNvCxnSpPr>
          <p:nvPr/>
        </p:nvCxnSpPr>
        <p:spPr>
          <a:xfrm>
            <a:off x="5147406" y="2235026"/>
            <a:ext cx="45440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40156BD-AD47-6BD8-1C9A-F1166751095D}"/>
              </a:ext>
            </a:extLst>
          </p:cNvPr>
          <p:cNvCxnSpPr>
            <a:cxnSpLocks/>
          </p:cNvCxnSpPr>
          <p:nvPr/>
        </p:nvCxnSpPr>
        <p:spPr>
          <a:xfrm>
            <a:off x="5147406" y="2801483"/>
            <a:ext cx="45440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97990D9-5B74-1820-1563-F118B0EC143F}"/>
              </a:ext>
            </a:extLst>
          </p:cNvPr>
          <p:cNvSpPr/>
          <p:nvPr/>
        </p:nvSpPr>
        <p:spPr>
          <a:xfrm>
            <a:off x="5611148" y="2540449"/>
            <a:ext cx="2101466" cy="5145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记忆电路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17F0D49-46D5-7C34-BB41-CD9A7083D968}"/>
              </a:ext>
            </a:extLst>
          </p:cNvPr>
          <p:cNvCxnSpPr>
            <a:cxnSpLocks/>
          </p:cNvCxnSpPr>
          <p:nvPr/>
        </p:nvCxnSpPr>
        <p:spPr>
          <a:xfrm>
            <a:off x="7711608" y="2797716"/>
            <a:ext cx="454409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837C6A9-45BD-3EF4-BF83-60942CA029DC}"/>
              </a:ext>
            </a:extLst>
          </p:cNvPr>
          <p:cNvCxnSpPr>
            <a:cxnSpLocks/>
          </p:cNvCxnSpPr>
          <p:nvPr/>
        </p:nvCxnSpPr>
        <p:spPr>
          <a:xfrm>
            <a:off x="8156505" y="2785724"/>
            <a:ext cx="0" cy="949808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80A672E-9738-37F8-CDF8-32B358FCE3E7}"/>
              </a:ext>
            </a:extLst>
          </p:cNvPr>
          <p:cNvCxnSpPr>
            <a:cxnSpLocks/>
          </p:cNvCxnSpPr>
          <p:nvPr/>
        </p:nvCxnSpPr>
        <p:spPr>
          <a:xfrm>
            <a:off x="3872677" y="3723423"/>
            <a:ext cx="4290185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7349118-1960-51AC-255B-1A1780C9A553}"/>
              </a:ext>
            </a:extLst>
          </p:cNvPr>
          <p:cNvCxnSpPr>
            <a:cxnSpLocks/>
          </p:cNvCxnSpPr>
          <p:nvPr/>
        </p:nvCxnSpPr>
        <p:spPr>
          <a:xfrm>
            <a:off x="3878778" y="2788322"/>
            <a:ext cx="0" cy="94721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Box 15">
            <a:extLst>
              <a:ext uri="{FF2B5EF4-FFF2-40B4-BE49-F238E27FC236}">
                <a16:creationId xmlns:a16="http://schemas.microsoft.com/office/drawing/2014/main" id="{D26249D1-4DB3-D88F-25E5-6DF252A55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425" y="198878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62" name="Text Box 15">
            <a:extLst>
              <a:ext uri="{FF2B5EF4-FFF2-40B4-BE49-F238E27FC236}">
                <a16:creationId xmlns:a16="http://schemas.microsoft.com/office/drawing/2014/main" id="{481AEF90-A0C1-1744-DF85-DE853BC18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095" y="198878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63" name="Text Box 15">
            <a:extLst>
              <a:ext uri="{FF2B5EF4-FFF2-40B4-BE49-F238E27FC236}">
                <a16:creationId xmlns:a16="http://schemas.microsoft.com/office/drawing/2014/main" id="{0C196AA8-1EC3-959F-7693-44F77ABA4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02" y="286636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</a:p>
        </p:txBody>
      </p:sp>
      <p:sp>
        <p:nvSpPr>
          <p:cNvPr id="64" name="Line 8">
            <a:extLst>
              <a:ext uri="{FF2B5EF4-FFF2-40B4-BE49-F238E27FC236}">
                <a16:creationId xmlns:a16="http://schemas.microsoft.com/office/drawing/2014/main" id="{7175A146-335B-6537-1DBC-0094CCF46F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4618" y="3054984"/>
            <a:ext cx="0" cy="51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15">
            <a:extLst>
              <a:ext uri="{FF2B5EF4-FFF2-40B4-BE49-F238E27FC236}">
                <a16:creationId xmlns:a16="http://schemas.microsoft.com/office/drawing/2014/main" id="{202C0A1A-ADF6-2225-7285-9DF6E710D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662" y="3169580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2D6A320-4508-2082-5BB8-6F955D1E60CC}"/>
              </a:ext>
            </a:extLst>
          </p:cNvPr>
          <p:cNvSpPr txBox="1"/>
          <p:nvPr/>
        </p:nvSpPr>
        <p:spPr>
          <a:xfrm>
            <a:off x="360000" y="4116136"/>
            <a:ext cx="11180610" cy="220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同步时序电路：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所有记忆电路由统一的时钟信号控制，它们的状态在同一时刻更新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异步时序电路：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没有统一的时钟信号或没有时钟信号，记忆电路的状态更新不是同时发生的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CEAB117-903B-B72F-A20A-33161B72F5E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时序逻辑电路的定义及分类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55146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BD6B-AF92-5188-DC3B-F3703D1F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53B09D1-62E0-73A2-824F-18EACE9B53B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6B4040A-187A-079A-1485-B37502C1A6A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42E1EBD-7ABB-677B-59CB-D9AC619EBE8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2276F69C-9F26-FF25-97E3-EA8708011EC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A03B0C37-5445-E330-9977-4017A99F41A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6349F9F-E74C-7917-67E2-B16B1FAF2BC4}"/>
              </a:ext>
            </a:extLst>
          </p:cNvPr>
          <p:cNvSpPr txBox="1"/>
          <p:nvPr/>
        </p:nvSpPr>
        <p:spPr>
          <a:xfrm>
            <a:off x="360000" y="828000"/>
            <a:ext cx="11431251" cy="115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米利（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Mealy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型时序电路：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输出是输入和状态的函数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穆尔（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Moore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）型时序电路：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输出仅为状态的函数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C657D-B27E-EF29-1D10-8A0D3DA3CA62}"/>
              </a:ext>
            </a:extLst>
          </p:cNvPr>
          <p:cNvSpPr/>
          <p:nvPr/>
        </p:nvSpPr>
        <p:spPr>
          <a:xfrm>
            <a:off x="1679161" y="2813479"/>
            <a:ext cx="466241" cy="20974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激励组合电路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A3D80A1-5CD4-C750-E5D4-7C7800546926}"/>
              </a:ext>
            </a:extLst>
          </p:cNvPr>
          <p:cNvCxnSpPr>
            <a:cxnSpLocks/>
          </p:cNvCxnSpPr>
          <p:nvPr/>
        </p:nvCxnSpPr>
        <p:spPr>
          <a:xfrm>
            <a:off x="1072602" y="3451442"/>
            <a:ext cx="5952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6C98C3F-78BB-49D9-918A-878422D86D5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145402" y="4303648"/>
            <a:ext cx="3582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E1DE985-AB7D-6083-73C6-CEC5460D9AAC}"/>
              </a:ext>
            </a:extLst>
          </p:cNvPr>
          <p:cNvCxnSpPr>
            <a:cxnSpLocks/>
          </p:cNvCxnSpPr>
          <p:nvPr/>
        </p:nvCxnSpPr>
        <p:spPr>
          <a:xfrm>
            <a:off x="1201599" y="4303648"/>
            <a:ext cx="46624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4C1550B3-F303-A3FB-5F74-01D90B95C6ED}"/>
              </a:ext>
            </a:extLst>
          </p:cNvPr>
          <p:cNvSpPr/>
          <p:nvPr/>
        </p:nvSpPr>
        <p:spPr>
          <a:xfrm>
            <a:off x="2503605" y="3903854"/>
            <a:ext cx="1348279" cy="7995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3699630-2730-39CB-3990-30433BBF700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851884" y="4303648"/>
            <a:ext cx="9023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9D7A06E-7727-804D-6867-47B0E071F6A9}"/>
              </a:ext>
            </a:extLst>
          </p:cNvPr>
          <p:cNvCxnSpPr>
            <a:cxnSpLocks/>
          </p:cNvCxnSpPr>
          <p:nvPr/>
        </p:nvCxnSpPr>
        <p:spPr>
          <a:xfrm>
            <a:off x="4276982" y="4302042"/>
            <a:ext cx="0" cy="1080341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BC2BBB8-5DFD-3CC8-6CB1-618FFA6C0473}"/>
              </a:ext>
            </a:extLst>
          </p:cNvPr>
          <p:cNvCxnSpPr>
            <a:cxnSpLocks/>
          </p:cNvCxnSpPr>
          <p:nvPr/>
        </p:nvCxnSpPr>
        <p:spPr>
          <a:xfrm>
            <a:off x="1203522" y="5369498"/>
            <a:ext cx="307346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E167A2A-5468-37DB-0B09-E0494C17F8FB}"/>
              </a:ext>
            </a:extLst>
          </p:cNvPr>
          <p:cNvCxnSpPr>
            <a:cxnSpLocks/>
          </p:cNvCxnSpPr>
          <p:nvPr/>
        </p:nvCxnSpPr>
        <p:spPr>
          <a:xfrm>
            <a:off x="1213992" y="4301694"/>
            <a:ext cx="0" cy="1080341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Box 15">
            <a:extLst>
              <a:ext uri="{FF2B5EF4-FFF2-40B4-BE49-F238E27FC236}">
                <a16:creationId xmlns:a16="http://schemas.microsoft.com/office/drawing/2014/main" id="{AE677DBF-609D-6D0E-A429-CE047F3E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322060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62" name="Text Box 15">
            <a:extLst>
              <a:ext uri="{FF2B5EF4-FFF2-40B4-BE49-F238E27FC236}">
                <a16:creationId xmlns:a16="http://schemas.microsoft.com/office/drawing/2014/main" id="{EC5A3AC2-C932-680A-23EE-F8EAF078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351" y="3304842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63" name="Text Box 15">
            <a:extLst>
              <a:ext uri="{FF2B5EF4-FFF2-40B4-BE49-F238E27FC236}">
                <a16:creationId xmlns:a16="http://schemas.microsoft.com/office/drawing/2014/main" id="{5384C173-D88C-A69C-97B5-FE4569954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799" y="382704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</a:p>
        </p:txBody>
      </p:sp>
      <p:sp>
        <p:nvSpPr>
          <p:cNvPr id="64" name="Line 8">
            <a:extLst>
              <a:ext uri="{FF2B5EF4-FFF2-40B4-BE49-F238E27FC236}">
                <a16:creationId xmlns:a16="http://schemas.microsoft.com/office/drawing/2014/main" id="{5EACE798-D069-2164-F0CB-7A54234D24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8253" y="4703441"/>
            <a:ext cx="0" cy="51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AE08BDE-7505-5194-FE48-45A0EBE949EA}"/>
                  </a:ext>
                </a:extLst>
              </p:cNvPr>
              <p:cNvSpPr txBox="1"/>
              <p:nvPr/>
            </p:nvSpPr>
            <p:spPr>
              <a:xfrm>
                <a:off x="2496458" y="4797341"/>
                <a:ext cx="560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Aft>
                    <a:spcPct val="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CP</m:t>
                      </m:r>
                    </m:oMath>
                  </m:oMathPara>
                </a14:m>
                <a:endParaRPr lang="en-US" altLang="zh-CN" sz="2800" b="0" dirty="0">
                  <a:solidFill>
                    <a:schemeClr val="accent5">
                      <a:lumMod val="7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AE08BDE-7505-5194-FE48-45A0EBE94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458" y="4797341"/>
                <a:ext cx="5607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矩形 50">
            <a:extLst>
              <a:ext uri="{FF2B5EF4-FFF2-40B4-BE49-F238E27FC236}">
                <a16:creationId xmlns:a16="http://schemas.microsoft.com/office/drawing/2014/main" id="{C73CE3FD-197B-FAE8-77FA-8073C4518375}"/>
              </a:ext>
            </a:extLst>
          </p:cNvPr>
          <p:cNvSpPr/>
          <p:nvPr/>
        </p:nvSpPr>
        <p:spPr>
          <a:xfrm>
            <a:off x="4769273" y="2813478"/>
            <a:ext cx="466241" cy="20974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输出组合电路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F318B25-C591-6C36-9C05-8EE070CC18D5}"/>
              </a:ext>
            </a:extLst>
          </p:cNvPr>
          <p:cNvCxnSpPr>
            <a:cxnSpLocks/>
          </p:cNvCxnSpPr>
          <p:nvPr/>
        </p:nvCxnSpPr>
        <p:spPr>
          <a:xfrm>
            <a:off x="1351685" y="2603702"/>
            <a:ext cx="0" cy="84754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98ED62F-F3EE-A385-E16B-C81105001FDB}"/>
              </a:ext>
            </a:extLst>
          </p:cNvPr>
          <p:cNvCxnSpPr>
            <a:cxnSpLocks/>
          </p:cNvCxnSpPr>
          <p:nvPr/>
        </p:nvCxnSpPr>
        <p:spPr>
          <a:xfrm>
            <a:off x="1351685" y="2615808"/>
            <a:ext cx="2859741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96725FB-1F17-94AC-A99F-7C2E1D2DBB5E}"/>
              </a:ext>
            </a:extLst>
          </p:cNvPr>
          <p:cNvCxnSpPr>
            <a:cxnSpLocks/>
          </p:cNvCxnSpPr>
          <p:nvPr/>
        </p:nvCxnSpPr>
        <p:spPr>
          <a:xfrm>
            <a:off x="4211426" y="2603901"/>
            <a:ext cx="0" cy="859631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C55B672-E20B-73AB-2F55-5C13EA244C29}"/>
              </a:ext>
            </a:extLst>
          </p:cNvPr>
          <p:cNvCxnSpPr>
            <a:cxnSpLocks/>
          </p:cNvCxnSpPr>
          <p:nvPr/>
        </p:nvCxnSpPr>
        <p:spPr>
          <a:xfrm>
            <a:off x="4209608" y="3451441"/>
            <a:ext cx="550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0E2AE83A-8225-4F2C-C263-DDD610EA709D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5235514" y="3862194"/>
            <a:ext cx="5726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FF472737-E29C-FA84-457C-8211E5E75419}"/>
              </a:ext>
            </a:extLst>
          </p:cNvPr>
          <p:cNvSpPr/>
          <p:nvPr/>
        </p:nvSpPr>
        <p:spPr>
          <a:xfrm>
            <a:off x="4220427" y="4245139"/>
            <a:ext cx="113110" cy="113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0F8EECD6-3F63-E7C5-C9B0-3D667DB46443}"/>
              </a:ext>
            </a:extLst>
          </p:cNvPr>
          <p:cNvSpPr/>
          <p:nvPr/>
        </p:nvSpPr>
        <p:spPr>
          <a:xfrm>
            <a:off x="1295789" y="3394414"/>
            <a:ext cx="113110" cy="113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0589FF3-FE83-558F-AB8B-9C00E4315EF4}"/>
              </a:ext>
            </a:extLst>
          </p:cNvPr>
          <p:cNvSpPr txBox="1"/>
          <p:nvPr/>
        </p:nvSpPr>
        <p:spPr>
          <a:xfrm>
            <a:off x="2318735" y="5597254"/>
            <a:ext cx="1491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米利型</a:t>
            </a:r>
            <a:endParaRPr lang="zh-CN" altLang="en-US" sz="2400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EE5FC40-47A2-1930-AC5A-D12E11745921}"/>
              </a:ext>
            </a:extLst>
          </p:cNvPr>
          <p:cNvSpPr/>
          <p:nvPr/>
        </p:nvSpPr>
        <p:spPr>
          <a:xfrm>
            <a:off x="7590367" y="2813479"/>
            <a:ext cx="466241" cy="20974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激励组合电路</a:t>
            </a: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5CB26643-E7D9-0AB6-9261-9E32D298CF01}"/>
              </a:ext>
            </a:extLst>
          </p:cNvPr>
          <p:cNvCxnSpPr>
            <a:cxnSpLocks/>
          </p:cNvCxnSpPr>
          <p:nvPr/>
        </p:nvCxnSpPr>
        <p:spPr>
          <a:xfrm>
            <a:off x="6983808" y="3451442"/>
            <a:ext cx="5952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CCB7CF1-06B3-BC5D-72FA-0AA3A925DDF8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8056608" y="4303648"/>
            <a:ext cx="3582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0041C2D3-D430-A975-06A1-47892889A1C9}"/>
              </a:ext>
            </a:extLst>
          </p:cNvPr>
          <p:cNvCxnSpPr>
            <a:cxnSpLocks/>
          </p:cNvCxnSpPr>
          <p:nvPr/>
        </p:nvCxnSpPr>
        <p:spPr>
          <a:xfrm>
            <a:off x="7112805" y="4303648"/>
            <a:ext cx="46624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A77CBF1E-D3DD-EA2B-1EA8-441703CBE242}"/>
              </a:ext>
            </a:extLst>
          </p:cNvPr>
          <p:cNvSpPr/>
          <p:nvPr/>
        </p:nvSpPr>
        <p:spPr>
          <a:xfrm>
            <a:off x="8414811" y="3903854"/>
            <a:ext cx="1348279" cy="7995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D8D761BC-F6DE-3F58-5446-07DB9B38555F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9763090" y="4303648"/>
            <a:ext cx="90233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AA874F5-DBB0-1D33-F5FB-24814419C58C}"/>
              </a:ext>
            </a:extLst>
          </p:cNvPr>
          <p:cNvCxnSpPr>
            <a:cxnSpLocks/>
          </p:cNvCxnSpPr>
          <p:nvPr/>
        </p:nvCxnSpPr>
        <p:spPr>
          <a:xfrm>
            <a:off x="10188188" y="4302042"/>
            <a:ext cx="0" cy="1080341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6D23C680-1183-2ED0-1E96-15EF4ABE14DB}"/>
              </a:ext>
            </a:extLst>
          </p:cNvPr>
          <p:cNvCxnSpPr>
            <a:cxnSpLocks/>
          </p:cNvCxnSpPr>
          <p:nvPr/>
        </p:nvCxnSpPr>
        <p:spPr>
          <a:xfrm>
            <a:off x="7114728" y="5369498"/>
            <a:ext cx="3073460" cy="0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67267B45-323A-9326-4C8F-E360768BACFA}"/>
              </a:ext>
            </a:extLst>
          </p:cNvPr>
          <p:cNvCxnSpPr>
            <a:cxnSpLocks/>
          </p:cNvCxnSpPr>
          <p:nvPr/>
        </p:nvCxnSpPr>
        <p:spPr>
          <a:xfrm>
            <a:off x="7125198" y="4301694"/>
            <a:ext cx="0" cy="1080341"/>
          </a:xfrm>
          <a:prstGeom prst="straightConnector1">
            <a:avLst/>
          </a:prstGeom>
          <a:ln w="254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 Box 15">
            <a:extLst>
              <a:ext uri="{FF2B5EF4-FFF2-40B4-BE49-F238E27FC236}">
                <a16:creationId xmlns:a16="http://schemas.microsoft.com/office/drawing/2014/main" id="{B4D4A96C-FA0D-2BAD-39F4-738DE15AC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206" y="322060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sp>
        <p:nvSpPr>
          <p:cNvPr id="112" name="Text Box 15">
            <a:extLst>
              <a:ext uri="{FF2B5EF4-FFF2-40B4-BE49-F238E27FC236}">
                <a16:creationId xmlns:a16="http://schemas.microsoft.com/office/drawing/2014/main" id="{DF0930A1-06A4-9605-C531-291197B1B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9557" y="3304842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sp>
        <p:nvSpPr>
          <p:cNvPr id="113" name="Text Box 15">
            <a:extLst>
              <a:ext uri="{FF2B5EF4-FFF2-40B4-BE49-F238E27FC236}">
                <a16:creationId xmlns:a16="http://schemas.microsoft.com/office/drawing/2014/main" id="{51AC4B3D-9E62-A8DB-22C4-CFBDB20D4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2005" y="382704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</a:p>
        </p:txBody>
      </p:sp>
      <p:sp>
        <p:nvSpPr>
          <p:cNvPr id="114" name="Line 8">
            <a:extLst>
              <a:ext uri="{FF2B5EF4-FFF2-40B4-BE49-F238E27FC236}">
                <a16:creationId xmlns:a16="http://schemas.microsoft.com/office/drawing/2014/main" id="{175CADB0-412C-497B-F345-8E1E6E7D08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9459" y="4703441"/>
            <a:ext cx="0" cy="51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308792F6-EAE9-FE7B-C7ED-06FA4F0AC4A4}"/>
                  </a:ext>
                </a:extLst>
              </p:cNvPr>
              <p:cNvSpPr txBox="1"/>
              <p:nvPr/>
            </p:nvSpPr>
            <p:spPr>
              <a:xfrm>
                <a:off x="8407664" y="4797341"/>
                <a:ext cx="5607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Aft>
                    <a:spcPct val="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CP</m:t>
                      </m:r>
                    </m:oMath>
                  </m:oMathPara>
                </a14:m>
                <a:endParaRPr lang="en-US" altLang="zh-CN" sz="2800" b="0" dirty="0">
                  <a:solidFill>
                    <a:schemeClr val="accent5">
                      <a:lumMod val="75000"/>
                    </a:schemeClr>
                  </a:solidFill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308792F6-EAE9-FE7B-C7ED-06FA4F0A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664" y="4797341"/>
                <a:ext cx="5607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矩形 115">
            <a:extLst>
              <a:ext uri="{FF2B5EF4-FFF2-40B4-BE49-F238E27FC236}">
                <a16:creationId xmlns:a16="http://schemas.microsoft.com/office/drawing/2014/main" id="{03658095-AAE3-A1A0-F988-C3283D79CF8C}"/>
              </a:ext>
            </a:extLst>
          </p:cNvPr>
          <p:cNvSpPr/>
          <p:nvPr/>
        </p:nvSpPr>
        <p:spPr>
          <a:xfrm>
            <a:off x="10680479" y="2813478"/>
            <a:ext cx="466241" cy="20974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输出组合电路</a:t>
            </a:r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DB71CE2E-CADE-BF55-44A9-1A6EE48BBD30}"/>
              </a:ext>
            </a:extLst>
          </p:cNvPr>
          <p:cNvCxnSpPr>
            <a:cxnSpLocks/>
            <a:stCxn id="116" idx="3"/>
          </p:cNvCxnSpPr>
          <p:nvPr/>
        </p:nvCxnSpPr>
        <p:spPr>
          <a:xfrm>
            <a:off x="11146720" y="3862194"/>
            <a:ext cx="57262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椭圆 121">
            <a:extLst>
              <a:ext uri="{FF2B5EF4-FFF2-40B4-BE49-F238E27FC236}">
                <a16:creationId xmlns:a16="http://schemas.microsoft.com/office/drawing/2014/main" id="{F0C34A40-0F3A-0894-5087-388B86A98C0A}"/>
              </a:ext>
            </a:extLst>
          </p:cNvPr>
          <p:cNvSpPr/>
          <p:nvPr/>
        </p:nvSpPr>
        <p:spPr>
          <a:xfrm>
            <a:off x="10131633" y="4245139"/>
            <a:ext cx="113110" cy="11311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E4FB851C-9A12-3447-61CE-7DD61FBA47D9}"/>
              </a:ext>
            </a:extLst>
          </p:cNvPr>
          <p:cNvSpPr txBox="1"/>
          <p:nvPr/>
        </p:nvSpPr>
        <p:spPr>
          <a:xfrm>
            <a:off x="8229941" y="5597254"/>
            <a:ext cx="1491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穆尔型</a:t>
            </a:r>
            <a:endParaRPr lang="zh-CN" altLang="en-US" sz="24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916CC4D-0E6B-EABD-DD4C-9058261BF72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时序逻辑电路的定义及分类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677969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19E5-4264-9F9D-F015-93CE0CF7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4EFDC-39D2-1D5B-CBD3-094827960C2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</a:t>
            </a:r>
            <a:endParaRPr lang="en-US" altLang="zh-CN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3AF6B6A-B59B-7263-13F0-5022136CC1F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2644692-27EE-440A-CD74-292C221B9B4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5D21988-3075-D631-E59E-7DFF5C20671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FF1DE65D-14D2-52A7-F6AB-24C03F81053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D71C1EE-C448-8B51-6C2D-0444E2CDF3D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1DDED14-F06D-56F2-549E-F1A566906237}"/>
              </a:ext>
            </a:extLst>
          </p:cNvPr>
          <p:cNvSpPr txBox="1"/>
          <p:nvPr/>
        </p:nvSpPr>
        <p:spPr>
          <a:xfrm>
            <a:off x="360000" y="828000"/>
            <a:ext cx="11431251" cy="1753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时序逻辑电路的表达方式：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逻辑方程、状态转换表、状态转换图、时序图等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不同的表达方式是等价的，可以相互转换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2122B7F-AA42-2DB2-2B53-EA54E97C3345}"/>
              </a:ext>
            </a:extLst>
          </p:cNvPr>
          <p:cNvGrpSpPr/>
          <p:nvPr/>
        </p:nvGrpSpPr>
        <p:grpSpPr>
          <a:xfrm>
            <a:off x="2526631" y="3500014"/>
            <a:ext cx="6898498" cy="1796815"/>
            <a:chOff x="2526631" y="3500014"/>
            <a:chExt cx="6898498" cy="179681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0E78C31-8025-750C-597E-BC8152A7F5C3}"/>
                </a:ext>
              </a:extLst>
            </p:cNvPr>
            <p:cNvSpPr/>
            <p:nvPr/>
          </p:nvSpPr>
          <p:spPr>
            <a:xfrm>
              <a:off x="4209607" y="3500014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组合电路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80B2C12-5C8F-5B4B-1E12-525A7FCBCD9C}"/>
                </a:ext>
              </a:extLst>
            </p:cNvPr>
            <p:cNvCxnSpPr>
              <a:cxnSpLocks/>
            </p:cNvCxnSpPr>
            <p:nvPr/>
          </p:nvCxnSpPr>
          <p:spPr>
            <a:xfrm>
              <a:off x="3748434" y="3798597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B4464F5-20E2-6D85-7F61-7A849CBF3316}"/>
                </a:ext>
              </a:extLst>
            </p:cNvPr>
            <p:cNvCxnSpPr>
              <a:cxnSpLocks/>
            </p:cNvCxnSpPr>
            <p:nvPr/>
          </p:nvCxnSpPr>
          <p:spPr>
            <a:xfrm>
              <a:off x="3866717" y="4362780"/>
              <a:ext cx="3361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B859128B-C651-385B-4A1C-8F43ED2EA85C}"/>
                </a:ext>
              </a:extLst>
            </p:cNvPr>
            <p:cNvCxnSpPr>
              <a:cxnSpLocks/>
            </p:cNvCxnSpPr>
            <p:nvPr/>
          </p:nvCxnSpPr>
          <p:spPr>
            <a:xfrm>
              <a:off x="5147406" y="3796323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E01F2AD-C94F-81DB-9291-7E6DCECBE62F}"/>
                </a:ext>
              </a:extLst>
            </p:cNvPr>
            <p:cNvCxnSpPr>
              <a:cxnSpLocks/>
            </p:cNvCxnSpPr>
            <p:nvPr/>
          </p:nvCxnSpPr>
          <p:spPr>
            <a:xfrm>
              <a:off x="5147406" y="4362780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F18B528-EBED-0048-CA28-A0519E37ED0E}"/>
                </a:ext>
              </a:extLst>
            </p:cNvPr>
            <p:cNvSpPr/>
            <p:nvPr/>
          </p:nvSpPr>
          <p:spPr>
            <a:xfrm>
              <a:off x="5611148" y="4101746"/>
              <a:ext cx="2101466" cy="51453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记忆电路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AA13EE0-CF34-ACFB-32DE-88D66046351D}"/>
                </a:ext>
              </a:extLst>
            </p:cNvPr>
            <p:cNvCxnSpPr>
              <a:cxnSpLocks/>
            </p:cNvCxnSpPr>
            <p:nvPr/>
          </p:nvCxnSpPr>
          <p:spPr>
            <a:xfrm>
              <a:off x="7711608" y="4359013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126C88E9-592E-D192-EA73-E4476DE2E905}"/>
                </a:ext>
              </a:extLst>
            </p:cNvPr>
            <p:cNvCxnSpPr>
              <a:cxnSpLocks/>
            </p:cNvCxnSpPr>
            <p:nvPr/>
          </p:nvCxnSpPr>
          <p:spPr>
            <a:xfrm>
              <a:off x="8156505" y="4347021"/>
              <a:ext cx="0" cy="949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059E40A-0D57-459F-E376-A40CF70B9D56}"/>
                </a:ext>
              </a:extLst>
            </p:cNvPr>
            <p:cNvCxnSpPr>
              <a:cxnSpLocks/>
            </p:cNvCxnSpPr>
            <p:nvPr/>
          </p:nvCxnSpPr>
          <p:spPr>
            <a:xfrm>
              <a:off x="3872677" y="5284720"/>
              <a:ext cx="42901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22EF259-B6CB-F750-F1BA-04AA797C3734}"/>
                </a:ext>
              </a:extLst>
            </p:cNvPr>
            <p:cNvCxnSpPr>
              <a:cxnSpLocks/>
            </p:cNvCxnSpPr>
            <p:nvPr/>
          </p:nvCxnSpPr>
          <p:spPr>
            <a:xfrm>
              <a:off x="3878778" y="4349619"/>
              <a:ext cx="0" cy="9472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5">
                  <a:extLst>
                    <a:ext uri="{FF2B5EF4-FFF2-40B4-BE49-F238E27FC236}">
                      <a16:creationId xmlns:a16="http://schemas.microsoft.com/office/drawing/2014/main" id="{60D20C5B-4594-FDDC-AE3C-D6FE810AC4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26631" y="3550082"/>
                  <a:ext cx="1153013" cy="461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9" name="Text Box 15">
                  <a:extLst>
                    <a:ext uri="{FF2B5EF4-FFF2-40B4-BE49-F238E27FC236}">
                      <a16:creationId xmlns:a16="http://schemas.microsoft.com/office/drawing/2014/main" id="{60D20C5B-4594-FDDC-AE3C-D6FE810AC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26631" y="3550082"/>
                  <a:ext cx="1153013" cy="461664"/>
                </a:xfrm>
                <a:prstGeom prst="rect">
                  <a:avLst/>
                </a:prstGeom>
                <a:blipFill>
                  <a:blip r:embed="rId3"/>
                  <a:stretch>
                    <a:fillRect l="-7895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15">
                  <a:extLst>
                    <a:ext uri="{FF2B5EF4-FFF2-40B4-BE49-F238E27FC236}">
                      <a16:creationId xmlns:a16="http://schemas.microsoft.com/office/drawing/2014/main" id="{6A4C19B2-BC67-0C6C-0170-56CBE7CCD4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85095" y="3550081"/>
                  <a:ext cx="11368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输出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Text Box 15">
                  <a:extLst>
                    <a:ext uri="{FF2B5EF4-FFF2-40B4-BE49-F238E27FC236}">
                      <a16:creationId xmlns:a16="http://schemas.microsoft.com/office/drawing/2014/main" id="{6A4C19B2-BC67-0C6C-0170-56CBE7CCD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85095" y="3550081"/>
                  <a:ext cx="113681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8602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15">
                  <a:extLst>
                    <a:ext uri="{FF2B5EF4-FFF2-40B4-BE49-F238E27FC236}">
                      <a16:creationId xmlns:a16="http://schemas.microsoft.com/office/drawing/2014/main" id="{9D32D401-17CB-C494-0C3E-57EAE9EA9B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86702" y="4427658"/>
                  <a:ext cx="113842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状态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Q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Text Box 15">
                  <a:extLst>
                    <a:ext uri="{FF2B5EF4-FFF2-40B4-BE49-F238E27FC236}">
                      <a16:creationId xmlns:a16="http://schemas.microsoft.com/office/drawing/2014/main" id="{9D32D401-17CB-C494-0C3E-57EAE9EA9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86702" y="4427658"/>
                  <a:ext cx="113842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021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F8F78FA0-9DB3-8C7C-914B-1543852A61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4618" y="4616281"/>
              <a:ext cx="0" cy="51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15">
                  <a:extLst>
                    <a:ext uri="{FF2B5EF4-FFF2-40B4-BE49-F238E27FC236}">
                      <a16:creationId xmlns:a16="http://schemas.microsoft.com/office/drawing/2014/main" id="{D0D91DFD-5F4D-7432-835C-8E0ADE1139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1662" y="4730877"/>
                  <a:ext cx="80021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Text Box 15">
                  <a:extLst>
                    <a:ext uri="{FF2B5EF4-FFF2-40B4-BE49-F238E27FC236}">
                      <a16:creationId xmlns:a16="http://schemas.microsoft.com/office/drawing/2014/main" id="{D0D91DFD-5F4D-7432-835C-8E0ADE113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1662" y="4730877"/>
                  <a:ext cx="80021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15">
                  <a:extLst>
                    <a:ext uri="{FF2B5EF4-FFF2-40B4-BE49-F238E27FC236}">
                      <a16:creationId xmlns:a16="http://schemas.microsoft.com/office/drawing/2014/main" id="{D5E16A2D-E9C6-25D5-906A-96C2CF6C1D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5949" y="4419093"/>
                  <a:ext cx="3749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Text Box 15">
                  <a:extLst>
                    <a:ext uri="{FF2B5EF4-FFF2-40B4-BE49-F238E27FC236}">
                      <a16:creationId xmlns:a16="http://schemas.microsoft.com/office/drawing/2014/main" id="{D5E16A2D-E9C6-25D5-906A-96C2CF6C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5949" y="4419093"/>
                  <a:ext cx="37490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918" r="-655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191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3C333-0B15-53E6-4553-43B2E23B47B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逻辑方程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67E139D-E8F9-2D82-1114-4BABDB91395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7411201-7332-97BA-7A86-64084275B74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203D2E6-CB67-CBCC-F92B-923D1483CE6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C837A6F5-A334-32FD-07FC-C4B2036E81E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1CD92170-A1ED-F57B-1FC7-25C23B465E9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82A809-227C-A2F2-399E-A11D1C44F17C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431251" cy="2159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逻辑方程：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激励方程（组合电路）：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状态方程（存储电路）：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输出方程（组合电路）：米利型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；穆尔型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82A809-227C-A2F2-399E-A11D1C44F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431251" cy="2159822"/>
              </a:xfrm>
              <a:prstGeom prst="rect">
                <a:avLst/>
              </a:prstGeom>
              <a:blipFill>
                <a:blip r:embed="rId3"/>
                <a:stretch>
                  <a:fillRect l="-960" t="-1130" b="-45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3C5A0A34-9257-62B1-BCF1-E8C58773DBB4}"/>
              </a:ext>
            </a:extLst>
          </p:cNvPr>
          <p:cNvGrpSpPr/>
          <p:nvPr/>
        </p:nvGrpSpPr>
        <p:grpSpPr>
          <a:xfrm>
            <a:off x="2526631" y="3500014"/>
            <a:ext cx="6898498" cy="1796815"/>
            <a:chOff x="2526631" y="3500014"/>
            <a:chExt cx="6898498" cy="179681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3B83B06-2BA3-11E5-F4BE-E688A6D94546}"/>
                </a:ext>
              </a:extLst>
            </p:cNvPr>
            <p:cNvSpPr/>
            <p:nvPr/>
          </p:nvSpPr>
          <p:spPr>
            <a:xfrm>
              <a:off x="4209607" y="3500014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组合电路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FEA8587-A70F-2BE6-449E-EEA7BA235212}"/>
                </a:ext>
              </a:extLst>
            </p:cNvPr>
            <p:cNvCxnSpPr>
              <a:cxnSpLocks/>
            </p:cNvCxnSpPr>
            <p:nvPr/>
          </p:nvCxnSpPr>
          <p:spPr>
            <a:xfrm>
              <a:off x="3748434" y="3798597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EBC4F840-5764-68E4-6BFD-49141C1C342B}"/>
                </a:ext>
              </a:extLst>
            </p:cNvPr>
            <p:cNvCxnSpPr>
              <a:cxnSpLocks/>
            </p:cNvCxnSpPr>
            <p:nvPr/>
          </p:nvCxnSpPr>
          <p:spPr>
            <a:xfrm>
              <a:off x="3866717" y="4362780"/>
              <a:ext cx="33612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0A07E08-5328-61CA-E3DC-A29608BA2559}"/>
                </a:ext>
              </a:extLst>
            </p:cNvPr>
            <p:cNvCxnSpPr>
              <a:cxnSpLocks/>
            </p:cNvCxnSpPr>
            <p:nvPr/>
          </p:nvCxnSpPr>
          <p:spPr>
            <a:xfrm>
              <a:off x="5147406" y="3796323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06ED12A8-1050-9527-79AD-1F359670C013}"/>
                </a:ext>
              </a:extLst>
            </p:cNvPr>
            <p:cNvCxnSpPr>
              <a:cxnSpLocks/>
            </p:cNvCxnSpPr>
            <p:nvPr/>
          </p:nvCxnSpPr>
          <p:spPr>
            <a:xfrm>
              <a:off x="5147406" y="4362780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7CEB472-15FF-2A30-E6DD-C65578BA19A0}"/>
                </a:ext>
              </a:extLst>
            </p:cNvPr>
            <p:cNvSpPr/>
            <p:nvPr/>
          </p:nvSpPr>
          <p:spPr>
            <a:xfrm>
              <a:off x="5611148" y="4101746"/>
              <a:ext cx="2101466" cy="51453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记忆电路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2E5C9CE-FABE-A14D-360C-A09E9814E914}"/>
                </a:ext>
              </a:extLst>
            </p:cNvPr>
            <p:cNvCxnSpPr>
              <a:cxnSpLocks/>
            </p:cNvCxnSpPr>
            <p:nvPr/>
          </p:nvCxnSpPr>
          <p:spPr>
            <a:xfrm>
              <a:off x="7711608" y="4359013"/>
              <a:ext cx="45440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962BDC24-BE92-2DD6-523D-1EA17DCBB461}"/>
                </a:ext>
              </a:extLst>
            </p:cNvPr>
            <p:cNvCxnSpPr>
              <a:cxnSpLocks/>
            </p:cNvCxnSpPr>
            <p:nvPr/>
          </p:nvCxnSpPr>
          <p:spPr>
            <a:xfrm>
              <a:off x="8156505" y="4347021"/>
              <a:ext cx="0" cy="949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9254224-F856-1CA0-E6BE-611B5E13ACA0}"/>
                </a:ext>
              </a:extLst>
            </p:cNvPr>
            <p:cNvCxnSpPr>
              <a:cxnSpLocks/>
            </p:cNvCxnSpPr>
            <p:nvPr/>
          </p:nvCxnSpPr>
          <p:spPr>
            <a:xfrm>
              <a:off x="3872677" y="5284720"/>
              <a:ext cx="42901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D60CC5A7-8419-79EB-0FEB-DD6588D30832}"/>
                </a:ext>
              </a:extLst>
            </p:cNvPr>
            <p:cNvCxnSpPr>
              <a:cxnSpLocks/>
            </p:cNvCxnSpPr>
            <p:nvPr/>
          </p:nvCxnSpPr>
          <p:spPr>
            <a:xfrm>
              <a:off x="3878778" y="4349619"/>
              <a:ext cx="0" cy="9472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 Box 15">
                  <a:extLst>
                    <a:ext uri="{FF2B5EF4-FFF2-40B4-BE49-F238E27FC236}">
                      <a16:creationId xmlns:a16="http://schemas.microsoft.com/office/drawing/2014/main" id="{CBD97B34-7651-0076-BEC9-16D7354177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26631" y="3550082"/>
                  <a:ext cx="1153013" cy="461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A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8" name="Text Box 15">
                  <a:extLst>
                    <a:ext uri="{FF2B5EF4-FFF2-40B4-BE49-F238E27FC236}">
                      <a16:creationId xmlns:a16="http://schemas.microsoft.com/office/drawing/2014/main" id="{CBD97B34-7651-0076-BEC9-16D735417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26631" y="3550082"/>
                  <a:ext cx="1153013" cy="461664"/>
                </a:xfrm>
                <a:prstGeom prst="rect">
                  <a:avLst/>
                </a:prstGeom>
                <a:blipFill>
                  <a:blip r:embed="rId4"/>
                  <a:stretch>
                    <a:fillRect l="-7895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15">
                  <a:extLst>
                    <a:ext uri="{FF2B5EF4-FFF2-40B4-BE49-F238E27FC236}">
                      <a16:creationId xmlns:a16="http://schemas.microsoft.com/office/drawing/2014/main" id="{6569F194-22A1-9D9E-0279-C9F5EBDA2C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685095" y="3550081"/>
                  <a:ext cx="113681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输出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Y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Text Box 15">
                  <a:extLst>
                    <a:ext uri="{FF2B5EF4-FFF2-40B4-BE49-F238E27FC236}">
                      <a16:creationId xmlns:a16="http://schemas.microsoft.com/office/drawing/2014/main" id="{6569F194-22A1-9D9E-0279-C9F5EBDA2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85095" y="3550081"/>
                  <a:ext cx="113681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602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15">
                  <a:extLst>
                    <a:ext uri="{FF2B5EF4-FFF2-40B4-BE49-F238E27FC236}">
                      <a16:creationId xmlns:a16="http://schemas.microsoft.com/office/drawing/2014/main" id="{E71A73FB-8619-70EE-65DC-3271B5BA7D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86702" y="4427658"/>
                  <a:ext cx="1138427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:r>
                    <a:rPr lang="zh-CN" altLang="en-US" sz="2400" b="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状态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Q</m:t>
                      </m:r>
                    </m:oMath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0" name="Text Box 15">
                  <a:extLst>
                    <a:ext uri="{FF2B5EF4-FFF2-40B4-BE49-F238E27FC236}">
                      <a16:creationId xmlns:a16="http://schemas.microsoft.com/office/drawing/2014/main" id="{E71A73FB-8619-70EE-65DC-3271B5BA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86702" y="4427658"/>
                  <a:ext cx="1138427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8021" t="-10526" b="-2894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Line 8">
              <a:extLst>
                <a:ext uri="{FF2B5EF4-FFF2-40B4-BE49-F238E27FC236}">
                  <a16:creationId xmlns:a16="http://schemas.microsoft.com/office/drawing/2014/main" id="{5BDA7554-DFAF-179C-7867-B1E48E172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4618" y="4616281"/>
              <a:ext cx="0" cy="511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Box 15">
                  <a:extLst>
                    <a:ext uri="{FF2B5EF4-FFF2-40B4-BE49-F238E27FC236}">
                      <a16:creationId xmlns:a16="http://schemas.microsoft.com/office/drawing/2014/main" id="{6051A843-A203-3CB3-9274-9FBC095161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1662" y="4730877"/>
                  <a:ext cx="800219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Text Box 15">
                  <a:extLst>
                    <a:ext uri="{FF2B5EF4-FFF2-40B4-BE49-F238E27FC236}">
                      <a16:creationId xmlns:a16="http://schemas.microsoft.com/office/drawing/2014/main" id="{6051A843-A203-3CB3-9274-9FBC09516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1662" y="4730877"/>
                  <a:ext cx="800219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15">
                  <a:extLst>
                    <a:ext uri="{FF2B5EF4-FFF2-40B4-BE49-F238E27FC236}">
                      <a16:creationId xmlns:a16="http://schemas.microsoft.com/office/drawing/2014/main" id="{877F88F7-51D4-5BBB-3247-0F83A0B9D3B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85949" y="4419093"/>
                  <a:ext cx="37490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Text Box 15">
                  <a:extLst>
                    <a:ext uri="{FF2B5EF4-FFF2-40B4-BE49-F238E27FC236}">
                      <a16:creationId xmlns:a16="http://schemas.microsoft.com/office/drawing/2014/main" id="{877F88F7-51D4-5BBB-3247-0F83A0B9D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5949" y="4419093"/>
                  <a:ext cx="374908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4918" r="-655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79899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E7760-2BE2-AFAE-8FD0-5242F08D1AE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状态转换表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EFEFF8-B0DD-162D-2A49-7F881A552123}"/>
              </a:ext>
            </a:extLst>
          </p:cNvPr>
          <p:cNvSpPr txBox="1"/>
          <p:nvPr/>
        </p:nvSpPr>
        <p:spPr>
          <a:xfrm>
            <a:off x="360000" y="828000"/>
            <a:ext cx="1143125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状态转换（真值）表：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931A90D-B9F0-217C-7D6E-9B330DCE6911}"/>
                  </a:ext>
                </a:extLst>
              </p:cNvPr>
              <p:cNvSpPr txBox="1"/>
              <p:nvPr/>
            </p:nvSpPr>
            <p:spPr>
              <a:xfrm>
                <a:off x="360000" y="4860000"/>
                <a:ext cx="11431251" cy="1561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激励方程（组合电路）：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状态方程（存储电路）：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输出方程（组合电路）：米利型：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；穆尔型：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931A90D-B9F0-217C-7D6E-9B330DCE6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860000"/>
                <a:ext cx="11431251" cy="1561133"/>
              </a:xfrm>
              <a:prstGeom prst="rect">
                <a:avLst/>
              </a:prstGeom>
              <a:blipFill>
                <a:blip r:embed="rId3"/>
                <a:stretch>
                  <a:fillRect t="-781" b="-6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53609F2-0B8B-FED0-40F0-C332ECB8B1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973653"/>
                  </p:ext>
                </p:extLst>
              </p:nvPr>
            </p:nvGraphicFramePr>
            <p:xfrm>
              <a:off x="1016001" y="2313474"/>
              <a:ext cx="3942081" cy="17967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4027">
                      <a:extLst>
                        <a:ext uri="{9D8B030D-6E8A-4147-A177-3AD203B41FA5}">
                          <a16:colId xmlns:a16="http://schemas.microsoft.com/office/drawing/2014/main" val="2191284938"/>
                        </a:ext>
                      </a:extLst>
                    </a:gridCol>
                    <a:gridCol w="1314027">
                      <a:extLst>
                        <a:ext uri="{9D8B030D-6E8A-4147-A177-3AD203B41FA5}">
                          <a16:colId xmlns:a16="http://schemas.microsoft.com/office/drawing/2014/main" val="2685789652"/>
                        </a:ext>
                      </a:extLst>
                    </a:gridCol>
                    <a:gridCol w="1314027">
                      <a:extLst>
                        <a:ext uri="{9D8B030D-6E8A-4147-A177-3AD203B41FA5}">
                          <a16:colId xmlns:a16="http://schemas.microsoft.com/office/drawing/2014/main" val="3584669669"/>
                        </a:ext>
                      </a:extLst>
                    </a:gridCol>
                  </a:tblGrid>
                  <a:tr h="598928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8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/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altLang="zh-CN" sz="28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310646"/>
                      </a:ext>
                    </a:extLst>
                  </a:tr>
                  <a:tr h="598928">
                    <a:tc v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368292"/>
                      </a:ext>
                    </a:extLst>
                  </a:tr>
                  <a:tr h="5989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 /⋯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 /⋯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56818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F53609F2-0B8B-FED0-40F0-C332ECB8B1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973653"/>
                  </p:ext>
                </p:extLst>
              </p:nvPr>
            </p:nvGraphicFramePr>
            <p:xfrm>
              <a:off x="1016001" y="2313474"/>
              <a:ext cx="3942081" cy="17967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4027">
                      <a:extLst>
                        <a:ext uri="{9D8B030D-6E8A-4147-A177-3AD203B41FA5}">
                          <a16:colId xmlns:a16="http://schemas.microsoft.com/office/drawing/2014/main" val="2191284938"/>
                        </a:ext>
                      </a:extLst>
                    </a:gridCol>
                    <a:gridCol w="1314027">
                      <a:extLst>
                        <a:ext uri="{9D8B030D-6E8A-4147-A177-3AD203B41FA5}">
                          <a16:colId xmlns:a16="http://schemas.microsoft.com/office/drawing/2014/main" val="2685789652"/>
                        </a:ext>
                      </a:extLst>
                    </a:gridCol>
                    <a:gridCol w="1314027">
                      <a:extLst>
                        <a:ext uri="{9D8B030D-6E8A-4147-A177-3AD203B41FA5}">
                          <a16:colId xmlns:a16="http://schemas.microsoft.com/office/drawing/2014/main" val="3584669669"/>
                        </a:ext>
                      </a:extLst>
                    </a:gridCol>
                  </a:tblGrid>
                  <a:tr h="598928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3" t="-508" r="-200926" b="-5126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231" t="-1010" r="-463" b="-20101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310646"/>
                      </a:ext>
                    </a:extLst>
                  </a:tr>
                  <a:tr h="598928">
                    <a:tc v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63" t="-102041" r="-100926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463" t="-102041" r="-926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5368292"/>
                      </a:ext>
                    </a:extLst>
                  </a:tr>
                  <a:tr h="59892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3" t="-200000" r="-20092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63" t="-200000" r="-10092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463" t="-200000" r="-926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56818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EF831B9-7F0F-40EB-21F0-D3216990FD61}"/>
              </a:ext>
            </a:extLst>
          </p:cNvPr>
          <p:cNvSpPr txBox="1"/>
          <p:nvPr/>
        </p:nvSpPr>
        <p:spPr>
          <a:xfrm>
            <a:off x="1016001" y="1800000"/>
            <a:ext cx="3942081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状态表（米利型）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75918A1-0144-CDCB-1CC7-3E7F4DC4C4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4132468"/>
                  </p:ext>
                </p:extLst>
              </p:nvPr>
            </p:nvGraphicFramePr>
            <p:xfrm>
              <a:off x="6096000" y="2313474"/>
              <a:ext cx="5255929" cy="17967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6007">
                      <a:extLst>
                        <a:ext uri="{9D8B030D-6E8A-4147-A177-3AD203B41FA5}">
                          <a16:colId xmlns:a16="http://schemas.microsoft.com/office/drawing/2014/main" val="2191284938"/>
                        </a:ext>
                      </a:extLst>
                    </a:gridCol>
                    <a:gridCol w="1223993">
                      <a:extLst>
                        <a:ext uri="{9D8B030D-6E8A-4147-A177-3AD203B41FA5}">
                          <a16:colId xmlns:a16="http://schemas.microsoft.com/office/drawing/2014/main" val="2685789652"/>
                        </a:ext>
                      </a:extLst>
                    </a:gridCol>
                    <a:gridCol w="1401312">
                      <a:extLst>
                        <a:ext uri="{9D8B030D-6E8A-4147-A177-3AD203B41FA5}">
                          <a16:colId xmlns:a16="http://schemas.microsoft.com/office/drawing/2014/main" val="3584669669"/>
                        </a:ext>
                      </a:extLst>
                    </a:gridCol>
                    <a:gridCol w="1314617">
                      <a:extLst>
                        <a:ext uri="{9D8B030D-6E8A-4147-A177-3AD203B41FA5}">
                          <a16:colId xmlns:a16="http://schemas.microsoft.com/office/drawing/2014/main" val="2411467188"/>
                        </a:ext>
                      </a:extLst>
                    </a:gridCol>
                  </a:tblGrid>
                  <a:tr h="598928"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8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8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altLang="zh-CN" sz="28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310646"/>
                      </a:ext>
                    </a:extLst>
                  </a:tr>
                  <a:tr h="598928">
                    <a:tc v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368292"/>
                      </a:ext>
                    </a:extLst>
                  </a:tr>
                  <a:tr h="5989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+mn-cs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kumimoji="0" lang="zh-CN" alt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等线" panose="020F0502020204030204"/>
                            <a:ea typeface="等线" panose="02010600030101010101" pitchFamily="2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206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+mn-cs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kumimoji="0" lang="zh-CN" alt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等线" panose="020F0502020204030204"/>
                            <a:ea typeface="等线" panose="02010600030101010101" pitchFamily="2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56818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775918A1-0144-CDCB-1CC7-3E7F4DC4C4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4132468"/>
                  </p:ext>
                </p:extLst>
              </p:nvPr>
            </p:nvGraphicFramePr>
            <p:xfrm>
              <a:off x="6096000" y="2313474"/>
              <a:ext cx="5255929" cy="17967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6007">
                      <a:extLst>
                        <a:ext uri="{9D8B030D-6E8A-4147-A177-3AD203B41FA5}">
                          <a16:colId xmlns:a16="http://schemas.microsoft.com/office/drawing/2014/main" val="2191284938"/>
                        </a:ext>
                      </a:extLst>
                    </a:gridCol>
                    <a:gridCol w="1223993">
                      <a:extLst>
                        <a:ext uri="{9D8B030D-6E8A-4147-A177-3AD203B41FA5}">
                          <a16:colId xmlns:a16="http://schemas.microsoft.com/office/drawing/2014/main" val="2685789652"/>
                        </a:ext>
                      </a:extLst>
                    </a:gridCol>
                    <a:gridCol w="1401312">
                      <a:extLst>
                        <a:ext uri="{9D8B030D-6E8A-4147-A177-3AD203B41FA5}">
                          <a16:colId xmlns:a16="http://schemas.microsoft.com/office/drawing/2014/main" val="3584669669"/>
                        </a:ext>
                      </a:extLst>
                    </a:gridCol>
                    <a:gridCol w="1314617">
                      <a:extLst>
                        <a:ext uri="{9D8B030D-6E8A-4147-A177-3AD203B41FA5}">
                          <a16:colId xmlns:a16="http://schemas.microsoft.com/office/drawing/2014/main" val="2411467188"/>
                        </a:ext>
                      </a:extLst>
                    </a:gridCol>
                  </a:tblGrid>
                  <a:tr h="598928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26" t="-508" r="-300463" b="-5126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0580" t="-1010" r="-50580" b="-20101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463" t="-508" r="-926" b="-51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310646"/>
                      </a:ext>
                    </a:extLst>
                  </a:tr>
                  <a:tr h="598928">
                    <a:tc vMerge="1"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8458" t="-102041" r="-222886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82174" t="-102041" r="-94783" b="-10306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2800" i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368292"/>
                      </a:ext>
                    </a:extLst>
                  </a:tr>
                  <a:tr h="59892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26" t="-200000" r="-300463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8458" t="-200000" r="-22288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82174" t="-200000" r="-94783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463" t="-200000" r="-926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56818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74837B12-08B6-4CF7-72CA-9FE6ABF87CEB}"/>
              </a:ext>
            </a:extLst>
          </p:cNvPr>
          <p:cNvSpPr txBox="1"/>
          <p:nvPr/>
        </p:nvSpPr>
        <p:spPr>
          <a:xfrm>
            <a:off x="6634481" y="1800000"/>
            <a:ext cx="3942081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状态表（穆尔型）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DB986B-D2D6-E531-56B9-2298E2F7DE2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F15D72C-DE73-27D7-F982-46289DD5E37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" name="箭头: 五边形 11">
                <a:extLst>
                  <a:ext uri="{FF2B5EF4-FFF2-40B4-BE49-F238E27FC236}">
                    <a16:creationId xmlns:a16="http://schemas.microsoft.com/office/drawing/2014/main" id="{3590027F-00C3-AB39-399D-0F44EA0BB5F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箭头: V 形 12">
                <a:extLst>
                  <a:ext uri="{FF2B5EF4-FFF2-40B4-BE49-F238E27FC236}">
                    <a16:creationId xmlns:a16="http://schemas.microsoft.com/office/drawing/2014/main" id="{2628B2A0-8B74-4565-3F21-980A13D262A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灯片编号占位符 3">
              <a:extLst>
                <a:ext uri="{FF2B5EF4-FFF2-40B4-BE49-F238E27FC236}">
                  <a16:creationId xmlns:a16="http://schemas.microsoft.com/office/drawing/2014/main" id="{81A3776C-2C28-AFAF-240E-9418B8527B0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07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CF653-1116-371A-B239-AC9DCB74E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A2AC7-C189-1054-2C34-54C8AFDA44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状态图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E4A31A-09DF-389D-B18D-3B192FF33F4E}"/>
              </a:ext>
            </a:extLst>
          </p:cNvPr>
          <p:cNvSpPr txBox="1"/>
          <p:nvPr/>
        </p:nvSpPr>
        <p:spPr>
          <a:xfrm>
            <a:off x="360000" y="828000"/>
            <a:ext cx="1143125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9F1470-A967-CB55-6536-FB3A20BCCC9C}"/>
                  </a:ext>
                </a:extLst>
              </p:cNvPr>
              <p:cNvSpPr txBox="1"/>
              <p:nvPr/>
            </p:nvSpPr>
            <p:spPr>
              <a:xfrm>
                <a:off x="360000" y="4860000"/>
                <a:ext cx="11431251" cy="15382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激励方程（组合电路）：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状态方程（存储电路）：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输出方程（组合电路）：米利型：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；穆尔型：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9F1470-A967-CB55-6536-FB3A20BCC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860000"/>
                <a:ext cx="11431251" cy="1538242"/>
              </a:xfrm>
              <a:prstGeom prst="rect">
                <a:avLst/>
              </a:prstGeom>
              <a:blipFill>
                <a:blip r:embed="rId3"/>
                <a:stretch>
                  <a:fillRect t="-791" b="-7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553D6C41-5274-39B7-1972-F00E490D35C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BF6B158-F658-C880-6D87-3F5BB916101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" name="箭头: 五边形 11">
                <a:extLst>
                  <a:ext uri="{FF2B5EF4-FFF2-40B4-BE49-F238E27FC236}">
                    <a16:creationId xmlns:a16="http://schemas.microsoft.com/office/drawing/2014/main" id="{CE3F7991-FA6A-331C-0A5F-3BD6B799D69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箭头: V 形 12">
                <a:extLst>
                  <a:ext uri="{FF2B5EF4-FFF2-40B4-BE49-F238E27FC236}">
                    <a16:creationId xmlns:a16="http://schemas.microsoft.com/office/drawing/2014/main" id="{A934DD98-C87B-A6B4-741D-91F1E4ABE3E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灯片编号占位符 3">
              <a:extLst>
                <a:ext uri="{FF2B5EF4-FFF2-40B4-BE49-F238E27FC236}">
                  <a16:creationId xmlns:a16="http://schemas.microsoft.com/office/drawing/2014/main" id="{72944371-778F-3504-6915-42CBD6A5840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722BDA-BBCE-DF4E-DDD2-A138E8690473}"/>
              </a:ext>
            </a:extLst>
          </p:cNvPr>
          <p:cNvGrpSpPr/>
          <p:nvPr/>
        </p:nvGrpSpPr>
        <p:grpSpPr>
          <a:xfrm>
            <a:off x="1543761" y="1874399"/>
            <a:ext cx="2656100" cy="1253877"/>
            <a:chOff x="1586291" y="1708496"/>
            <a:chExt cx="1555642" cy="734377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66E10C2-FC84-3A77-03E6-55BE041AC251}"/>
                </a:ext>
              </a:extLst>
            </p:cNvPr>
            <p:cNvSpPr/>
            <p:nvPr/>
          </p:nvSpPr>
          <p:spPr>
            <a:xfrm>
              <a:off x="1586291" y="1764548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2B95E79-F05B-3D0A-0B83-E01849243154}"/>
                    </a:ext>
                  </a:extLst>
                </p:cNvPr>
                <p:cNvSpPr txBox="1"/>
                <p:nvPr/>
              </p:nvSpPr>
              <p:spPr>
                <a:xfrm>
                  <a:off x="1734811" y="1910875"/>
                  <a:ext cx="458982" cy="37854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3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2B95E79-F05B-3D0A-0B83-E01849243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811" y="1910875"/>
                  <a:ext cx="458982" cy="37854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A1BFAEA9-1806-052D-3A6E-F34C49763EA8}"/>
                </a:ext>
              </a:extLst>
            </p:cNvPr>
            <p:cNvCxnSpPr>
              <a:cxnSpLocks/>
              <a:stCxn id="21" idx="6"/>
            </p:cNvCxnSpPr>
            <p:nvPr/>
          </p:nvCxnSpPr>
          <p:spPr>
            <a:xfrm>
              <a:off x="2264616" y="2103711"/>
              <a:ext cx="8773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 Box 49">
                  <a:extLst>
                    <a:ext uri="{FF2B5EF4-FFF2-40B4-BE49-F238E27FC236}">
                      <a16:creationId xmlns:a16="http://schemas.microsoft.com/office/drawing/2014/main" id="{0474D17D-14AD-BC53-53EF-DEA2356CA4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5439" y="1708496"/>
                  <a:ext cx="678325" cy="4434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36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 Box 49">
                  <a:extLst>
                    <a:ext uri="{FF2B5EF4-FFF2-40B4-BE49-F238E27FC236}">
                      <a16:creationId xmlns:a16="http://schemas.microsoft.com/office/drawing/2014/main" id="{0474D17D-14AD-BC53-53EF-DEA2356CA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5439" y="1708496"/>
                  <a:ext cx="678325" cy="4434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869D2BB-1734-AE8E-41F0-F90FAFABA315}"/>
              </a:ext>
            </a:extLst>
          </p:cNvPr>
          <p:cNvGrpSpPr/>
          <p:nvPr/>
        </p:nvGrpSpPr>
        <p:grpSpPr>
          <a:xfrm>
            <a:off x="7992141" y="1874399"/>
            <a:ext cx="2656100" cy="1253877"/>
            <a:chOff x="1586291" y="1708496"/>
            <a:chExt cx="1555642" cy="734377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CC195F6-111D-3235-68FF-0682790FA3F9}"/>
                </a:ext>
              </a:extLst>
            </p:cNvPr>
            <p:cNvSpPr/>
            <p:nvPr/>
          </p:nvSpPr>
          <p:spPr>
            <a:xfrm>
              <a:off x="1586291" y="1764548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1008418-8EA9-219A-E063-A8134678FDE0}"/>
                    </a:ext>
                  </a:extLst>
                </p:cNvPr>
                <p:cNvSpPr txBox="1"/>
                <p:nvPr/>
              </p:nvSpPr>
              <p:spPr>
                <a:xfrm>
                  <a:off x="1656867" y="1910875"/>
                  <a:ext cx="607749" cy="37854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3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1008418-8EA9-219A-E063-A8134678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6867" y="1910875"/>
                  <a:ext cx="607749" cy="37854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4188002E-72C9-EA82-03BB-D0881159705E}"/>
                </a:ext>
              </a:extLst>
            </p:cNvPr>
            <p:cNvCxnSpPr>
              <a:cxnSpLocks/>
              <a:stCxn id="31" idx="6"/>
            </p:cNvCxnSpPr>
            <p:nvPr/>
          </p:nvCxnSpPr>
          <p:spPr>
            <a:xfrm>
              <a:off x="2264616" y="2103711"/>
              <a:ext cx="8773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 Box 49">
                  <a:extLst>
                    <a:ext uri="{FF2B5EF4-FFF2-40B4-BE49-F238E27FC236}">
                      <a16:creationId xmlns:a16="http://schemas.microsoft.com/office/drawing/2014/main" id="{A7B0587D-BEF0-1383-6E54-45CC0467AE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5439" y="1708496"/>
                  <a:ext cx="678325" cy="44344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36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 Box 49">
                  <a:extLst>
                    <a:ext uri="{FF2B5EF4-FFF2-40B4-BE49-F238E27FC236}">
                      <a16:creationId xmlns:a16="http://schemas.microsoft.com/office/drawing/2014/main" id="{A7B0587D-BEF0-1383-6E54-45CC0467A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35439" y="1708496"/>
                  <a:ext cx="678325" cy="44344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302E0EE-3C6D-A7DB-5113-CCC4D02B933A}"/>
                  </a:ext>
                </a:extLst>
              </p:cNvPr>
              <p:cNvSpPr txBox="1"/>
              <p:nvPr/>
            </p:nvSpPr>
            <p:spPr>
              <a:xfrm>
                <a:off x="720000" y="3348000"/>
                <a:ext cx="4186685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米利型电路状态图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转换时输出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也变化，两者都受到输入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的影响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302E0EE-3C6D-A7DB-5113-CCC4D02B9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348000"/>
                <a:ext cx="4186685" cy="1277273"/>
              </a:xfrm>
              <a:prstGeom prst="rect">
                <a:avLst/>
              </a:prstGeom>
              <a:blipFill>
                <a:blip r:embed="rId8"/>
                <a:stretch>
                  <a:fillRect l="-5822" t="-3810" r="-5822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776646-1631-9688-05AB-8B9636501BBB}"/>
                  </a:ext>
                </a:extLst>
              </p:cNvPr>
              <p:cNvSpPr txBox="1"/>
              <p:nvPr/>
            </p:nvSpPr>
            <p:spPr>
              <a:xfrm>
                <a:off x="7056969" y="3348000"/>
                <a:ext cx="4186685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穆尔型电路状态图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受到输入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的影响，输出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由当前状态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决定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C776646-1631-9688-05AB-8B9636501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969" y="3348000"/>
                <a:ext cx="4186685" cy="1277273"/>
              </a:xfrm>
              <a:prstGeom prst="rect">
                <a:avLst/>
              </a:prstGeom>
              <a:blipFill>
                <a:blip r:embed="rId9"/>
                <a:stretch>
                  <a:fillRect t="-381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03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AB7A-D6F2-4FBC-4143-C7EE61E1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A0330-D5E8-E141-CA96-1A15E8A6E7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F4D6C6-E693-A20F-44C4-1A03B347B176}"/>
              </a:ext>
            </a:extLst>
          </p:cNvPr>
          <p:cNvSpPr txBox="1"/>
          <p:nvPr/>
        </p:nvSpPr>
        <p:spPr>
          <a:xfrm>
            <a:off x="360000" y="828000"/>
            <a:ext cx="328671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逻辑方程：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84C1DDD-75DD-9E32-1AAD-D49D0A05B3AB}"/>
              </a:ext>
            </a:extLst>
          </p:cNvPr>
          <p:cNvGrpSpPr/>
          <p:nvPr/>
        </p:nvGrpSpPr>
        <p:grpSpPr>
          <a:xfrm>
            <a:off x="5400000" y="1260000"/>
            <a:ext cx="6325588" cy="4814698"/>
            <a:chOff x="5215564" y="1133475"/>
            <a:chExt cx="6325588" cy="481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BB1E78A-18C9-DFB0-AB61-808ADDF9AC52}"/>
                    </a:ext>
                  </a:extLst>
                </p:cNvPr>
                <p:cNvSpPr/>
                <p:nvPr/>
              </p:nvSpPr>
              <p:spPr>
                <a:xfrm>
                  <a:off x="9574221" y="155678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FF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BB1E78A-18C9-DFB0-AB61-808ADDF9AC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221" y="1556782"/>
                  <a:ext cx="937799" cy="11639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DF057FF9-668F-85B4-3F68-FCE0F6550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0088" y="1817375"/>
              <a:ext cx="7241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59444F26-442E-CD41-A531-9B997C896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46277" y="2467747"/>
              <a:ext cx="527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C7110AA-A272-24FE-8858-C254E9C008B7}"/>
                    </a:ext>
                  </a:extLst>
                </p:cNvPr>
                <p:cNvSpPr txBox="1"/>
                <p:nvPr/>
              </p:nvSpPr>
              <p:spPr>
                <a:xfrm>
                  <a:off x="9625343" y="1603316"/>
                  <a:ext cx="448351" cy="389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C7110AA-A272-24FE-8858-C254E9C00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5343" y="1603316"/>
                  <a:ext cx="448351" cy="389896"/>
                </a:xfrm>
                <a:prstGeom prst="rect">
                  <a:avLst/>
                </a:prstGeom>
                <a:blipFill>
                  <a:blip r:embed="rId4"/>
                  <a:stretch>
                    <a:fillRect l="-5405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60576C80-811F-A5AC-D852-BB71AE00A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019" y="1817375"/>
              <a:ext cx="3970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BEAF4DFB-0FD6-B8C2-A162-A7DA3E583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020" y="2467746"/>
              <a:ext cx="3970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72C5B50-0159-6970-2C1A-41F734D5E313}"/>
                    </a:ext>
                  </a:extLst>
                </p:cNvPr>
                <p:cNvSpPr txBox="1"/>
                <p:nvPr/>
              </p:nvSpPr>
              <p:spPr>
                <a:xfrm>
                  <a:off x="10909081" y="1598657"/>
                  <a:ext cx="63207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72C5B50-0159-6970-2C1A-41F734D5E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081" y="1598657"/>
                  <a:ext cx="63207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582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D523A9B-6A13-3230-8980-107DF0CC658D}"/>
                    </a:ext>
                  </a:extLst>
                </p:cNvPr>
                <p:cNvSpPr txBox="1"/>
                <p:nvPr/>
              </p:nvSpPr>
              <p:spPr>
                <a:xfrm>
                  <a:off x="10909081" y="2272473"/>
                  <a:ext cx="63117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4D523A9B-6A13-3230-8980-107DF0CC6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081" y="2272473"/>
                  <a:ext cx="631174" cy="462434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6CA038E5-2275-D2BD-56CD-B2CDDD1CEFA9}"/>
                </a:ext>
              </a:extLst>
            </p:cNvPr>
            <p:cNvSpPr/>
            <p:nvPr/>
          </p:nvSpPr>
          <p:spPr>
            <a:xfrm rot="5400000">
              <a:off x="9549342" y="241978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C6A13C9-4902-88C0-8BD6-DDAC8E3210AB}"/>
                </a:ext>
              </a:extLst>
            </p:cNvPr>
            <p:cNvSpPr/>
            <p:nvPr/>
          </p:nvSpPr>
          <p:spPr>
            <a:xfrm flipV="1">
              <a:off x="10516569" y="241359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2B17AD05-FAF8-2DB0-BC4B-208B2950D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0088" y="3523722"/>
              <a:ext cx="7241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流程图: 延期 25">
              <a:extLst>
                <a:ext uri="{FF2B5EF4-FFF2-40B4-BE49-F238E27FC236}">
                  <a16:creationId xmlns:a16="http://schemas.microsoft.com/office/drawing/2014/main" id="{B02FCB8F-B378-4656-7478-AEDBF45591CE}"/>
                </a:ext>
              </a:extLst>
            </p:cNvPr>
            <p:cNvSpPr/>
            <p:nvPr/>
          </p:nvSpPr>
          <p:spPr>
            <a:xfrm>
              <a:off x="8315848" y="15430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" name="流程图: 延期 26">
              <a:extLst>
                <a:ext uri="{FF2B5EF4-FFF2-40B4-BE49-F238E27FC236}">
                  <a16:creationId xmlns:a16="http://schemas.microsoft.com/office/drawing/2014/main" id="{01A3B0AD-CF73-1E5C-109D-68552328504C}"/>
                </a:ext>
              </a:extLst>
            </p:cNvPr>
            <p:cNvSpPr/>
            <p:nvPr/>
          </p:nvSpPr>
          <p:spPr>
            <a:xfrm>
              <a:off x="8315847" y="324940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8" name="流程图: 延期 27">
              <a:extLst>
                <a:ext uri="{FF2B5EF4-FFF2-40B4-BE49-F238E27FC236}">
                  <a16:creationId xmlns:a16="http://schemas.microsoft.com/office/drawing/2014/main" id="{575FDD50-082C-F094-26FE-D6AFEF6FB373}"/>
                </a:ext>
              </a:extLst>
            </p:cNvPr>
            <p:cNvSpPr/>
            <p:nvPr/>
          </p:nvSpPr>
          <p:spPr>
            <a:xfrm>
              <a:off x="8315847" y="5196523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Arc 158">
              <a:extLst>
                <a:ext uri="{FF2B5EF4-FFF2-40B4-BE49-F238E27FC236}">
                  <a16:creationId xmlns:a16="http://schemas.microsoft.com/office/drawing/2014/main" id="{94F9B58F-8C97-7D28-E0F2-1679C3C1F78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073579" y="2006727"/>
              <a:ext cx="579434" cy="919252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Line 160">
              <a:extLst>
                <a:ext uri="{FF2B5EF4-FFF2-40B4-BE49-F238E27FC236}">
                  <a16:creationId xmlns:a16="http://schemas.microsoft.com/office/drawing/2014/main" id="{76AB203A-13FB-C1AD-BC4C-8866449B56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86396" y="2173525"/>
              <a:ext cx="283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Line 7">
              <a:extLst>
                <a:ext uri="{FF2B5EF4-FFF2-40B4-BE49-F238E27FC236}">
                  <a16:creationId xmlns:a16="http://schemas.microsoft.com/office/drawing/2014/main" id="{CFA0F6DA-76E2-7CC3-A96C-31544C750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6759" y="2308710"/>
              <a:ext cx="4180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8">
              <a:extLst>
                <a:ext uri="{FF2B5EF4-FFF2-40B4-BE49-F238E27FC236}">
                  <a16:creationId xmlns:a16="http://schemas.microsoft.com/office/drawing/2014/main" id="{11791199-3E3F-043F-CA16-5D4E59C14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66759" y="2594894"/>
              <a:ext cx="423666" cy="22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9">
              <a:extLst>
                <a:ext uri="{FF2B5EF4-FFF2-40B4-BE49-F238E27FC236}">
                  <a16:creationId xmlns:a16="http://schemas.microsoft.com/office/drawing/2014/main" id="{1C3C7450-A9CD-A7BB-8F7C-6ADF39E82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2614" y="2467234"/>
              <a:ext cx="3324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160">
              <a:extLst>
                <a:ext uri="{FF2B5EF4-FFF2-40B4-BE49-F238E27FC236}">
                  <a16:creationId xmlns:a16="http://schemas.microsoft.com/office/drawing/2014/main" id="{CBCFDB7C-AEB6-1F8F-DC51-79D1F89CB3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86396" y="2756071"/>
              <a:ext cx="283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Arc 156">
              <a:extLst>
                <a:ext uri="{FF2B5EF4-FFF2-40B4-BE49-F238E27FC236}">
                  <a16:creationId xmlns:a16="http://schemas.microsoft.com/office/drawing/2014/main" id="{CB360DAB-FCD8-8599-4122-3C6B15924B7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49166" y="2196317"/>
              <a:ext cx="427559" cy="55975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8" name="Arc 156">
              <a:extLst>
                <a:ext uri="{FF2B5EF4-FFF2-40B4-BE49-F238E27FC236}">
                  <a16:creationId xmlns:a16="http://schemas.microsoft.com/office/drawing/2014/main" id="{C10A526B-27EC-836D-9523-0B20C0A98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055" y="2174072"/>
              <a:ext cx="427559" cy="55975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83861DCA-F539-F6D6-1DB5-98694BA1995E}"/>
                    </a:ext>
                  </a:extLst>
                </p:cNvPr>
                <p:cNvSpPr/>
                <p:nvPr/>
              </p:nvSpPr>
              <p:spPr>
                <a:xfrm>
                  <a:off x="9574221" y="326194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FF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83861DCA-F539-F6D6-1DB5-98694BA199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221" y="3261948"/>
                  <a:ext cx="937799" cy="11639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015AAA9D-5F71-27E0-FF6D-A100DD28B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9681" y="4172913"/>
              <a:ext cx="38445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FDDFA015-CFB8-9CF9-D4E3-33799FFE930F}"/>
                    </a:ext>
                  </a:extLst>
                </p:cNvPr>
                <p:cNvSpPr txBox="1"/>
                <p:nvPr/>
              </p:nvSpPr>
              <p:spPr>
                <a:xfrm>
                  <a:off x="9625343" y="3308482"/>
                  <a:ext cx="448351" cy="389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FDDFA015-CFB8-9CF9-D4E3-33799FFE9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5343" y="3308482"/>
                  <a:ext cx="448351" cy="389896"/>
                </a:xfrm>
                <a:prstGeom prst="rect">
                  <a:avLst/>
                </a:prstGeom>
                <a:blipFill>
                  <a:blip r:embed="rId8"/>
                  <a:stretch>
                    <a:fillRect l="-5405" b="-1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82E44706-58BE-4C7D-B0D2-3F59478C8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020" y="3522541"/>
              <a:ext cx="3970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7554DBAC-CC3F-84F7-1E60-A9D778AD2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020" y="4172912"/>
              <a:ext cx="3970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D0F7EF8-9B24-6C7E-5AE9-6FAF8B5DA24C}"/>
                    </a:ext>
                  </a:extLst>
                </p:cNvPr>
                <p:cNvSpPr txBox="1"/>
                <p:nvPr/>
              </p:nvSpPr>
              <p:spPr>
                <a:xfrm>
                  <a:off x="10909081" y="3303823"/>
                  <a:ext cx="63207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6D0F7EF8-9B24-6C7E-5AE9-6FAF8B5DA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081" y="3303823"/>
                  <a:ext cx="632071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4854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C389975-B478-8BA5-E399-D9773F56DCF1}"/>
                    </a:ext>
                  </a:extLst>
                </p:cNvPr>
                <p:cNvSpPr txBox="1"/>
                <p:nvPr/>
              </p:nvSpPr>
              <p:spPr>
                <a:xfrm>
                  <a:off x="10909081" y="3977639"/>
                  <a:ext cx="63117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BC389975-B478-8BA5-E399-D9773F56D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081" y="3977639"/>
                  <a:ext cx="631174" cy="462434"/>
                </a:xfrm>
                <a:prstGeom prst="rect">
                  <a:avLst/>
                </a:prstGeom>
                <a:blipFill>
                  <a:blip r:embed="rId10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等腰三角形 68">
              <a:extLst>
                <a:ext uri="{FF2B5EF4-FFF2-40B4-BE49-F238E27FC236}">
                  <a16:creationId xmlns:a16="http://schemas.microsoft.com/office/drawing/2014/main" id="{1DD16CCA-3A50-D054-10DD-BE7F80362E95}"/>
                </a:ext>
              </a:extLst>
            </p:cNvPr>
            <p:cNvSpPr/>
            <p:nvPr/>
          </p:nvSpPr>
          <p:spPr>
            <a:xfrm rot="5400000">
              <a:off x="9549342" y="412495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DFC3C44-900F-9771-1056-DB7D4E3B744F}"/>
                </a:ext>
              </a:extLst>
            </p:cNvPr>
            <p:cNvSpPr/>
            <p:nvPr/>
          </p:nvSpPr>
          <p:spPr>
            <a:xfrm flipV="1">
              <a:off x="10516569" y="411875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002B8C4A-B2A8-2627-7F53-A24E053E79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8189005" y="3312701"/>
              <a:ext cx="17145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0AC41183-0C74-F2F0-E677-629AE11CC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9681" y="1688492"/>
              <a:ext cx="25861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B12D8EF3-BBF3-030E-4215-5CD8696F2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2310" y="1946255"/>
              <a:ext cx="6235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B442E36E-1DC2-E329-E272-B25BD1B06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3097" y="3404582"/>
              <a:ext cx="312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D3C396CF-7FA2-BCAB-600E-13B5A93BF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663536"/>
              <a:ext cx="22198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290815F5-F180-8F33-A537-FAC0A4154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2310" y="5353661"/>
              <a:ext cx="6235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010A6D0B-7671-0FDC-7641-6FE57B2A7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1452" y="5612615"/>
              <a:ext cx="22243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6E7104CF-F175-E65B-4F97-095D868F43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129389" y="3650553"/>
              <a:ext cx="39241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:a16="http://schemas.microsoft.com/office/drawing/2014/main" id="{B6AA9DDC-BB84-9A02-9610-8F49AD063FCC}"/>
                </a:ext>
              </a:extLst>
            </p:cNvPr>
            <p:cNvSpPr/>
            <p:nvPr/>
          </p:nvSpPr>
          <p:spPr>
            <a:xfrm rot="5400000">
              <a:off x="6645296" y="5338295"/>
              <a:ext cx="671117" cy="548639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4B632678-0A4D-52AC-7766-CE4FA58B370C}"/>
                </a:ext>
              </a:extLst>
            </p:cNvPr>
            <p:cNvSpPr/>
            <p:nvPr/>
          </p:nvSpPr>
          <p:spPr>
            <a:xfrm>
              <a:off x="7255174" y="5544525"/>
              <a:ext cx="124443" cy="12444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70293E6D-1A0E-D263-6038-626C11DFD5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976621" y="3650454"/>
              <a:ext cx="34313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811F7C4B-A94D-3F53-F0E0-B60AABD373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785171" y="1727002"/>
              <a:ext cx="11870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8A7B5377-E179-05CF-3BF2-57F9FA03BF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103497" y="2859979"/>
              <a:ext cx="5491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EF0DF515-8FEC-337C-E2B4-65E1C93C7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6758" y="3134575"/>
              <a:ext cx="43716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1F7CC258-7106-366B-6E80-FBA9389A82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540292" y="3328558"/>
              <a:ext cx="3722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5267DCC5-4C2A-8291-8830-BBA675D3A9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540114" y="2658685"/>
              <a:ext cx="3821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ED37A9F8-34EA-A581-9A8A-83DEF45A6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3097" y="2837061"/>
              <a:ext cx="27280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FCD6DB08-4D13-7654-4A40-C2BB7A7B00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712826" y="3120600"/>
              <a:ext cx="5906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8F50C094-239D-C3B3-BB6A-9EB19DE52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0088" y="5470842"/>
              <a:ext cx="2058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17661884-E849-68CD-C322-0F731609F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6759" y="1142999"/>
              <a:ext cx="43716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DC54EBA3-0CEA-B794-D7CC-3DCC415658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0392605" y="1476104"/>
              <a:ext cx="6668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61ED1F11-C32D-A582-DDF8-4813D27DD62F}"/>
                </a:ext>
              </a:extLst>
            </p:cNvPr>
            <p:cNvSpPr/>
            <p:nvPr/>
          </p:nvSpPr>
          <p:spPr>
            <a:xfrm>
              <a:off x="10672591" y="2408237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51A1DE9D-F37A-5E2D-4391-E41C640C74B6}"/>
                </a:ext>
              </a:extLst>
            </p:cNvPr>
            <p:cNvSpPr/>
            <p:nvPr/>
          </p:nvSpPr>
          <p:spPr>
            <a:xfrm>
              <a:off x="10668003" y="1758962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761690E6-331A-8F6F-7E7B-D15AA2B32451}"/>
                </a:ext>
              </a:extLst>
            </p:cNvPr>
            <p:cNvSpPr/>
            <p:nvPr/>
          </p:nvSpPr>
          <p:spPr>
            <a:xfrm>
              <a:off x="8987685" y="4113306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864B837C-7525-4938-B277-57A50C8CE802}"/>
                </a:ext>
              </a:extLst>
            </p:cNvPr>
            <p:cNvSpPr/>
            <p:nvPr/>
          </p:nvSpPr>
          <p:spPr>
            <a:xfrm>
              <a:off x="6031731" y="1629175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C18C7FE8-E3E5-C8BD-C37D-3A0A33E138DD}"/>
                </a:ext>
              </a:extLst>
            </p:cNvPr>
            <p:cNvSpPr/>
            <p:nvPr/>
          </p:nvSpPr>
          <p:spPr>
            <a:xfrm>
              <a:off x="6032922" y="3603567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25689B8B-F3FA-C0E1-4D23-5235F5ED0C56}"/>
                </a:ext>
              </a:extLst>
            </p:cNvPr>
            <p:cNvSpPr/>
            <p:nvPr/>
          </p:nvSpPr>
          <p:spPr>
            <a:xfrm>
              <a:off x="7634150" y="2405956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F7299156-4905-5D4D-698B-846DDB8AFCB2}"/>
                </a:ext>
              </a:extLst>
            </p:cNvPr>
            <p:cNvSpPr/>
            <p:nvPr/>
          </p:nvSpPr>
          <p:spPr>
            <a:xfrm>
              <a:off x="10668003" y="3463073"/>
              <a:ext cx="118628" cy="11862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1218FF34-61E4-0EF9-6843-24D6B20A90FF}"/>
                    </a:ext>
                  </a:extLst>
                </p:cNvPr>
                <p:cNvSpPr txBox="1"/>
                <p:nvPr/>
              </p:nvSpPr>
              <p:spPr>
                <a:xfrm>
                  <a:off x="5215564" y="3938757"/>
                  <a:ext cx="63117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1218FF34-61E4-0EF9-6843-24D6B20A90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564" y="3938757"/>
                  <a:ext cx="631174" cy="462434"/>
                </a:xfrm>
                <a:prstGeom prst="rect">
                  <a:avLst/>
                </a:prstGeom>
                <a:blipFill>
                  <a:blip r:embed="rId11"/>
                  <a:stretch>
                    <a:fillRect l="-19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B2095E7-1127-5BBC-564D-3990E33862CE}"/>
                    </a:ext>
                  </a:extLst>
                </p:cNvPr>
                <p:cNvSpPr txBox="1"/>
                <p:nvPr/>
              </p:nvSpPr>
              <p:spPr>
                <a:xfrm>
                  <a:off x="5215564" y="1457656"/>
                  <a:ext cx="6311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6B2095E7-1127-5BBC-564D-3990E3386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564" y="1457656"/>
                  <a:ext cx="631174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76BD3E0-D347-2200-5BF8-6CE7B45D45E9}"/>
                    </a:ext>
                  </a:extLst>
                </p:cNvPr>
                <p:cNvSpPr txBox="1"/>
                <p:nvPr/>
              </p:nvSpPr>
              <p:spPr>
                <a:xfrm>
                  <a:off x="9126246" y="1386066"/>
                  <a:ext cx="63207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A76BD3E0-D347-2200-5BF8-6CE7B45D4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6246" y="1386066"/>
                  <a:ext cx="632071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9F275C0-D3B1-01D7-FA9C-A7EC8D8F9088}"/>
                    </a:ext>
                  </a:extLst>
                </p:cNvPr>
                <p:cNvSpPr txBox="1"/>
                <p:nvPr/>
              </p:nvSpPr>
              <p:spPr>
                <a:xfrm>
                  <a:off x="9124812" y="3442863"/>
                  <a:ext cx="63207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9F275C0-D3B1-01D7-FA9C-A7EC8D8F9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4812" y="3442863"/>
                  <a:ext cx="632071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77CB5DC-D81E-437E-B630-614F619E62F3}"/>
                    </a:ext>
                  </a:extLst>
                </p:cNvPr>
                <p:cNvSpPr txBox="1"/>
                <p:nvPr/>
              </p:nvSpPr>
              <p:spPr>
                <a:xfrm>
                  <a:off x="10909080" y="5210816"/>
                  <a:ext cx="63117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77CB5DC-D81E-437E-B630-614F619E62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9080" y="5210816"/>
                  <a:ext cx="631174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EA207D11-86C0-EDEE-259F-2B9A405B17ED}"/>
                  </a:ext>
                </a:extLst>
              </p:cNvPr>
              <p:cNvSpPr txBox="1"/>
              <p:nvPr/>
            </p:nvSpPr>
            <p:spPr>
              <a:xfrm>
                <a:off x="360000" y="1548000"/>
                <a:ext cx="4127247" cy="4308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输出方程（米利型）：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EA207D11-86C0-EDEE-259F-2B9A405B1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48000"/>
                <a:ext cx="4127247" cy="4308680"/>
              </a:xfrm>
              <a:prstGeom prst="rect">
                <a:avLst/>
              </a:prstGeom>
              <a:blipFill>
                <a:blip r:embed="rId16"/>
                <a:stretch>
                  <a:fillRect t="-2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370EC71-1730-86F7-9934-D3B3E892ADA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02FE9D0D-7855-A64F-8F1C-97A72AF378B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9805D713-528A-9FE5-A1FF-52AED8CF831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BAC95BD1-4A6B-24FB-5B62-58A560BA7B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DEBC606E-37EE-C161-8871-4DDC571614B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61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B161-3707-E875-364C-58BAEFF4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F346C2-90AF-6B53-2634-AA4225C639F3}"/>
              </a:ext>
            </a:extLst>
          </p:cNvPr>
          <p:cNvSpPr txBox="1"/>
          <p:nvPr/>
        </p:nvSpPr>
        <p:spPr>
          <a:xfrm>
            <a:off x="360000" y="828000"/>
            <a:ext cx="328671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9B2D868D-7099-3A5B-0546-3C9EC201906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93A05BED-713F-AC94-43DC-7EACFCF2CBB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6DE877ED-E040-1CF6-9FFE-CBC7679BB38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7907F6F1-B019-3C53-063F-4FE66DEAF3D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EFE02FD2-E461-73AA-F36D-D9081AAA06B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1C1E54DA-FAC7-C302-A713-FC1EAB08C1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9356709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8028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80289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1C1E54DA-FAC7-C302-A713-FC1EAB08C1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9356709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52793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51" t="-581" r="-201053" b="-21395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75" t="-1149" r="-526" b="-5206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060" t="-103529" r="-102473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8258" t="-103529" r="-1045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35071E6-E867-6483-D794-4F0CFD6B3FDB}"/>
                  </a:ext>
                </a:extLst>
              </p:cNvPr>
              <p:cNvSpPr txBox="1"/>
              <p:nvPr/>
            </p:nvSpPr>
            <p:spPr>
              <a:xfrm>
                <a:off x="360000" y="1548000"/>
                <a:ext cx="4354953" cy="4308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b="0" i="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输出方程（米利型）：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35071E6-E867-6483-D794-4F0CFD6B3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48000"/>
                <a:ext cx="4354953" cy="4308680"/>
              </a:xfrm>
              <a:prstGeom prst="rect">
                <a:avLst/>
              </a:prstGeom>
              <a:blipFill>
                <a:blip r:embed="rId4"/>
                <a:stretch>
                  <a:fillRect t="-2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4E2B9AD2-32AA-A327-479C-F3D65B21C9B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98510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24F3-C052-F168-B561-9C1E1DC1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498CF-AC82-4429-1BC2-BCEC2CA78AD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AD6723-E328-2C83-57C2-5965A3B98C0C}"/>
              </a:ext>
            </a:extLst>
          </p:cNvPr>
          <p:cNvSpPr txBox="1"/>
          <p:nvPr/>
        </p:nvSpPr>
        <p:spPr>
          <a:xfrm>
            <a:off x="360000" y="828000"/>
            <a:ext cx="400210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状态表、状态图：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0E59329-E2AF-3DBB-FA2E-832F39A79D9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48BF36F7-8E65-6262-3BBF-42D465566A3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FB2F2C59-3739-BA0D-7F1A-B25B9F2C0F1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A6BAB27F-DB5C-1A42-AB9F-A48E3E31096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CE976DD6-B80A-E0B3-6635-B18742B7C36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2D4520F-B79E-3E03-88E0-BEE69027CD75}"/>
              </a:ext>
            </a:extLst>
          </p:cNvPr>
          <p:cNvGrpSpPr/>
          <p:nvPr/>
        </p:nvGrpSpPr>
        <p:grpSpPr>
          <a:xfrm>
            <a:off x="604394" y="1548000"/>
            <a:ext cx="4412223" cy="4635847"/>
            <a:chOff x="500699" y="1492843"/>
            <a:chExt cx="4412223" cy="4635847"/>
          </a:xfrm>
        </p:grpSpPr>
        <p:sp>
          <p:nvSpPr>
            <p:cNvPr id="5" name="Rectangle 48">
              <a:extLst>
                <a:ext uri="{FF2B5EF4-FFF2-40B4-BE49-F238E27FC236}">
                  <a16:creationId xmlns:a16="http://schemas.microsoft.com/office/drawing/2014/main" id="{153FE5FA-2F5F-3120-240F-7FB7A8C08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308" y="2404414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0/0</a:t>
              </a:r>
            </a:p>
          </p:txBody>
        </p:sp>
        <p:sp>
          <p:nvSpPr>
            <p:cNvPr id="6" name="Rectangle 49">
              <a:extLst>
                <a:ext uri="{FF2B5EF4-FFF2-40B4-BE49-F238E27FC236}">
                  <a16:creationId xmlns:a16="http://schemas.microsoft.com/office/drawing/2014/main" id="{45DDB508-DBC4-23FB-AE7A-23F4A6A61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407" y="4463402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7" name="Rectangle 50">
              <a:extLst>
                <a:ext uri="{FF2B5EF4-FFF2-40B4-BE49-F238E27FC236}">
                  <a16:creationId xmlns:a16="http://schemas.microsoft.com/office/drawing/2014/main" id="{6FDEF4FF-FF56-F658-99DE-E32E72431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558" y="3085452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8" name="Rectangle 51">
              <a:extLst>
                <a:ext uri="{FF2B5EF4-FFF2-40B4-BE49-F238E27FC236}">
                  <a16:creationId xmlns:a16="http://schemas.microsoft.com/office/drawing/2014/main" id="{D1ED306D-739C-9D54-BF8D-39AB1A3D1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184" y="2421877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9" name="Rectangle 52">
              <a:extLst>
                <a:ext uri="{FF2B5EF4-FFF2-40B4-BE49-F238E27FC236}">
                  <a16:creationId xmlns:a16="http://schemas.microsoft.com/office/drawing/2014/main" id="{272CD5E7-1237-4BFD-1221-F6E5E8A0F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808" y="4463402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C051E886-B5B8-7962-4EEE-B02BF900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421" y="5398439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1/0</a:t>
              </a:r>
            </a:p>
          </p:txBody>
        </p:sp>
        <p:sp>
          <p:nvSpPr>
            <p:cNvPr id="11" name="Line 54">
              <a:extLst>
                <a:ext uri="{FF2B5EF4-FFF2-40B4-BE49-F238E27FC236}">
                  <a16:creationId xmlns:a16="http://schemas.microsoft.com/office/drawing/2014/main" id="{15071676-74E8-CB76-321B-18D503528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4808" y="3696639"/>
              <a:ext cx="1914526" cy="18430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55">
              <a:extLst>
                <a:ext uri="{FF2B5EF4-FFF2-40B4-BE49-F238E27FC236}">
                  <a16:creationId xmlns:a16="http://schemas.microsoft.com/office/drawing/2014/main" id="{F6F09603-9E3E-577D-2580-5A834DA1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208" y="4253852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0/1</a:t>
              </a:r>
            </a:p>
          </p:txBody>
        </p:sp>
        <p:sp>
          <p:nvSpPr>
            <p:cNvPr id="13" name="Rectangle 56">
              <a:extLst>
                <a:ext uri="{FF2B5EF4-FFF2-40B4-BE49-F238E27FC236}">
                  <a16:creationId xmlns:a16="http://schemas.microsoft.com/office/drawing/2014/main" id="{E7FB7D93-B019-5316-DA41-2786252A1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7922" y="4418952"/>
              <a:ext cx="6350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1/0</a:t>
              </a:r>
            </a:p>
          </p:txBody>
        </p:sp>
        <p:grpSp>
          <p:nvGrpSpPr>
            <p:cNvPr id="14" name="Group 57">
              <a:extLst>
                <a:ext uri="{FF2B5EF4-FFF2-40B4-BE49-F238E27FC236}">
                  <a16:creationId xmlns:a16="http://schemas.microsoft.com/office/drawing/2014/main" id="{90DC8C92-4CD9-3A30-D344-88DB6F9D8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970" y="5444477"/>
              <a:ext cx="684213" cy="684213"/>
              <a:chOff x="3152" y="3453"/>
              <a:chExt cx="431" cy="431"/>
            </a:xfrm>
          </p:grpSpPr>
          <p:sp>
            <p:nvSpPr>
              <p:cNvPr id="31" name="Oval 58">
                <a:extLst>
                  <a:ext uri="{FF2B5EF4-FFF2-40B4-BE49-F238E27FC236}">
                    <a16:creationId xmlns:a16="http://schemas.microsoft.com/office/drawing/2014/main" id="{DB0407C3-7C7C-7F32-E600-4D8E2978D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22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Text Box 59">
                <a:extLst>
                  <a:ext uri="{FF2B5EF4-FFF2-40B4-BE49-F238E27FC236}">
                    <a16:creationId xmlns:a16="http://schemas.microsoft.com/office/drawing/2014/main" id="{D55B295C-749C-4D40-5162-1C022D9B22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1" y="3546"/>
                <a:ext cx="33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</p:grpSp>
        <p:grpSp>
          <p:nvGrpSpPr>
            <p:cNvPr id="15" name="Group 60">
              <a:extLst>
                <a:ext uri="{FF2B5EF4-FFF2-40B4-BE49-F238E27FC236}">
                  <a16:creationId xmlns:a16="http://schemas.microsoft.com/office/drawing/2014/main" id="{4DF7E041-B5E3-0E26-2AFC-96BE6F665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4871" y="3141014"/>
              <a:ext cx="684213" cy="684213"/>
              <a:chOff x="3152" y="3453"/>
              <a:chExt cx="431" cy="431"/>
            </a:xfrm>
          </p:grpSpPr>
          <p:sp>
            <p:nvSpPr>
              <p:cNvPr id="29" name="Oval 61">
                <a:extLst>
                  <a:ext uri="{FF2B5EF4-FFF2-40B4-BE49-F238E27FC236}">
                    <a16:creationId xmlns:a16="http://schemas.microsoft.com/office/drawing/2014/main" id="{FFA07749-7716-1288-5643-D2AD3D318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22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Text Box 62">
                <a:extLst>
                  <a:ext uri="{FF2B5EF4-FFF2-40B4-BE49-F238E27FC236}">
                    <a16:creationId xmlns:a16="http://schemas.microsoft.com/office/drawing/2014/main" id="{3B195AF6-4345-CFC9-89FF-DE6C39AD4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" y="3534"/>
                <a:ext cx="33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</p:grpSp>
        <p:grpSp>
          <p:nvGrpSpPr>
            <p:cNvPr id="16" name="Group 63">
              <a:extLst>
                <a:ext uri="{FF2B5EF4-FFF2-40B4-BE49-F238E27FC236}">
                  <a16:creationId xmlns:a16="http://schemas.microsoft.com/office/drawing/2014/main" id="{1A0DA6CF-322E-C90F-D53B-9DFF4118BB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8382" y="3141014"/>
              <a:ext cx="684213" cy="684213"/>
              <a:chOff x="3152" y="3453"/>
              <a:chExt cx="431" cy="431"/>
            </a:xfrm>
          </p:grpSpPr>
          <p:sp>
            <p:nvSpPr>
              <p:cNvPr id="27" name="Oval 64">
                <a:extLst>
                  <a:ext uri="{FF2B5EF4-FFF2-40B4-BE49-F238E27FC236}">
                    <a16:creationId xmlns:a16="http://schemas.microsoft.com/office/drawing/2014/main" id="{43C9D927-7A2C-0DF1-1B3D-6B9E49E6E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22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65">
                <a:extLst>
                  <a:ext uri="{FF2B5EF4-FFF2-40B4-BE49-F238E27FC236}">
                    <a16:creationId xmlns:a16="http://schemas.microsoft.com/office/drawing/2014/main" id="{674C62EF-2065-0FD3-8201-91E5CF9DE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4" y="3532"/>
                <a:ext cx="33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</p:grpSp>
        <p:grpSp>
          <p:nvGrpSpPr>
            <p:cNvPr id="17" name="Group 66">
              <a:extLst>
                <a:ext uri="{FF2B5EF4-FFF2-40B4-BE49-F238E27FC236}">
                  <a16:creationId xmlns:a16="http://schemas.microsoft.com/office/drawing/2014/main" id="{962965CA-3469-4FE7-D49B-130568E11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4871" y="5444477"/>
              <a:ext cx="684213" cy="684213"/>
              <a:chOff x="3152" y="3453"/>
              <a:chExt cx="431" cy="431"/>
            </a:xfrm>
          </p:grpSpPr>
          <p:sp>
            <p:nvSpPr>
              <p:cNvPr id="25" name="Oval 67">
                <a:extLst>
                  <a:ext uri="{FF2B5EF4-FFF2-40B4-BE49-F238E27FC236}">
                    <a16:creationId xmlns:a16="http://schemas.microsoft.com/office/drawing/2014/main" id="{288480CA-6447-7E68-3C1A-28FA3F37E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" y="3453"/>
                <a:ext cx="431" cy="43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2200" b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Text Box 68">
                <a:extLst>
                  <a:ext uri="{FF2B5EF4-FFF2-40B4-BE49-F238E27FC236}">
                    <a16:creationId xmlns:a16="http://schemas.microsoft.com/office/drawing/2014/main" id="{B32BB2F3-4313-1CF1-D951-B487349963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2" y="3544"/>
                <a:ext cx="33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200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</p:grpSp>
        <p:sp>
          <p:nvSpPr>
            <p:cNvPr id="18" name="Line 69">
              <a:extLst>
                <a:ext uri="{FF2B5EF4-FFF2-40B4-BE49-F238E27FC236}">
                  <a16:creationId xmlns:a16="http://schemas.microsoft.com/office/drawing/2014/main" id="{78483BB7-FB8F-56AD-5E9E-92CFD9F7B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595" y="5804839"/>
              <a:ext cx="1692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70">
              <a:extLst>
                <a:ext uri="{FF2B5EF4-FFF2-40B4-BE49-F238E27FC236}">
                  <a16:creationId xmlns:a16="http://schemas.microsoft.com/office/drawing/2014/main" id="{A76ED28E-0567-E0B8-40BA-17CFCBB90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8722" y="3825227"/>
              <a:ext cx="0" cy="16192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1">
              <a:extLst>
                <a:ext uri="{FF2B5EF4-FFF2-40B4-BE49-F238E27FC236}">
                  <a16:creationId xmlns:a16="http://schemas.microsoft.com/office/drawing/2014/main" id="{3E89EC55-F11A-0DD0-D32C-B96A882B6F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12595" y="3499789"/>
              <a:ext cx="1692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Arc 72">
              <a:extLst>
                <a:ext uri="{FF2B5EF4-FFF2-40B4-BE49-F238E27FC236}">
                  <a16:creationId xmlns:a16="http://schemas.microsoft.com/office/drawing/2014/main" id="{41FDBC75-3185-BBB2-F4CF-BD4C799DC762}"/>
                </a:ext>
              </a:extLst>
            </p:cNvPr>
            <p:cNvSpPr>
              <a:spLocks/>
            </p:cNvSpPr>
            <p:nvPr/>
          </p:nvSpPr>
          <p:spPr bwMode="auto">
            <a:xfrm rot="11803202">
              <a:off x="4189022" y="2671114"/>
              <a:ext cx="685800" cy="563563"/>
            </a:xfrm>
            <a:custGeom>
              <a:avLst/>
              <a:gdLst>
                <a:gd name="T0" fmla="*/ 0 w 43200"/>
                <a:gd name="T1" fmla="*/ 0 h 39708"/>
                <a:gd name="T2" fmla="*/ 0 w 43200"/>
                <a:gd name="T3" fmla="*/ 0 h 39708"/>
                <a:gd name="T4" fmla="*/ 0 w 43200"/>
                <a:gd name="T5" fmla="*/ 0 h 3970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708"/>
                <a:gd name="T11" fmla="*/ 43200 w 43200"/>
                <a:gd name="T12" fmla="*/ 39708 h 397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708" fill="none" extrusionOk="0">
                  <a:moveTo>
                    <a:pt x="34313" y="646"/>
                  </a:moveTo>
                  <a:cubicBezTo>
                    <a:pt x="39897" y="4711"/>
                    <a:pt x="43200" y="11201"/>
                    <a:pt x="43200" y="18108"/>
                  </a:cubicBezTo>
                  <a:cubicBezTo>
                    <a:pt x="43200" y="30037"/>
                    <a:pt x="33529" y="39708"/>
                    <a:pt x="21600" y="39708"/>
                  </a:cubicBezTo>
                  <a:cubicBezTo>
                    <a:pt x="9670" y="39708"/>
                    <a:pt x="0" y="30037"/>
                    <a:pt x="0" y="18108"/>
                  </a:cubicBezTo>
                  <a:cubicBezTo>
                    <a:pt x="-1" y="10798"/>
                    <a:pt x="3696" y="3984"/>
                    <a:pt x="9824" y="-1"/>
                  </a:cubicBezTo>
                </a:path>
                <a:path w="43200" h="39708" stroke="0" extrusionOk="0">
                  <a:moveTo>
                    <a:pt x="34313" y="646"/>
                  </a:moveTo>
                  <a:cubicBezTo>
                    <a:pt x="39897" y="4711"/>
                    <a:pt x="43200" y="11201"/>
                    <a:pt x="43200" y="18108"/>
                  </a:cubicBezTo>
                  <a:cubicBezTo>
                    <a:pt x="43200" y="30037"/>
                    <a:pt x="33529" y="39708"/>
                    <a:pt x="21600" y="39708"/>
                  </a:cubicBezTo>
                  <a:cubicBezTo>
                    <a:pt x="9670" y="39708"/>
                    <a:pt x="0" y="30037"/>
                    <a:pt x="0" y="18108"/>
                  </a:cubicBezTo>
                  <a:cubicBezTo>
                    <a:pt x="-1" y="10798"/>
                    <a:pt x="3696" y="3984"/>
                    <a:pt x="9824" y="-1"/>
                  </a:cubicBezTo>
                  <a:lnTo>
                    <a:pt x="21600" y="18108"/>
                  </a:lnTo>
                  <a:lnTo>
                    <a:pt x="34313" y="64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Arc 73">
              <a:extLst>
                <a:ext uri="{FF2B5EF4-FFF2-40B4-BE49-F238E27FC236}">
                  <a16:creationId xmlns:a16="http://schemas.microsoft.com/office/drawing/2014/main" id="{2EEF64A4-E416-CB12-E0ED-8747398562B3}"/>
                </a:ext>
              </a:extLst>
            </p:cNvPr>
            <p:cNvSpPr>
              <a:spLocks/>
            </p:cNvSpPr>
            <p:nvPr/>
          </p:nvSpPr>
          <p:spPr bwMode="auto">
            <a:xfrm rot="9417499">
              <a:off x="1410895" y="2672702"/>
              <a:ext cx="685800" cy="558800"/>
            </a:xfrm>
            <a:custGeom>
              <a:avLst/>
              <a:gdLst>
                <a:gd name="T0" fmla="*/ 0 w 43200"/>
                <a:gd name="T1" fmla="*/ 0 h 39400"/>
                <a:gd name="T2" fmla="*/ 0 w 43200"/>
                <a:gd name="T3" fmla="*/ 0 h 39400"/>
                <a:gd name="T4" fmla="*/ 0 w 43200"/>
                <a:gd name="T5" fmla="*/ 0 h 394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39400"/>
                <a:gd name="T11" fmla="*/ 43200 w 43200"/>
                <a:gd name="T12" fmla="*/ 39400 h 39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9400" fill="none" extrusionOk="0">
                  <a:moveTo>
                    <a:pt x="34313" y="338"/>
                  </a:moveTo>
                  <a:cubicBezTo>
                    <a:pt x="39897" y="4403"/>
                    <a:pt x="43200" y="10893"/>
                    <a:pt x="43200" y="17800"/>
                  </a:cubicBezTo>
                  <a:cubicBezTo>
                    <a:pt x="43200" y="29729"/>
                    <a:pt x="33529" y="39400"/>
                    <a:pt x="21600" y="39400"/>
                  </a:cubicBezTo>
                  <a:cubicBezTo>
                    <a:pt x="9670" y="39400"/>
                    <a:pt x="0" y="29729"/>
                    <a:pt x="0" y="17800"/>
                  </a:cubicBezTo>
                  <a:cubicBezTo>
                    <a:pt x="-1" y="10686"/>
                    <a:pt x="3502" y="4028"/>
                    <a:pt x="9364" y="-1"/>
                  </a:cubicBezTo>
                </a:path>
                <a:path w="43200" h="39400" stroke="0" extrusionOk="0">
                  <a:moveTo>
                    <a:pt x="34313" y="338"/>
                  </a:moveTo>
                  <a:cubicBezTo>
                    <a:pt x="39897" y="4403"/>
                    <a:pt x="43200" y="10893"/>
                    <a:pt x="43200" y="17800"/>
                  </a:cubicBezTo>
                  <a:cubicBezTo>
                    <a:pt x="43200" y="29729"/>
                    <a:pt x="33529" y="39400"/>
                    <a:pt x="21600" y="39400"/>
                  </a:cubicBezTo>
                  <a:cubicBezTo>
                    <a:pt x="9670" y="39400"/>
                    <a:pt x="0" y="29729"/>
                    <a:pt x="0" y="17800"/>
                  </a:cubicBezTo>
                  <a:cubicBezTo>
                    <a:pt x="-1" y="10686"/>
                    <a:pt x="3502" y="4028"/>
                    <a:pt x="9364" y="-1"/>
                  </a:cubicBezTo>
                  <a:lnTo>
                    <a:pt x="21600" y="17800"/>
                  </a:lnTo>
                  <a:lnTo>
                    <a:pt x="34313" y="33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Arc 75">
              <a:extLst>
                <a:ext uri="{FF2B5EF4-FFF2-40B4-BE49-F238E27FC236}">
                  <a16:creationId xmlns:a16="http://schemas.microsoft.com/office/drawing/2014/main" id="{EFD4AE59-C815-C2D3-9762-8403BF2791C7}"/>
                </a:ext>
              </a:extLst>
            </p:cNvPr>
            <p:cNvSpPr>
              <a:spLocks/>
            </p:cNvSpPr>
            <p:nvPr/>
          </p:nvSpPr>
          <p:spPr bwMode="auto">
            <a:xfrm rot="5400000" flipH="1">
              <a:off x="963220" y="4490389"/>
              <a:ext cx="1692275" cy="288925"/>
            </a:xfrm>
            <a:custGeom>
              <a:avLst/>
              <a:gdLst>
                <a:gd name="T0" fmla="*/ 0 w 38317"/>
                <a:gd name="T1" fmla="*/ 0 h 21600"/>
                <a:gd name="T2" fmla="*/ 0 w 38317"/>
                <a:gd name="T3" fmla="*/ 0 h 21600"/>
                <a:gd name="T4" fmla="*/ 0 w 38317"/>
                <a:gd name="T5" fmla="*/ 0 h 21600"/>
                <a:gd name="T6" fmla="*/ 0 60000 65536"/>
                <a:gd name="T7" fmla="*/ 0 60000 65536"/>
                <a:gd name="T8" fmla="*/ 0 60000 65536"/>
                <a:gd name="T9" fmla="*/ 0 w 38317"/>
                <a:gd name="T10" fmla="*/ 0 h 21600"/>
                <a:gd name="T11" fmla="*/ 38317 w 3831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317" h="21600" fill="none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</a:path>
                <a:path w="38317" h="21600" stroke="0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  <a:lnTo>
                    <a:pt x="19288" y="0"/>
                  </a:lnTo>
                  <a:lnTo>
                    <a:pt x="38316" y="1022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03327C0-7075-3DF3-E6B7-B40B53564AF8}"/>
                </a:ext>
              </a:extLst>
            </p:cNvPr>
            <p:cNvGrpSpPr/>
            <p:nvPr/>
          </p:nvGrpSpPr>
          <p:grpSpPr>
            <a:xfrm>
              <a:off x="500699" y="1492843"/>
              <a:ext cx="1839340" cy="821083"/>
              <a:chOff x="1586291" y="1728260"/>
              <a:chExt cx="1555642" cy="69443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B7752C7-5759-93DD-2BCF-770E854C1B77}"/>
                  </a:ext>
                </a:extLst>
              </p:cNvPr>
              <p:cNvSpPr/>
              <p:nvPr/>
            </p:nvSpPr>
            <p:spPr>
              <a:xfrm>
                <a:off x="1586291" y="1764548"/>
                <a:ext cx="658150" cy="65815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F498A86-045A-0032-E26E-E92EA8A4B23C}"/>
                      </a:ext>
                    </a:extLst>
                  </p:cNvPr>
                  <p:cNvSpPr txBox="1"/>
                  <p:nvPr/>
                </p:nvSpPr>
                <p:spPr>
                  <a:xfrm>
                    <a:off x="1748288" y="1891194"/>
                    <a:ext cx="458982" cy="42503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2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6F498A86-045A-0032-E26E-E92EA8A4B2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8288" y="1891194"/>
                    <a:ext cx="458982" cy="42503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9326" r="-101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A70E729D-7E1B-465D-520A-B2A3E7A1F3C3}"/>
                  </a:ext>
                </a:extLst>
              </p:cNvPr>
              <p:cNvCxnSpPr>
                <a:cxnSpLocks/>
                <a:stCxn id="34" idx="6"/>
              </p:cNvCxnSpPr>
              <p:nvPr/>
            </p:nvCxnSpPr>
            <p:spPr>
              <a:xfrm>
                <a:off x="2244441" y="2093623"/>
                <a:ext cx="897492" cy="100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 Box 49">
                    <a:extLst>
                      <a:ext uri="{FF2B5EF4-FFF2-40B4-BE49-F238E27FC236}">
                        <a16:creationId xmlns:a16="http://schemas.microsoft.com/office/drawing/2014/main" id="{1596142A-595E-C45E-AD9E-DAB37BEDEC8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6948" y="1728260"/>
                    <a:ext cx="678325" cy="4918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200" b="0" i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oMath>
                      </m:oMathPara>
                    </a14:m>
                    <a:endParaRPr lang="zh-CN" altLang="en-US" sz="22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 Box 49">
                    <a:extLst>
                      <a:ext uri="{FF2B5EF4-FFF2-40B4-BE49-F238E27FC236}">
                        <a16:creationId xmlns:a16="http://schemas.microsoft.com/office/drawing/2014/main" id="{1596142A-595E-C45E-AD9E-DAB37BEDE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306948" y="1728260"/>
                    <a:ext cx="678325" cy="49182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Arc 75">
              <a:extLst>
                <a:ext uri="{FF2B5EF4-FFF2-40B4-BE49-F238E27FC236}">
                  <a16:creationId xmlns:a16="http://schemas.microsoft.com/office/drawing/2014/main" id="{07CF6C3A-C4EB-A633-80EF-F95CDF30180C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278504" y="4502617"/>
              <a:ext cx="1692275" cy="288925"/>
            </a:xfrm>
            <a:custGeom>
              <a:avLst/>
              <a:gdLst>
                <a:gd name="T0" fmla="*/ 0 w 38317"/>
                <a:gd name="T1" fmla="*/ 0 h 21600"/>
                <a:gd name="T2" fmla="*/ 0 w 38317"/>
                <a:gd name="T3" fmla="*/ 0 h 21600"/>
                <a:gd name="T4" fmla="*/ 0 w 38317"/>
                <a:gd name="T5" fmla="*/ 0 h 21600"/>
                <a:gd name="T6" fmla="*/ 0 60000 65536"/>
                <a:gd name="T7" fmla="*/ 0 60000 65536"/>
                <a:gd name="T8" fmla="*/ 0 60000 65536"/>
                <a:gd name="T9" fmla="*/ 0 w 38317"/>
                <a:gd name="T10" fmla="*/ 0 h 21600"/>
                <a:gd name="T11" fmla="*/ 38317 w 3831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317" h="21600" fill="none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</a:path>
                <a:path w="38317" h="21600" stroke="0" extrusionOk="0">
                  <a:moveTo>
                    <a:pt x="38316" y="10220"/>
                  </a:moveTo>
                  <a:cubicBezTo>
                    <a:pt x="34552" y="17228"/>
                    <a:pt x="27242" y="21599"/>
                    <a:pt x="19288" y="21600"/>
                  </a:cubicBezTo>
                  <a:cubicBezTo>
                    <a:pt x="11131" y="21600"/>
                    <a:pt x="3671" y="17005"/>
                    <a:pt x="0" y="9722"/>
                  </a:cubicBezTo>
                  <a:lnTo>
                    <a:pt x="19288" y="0"/>
                  </a:lnTo>
                  <a:lnTo>
                    <a:pt x="38316" y="1022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E70F09D-BC4A-2616-D91E-98442C124426}"/>
                  </a:ext>
                </a:extLst>
              </p:cNvPr>
              <p:cNvSpPr txBox="1"/>
              <p:nvPr/>
            </p:nvSpPr>
            <p:spPr>
              <a:xfrm>
                <a:off x="6480000" y="4680000"/>
                <a:ext cx="3919253" cy="1815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E70F09D-BC4A-2616-D91E-98442C12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4680000"/>
                <a:ext cx="3919253" cy="18154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52DEDFE-3008-6690-85DF-ACB8D949E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545906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8028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80289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752DEDFE-3008-6690-85DF-ACB8D949E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3545906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52793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51" t="-581" r="-201053" b="-21395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0175" t="-1149" r="-526" b="-5206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1060" t="-103529" r="-102473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8258" t="-103529" r="-1045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9741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446B-AF70-843F-B719-D6B95517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8AD038-9496-21C3-2817-DBDBEF1E4D72}"/>
              </a:ext>
            </a:extLst>
          </p:cNvPr>
          <p:cNvSpPr txBox="1"/>
          <p:nvPr/>
        </p:nvSpPr>
        <p:spPr>
          <a:xfrm>
            <a:off x="360000" y="828000"/>
            <a:ext cx="4002101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kumimoji="1"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表、时序图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5583E4D-2619-55BD-A621-5A359203000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D0A17FB-0FCD-E9B2-76AD-A608A7A534E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0" name="箭头: 五边形 119">
                <a:extLst>
                  <a:ext uri="{FF2B5EF4-FFF2-40B4-BE49-F238E27FC236}">
                    <a16:creationId xmlns:a16="http://schemas.microsoft.com/office/drawing/2014/main" id="{1EA51967-6BBD-3722-C0EC-C6303FA4D0D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箭头: V 形 120">
                <a:extLst>
                  <a:ext uri="{FF2B5EF4-FFF2-40B4-BE49-F238E27FC236}">
                    <a16:creationId xmlns:a16="http://schemas.microsoft.com/office/drawing/2014/main" id="{9ED3ADD2-3EBF-0275-0701-491CBA0C1F3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灯片编号占位符 3">
              <a:extLst>
                <a:ext uri="{FF2B5EF4-FFF2-40B4-BE49-F238E27FC236}">
                  <a16:creationId xmlns:a16="http://schemas.microsoft.com/office/drawing/2014/main" id="{2F8F689F-A142-6164-7891-2E477FED5C4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D10CBEB5-3875-EA36-FF61-B95031606354}"/>
                  </a:ext>
                </a:extLst>
              </p:cNvPr>
              <p:cNvSpPr txBox="1"/>
              <p:nvPr/>
            </p:nvSpPr>
            <p:spPr>
              <a:xfrm>
                <a:off x="6480000" y="4680000"/>
                <a:ext cx="3919253" cy="1820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</m:t>
                        </m:r>
                      </m:e>
                    </m:acc>
                    <m:d>
                      <m:d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D10CBEB5-3875-EA36-FF61-B95031606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00" y="4680000"/>
                <a:ext cx="3919253" cy="1820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9258A30-7597-EB79-BB4C-51AA67F9A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1295302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8028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80289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39258A30-7597-EB79-BB4C-51AA67F9A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1295302"/>
                  </p:ext>
                </p:extLst>
              </p:nvPr>
            </p:nvGraphicFramePr>
            <p:xfrm>
              <a:off x="6480000" y="1224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52793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51" t="-581" r="-201053" b="-21395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175" t="-1149" r="-526" b="-5206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060" t="-103529" r="-102473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8258" t="-103529" r="-1045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8066B47D-3E88-ADAC-EE05-90E6FB4D2EB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时序逻辑电路功能的表达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grpSp>
        <p:nvGrpSpPr>
          <p:cNvPr id="281" name="组合 280">
            <a:extLst>
              <a:ext uri="{FF2B5EF4-FFF2-40B4-BE49-F238E27FC236}">
                <a16:creationId xmlns:a16="http://schemas.microsoft.com/office/drawing/2014/main" id="{98C5E4A3-30FC-24AE-ADDA-06E495BD611D}"/>
              </a:ext>
            </a:extLst>
          </p:cNvPr>
          <p:cNvGrpSpPr/>
          <p:nvPr/>
        </p:nvGrpSpPr>
        <p:grpSpPr>
          <a:xfrm>
            <a:off x="604800" y="1800942"/>
            <a:ext cx="4565781" cy="3857090"/>
            <a:chOff x="604800" y="1800942"/>
            <a:chExt cx="4565781" cy="38570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 Box 98">
                  <a:extLst>
                    <a:ext uri="{FF2B5EF4-FFF2-40B4-BE49-F238E27FC236}">
                      <a16:creationId xmlns:a16="http://schemas.microsoft.com/office/drawing/2014/main" id="{1CDA6934-C8F8-87AE-D6AC-5F06048F52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" y="1936553"/>
                  <a:ext cx="475833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Text Box 98">
                  <a:extLst>
                    <a:ext uri="{FF2B5EF4-FFF2-40B4-BE49-F238E27FC236}">
                      <a16:creationId xmlns:a16="http://schemas.microsoft.com/office/drawing/2014/main" id="{1CDA6934-C8F8-87AE-D6AC-5F06048F5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00" y="1936553"/>
                  <a:ext cx="475833" cy="5355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 Box 98">
                  <a:extLst>
                    <a:ext uri="{FF2B5EF4-FFF2-40B4-BE49-F238E27FC236}">
                      <a16:creationId xmlns:a16="http://schemas.microsoft.com/office/drawing/2014/main" id="{997EDD36-8D84-482A-D216-59B29EA603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" y="2733876"/>
                  <a:ext cx="475833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Text Box 98">
                  <a:extLst>
                    <a:ext uri="{FF2B5EF4-FFF2-40B4-BE49-F238E27FC236}">
                      <a16:creationId xmlns:a16="http://schemas.microsoft.com/office/drawing/2014/main" id="{997EDD36-8D84-482A-D216-59B29EA60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00" y="2733876"/>
                  <a:ext cx="475833" cy="5355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 Box 98">
                  <a:extLst>
                    <a:ext uri="{FF2B5EF4-FFF2-40B4-BE49-F238E27FC236}">
                      <a16:creationId xmlns:a16="http://schemas.microsoft.com/office/drawing/2014/main" id="{3709D506-F203-2E4D-3BFA-1C2D2B7CFF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" y="3531199"/>
                  <a:ext cx="475833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Text Box 98">
                  <a:extLst>
                    <a:ext uri="{FF2B5EF4-FFF2-40B4-BE49-F238E27FC236}">
                      <a16:creationId xmlns:a16="http://schemas.microsoft.com/office/drawing/2014/main" id="{3709D506-F203-2E4D-3BFA-1C2D2B7CF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00" y="3531199"/>
                  <a:ext cx="475833" cy="5355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 Box 98">
                  <a:extLst>
                    <a:ext uri="{FF2B5EF4-FFF2-40B4-BE49-F238E27FC236}">
                      <a16:creationId xmlns:a16="http://schemas.microsoft.com/office/drawing/2014/main" id="{20BDADFD-5502-6711-B9CB-7A0ECF4C42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" y="4326850"/>
                  <a:ext cx="475833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Text Box 98">
                  <a:extLst>
                    <a:ext uri="{FF2B5EF4-FFF2-40B4-BE49-F238E27FC236}">
                      <a16:creationId xmlns:a16="http://schemas.microsoft.com/office/drawing/2014/main" id="{20BDADFD-5502-6711-B9CB-7A0ECF4C4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00" y="4326850"/>
                  <a:ext cx="475833" cy="5355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 Box 98">
                  <a:extLst>
                    <a:ext uri="{FF2B5EF4-FFF2-40B4-BE49-F238E27FC236}">
                      <a16:creationId xmlns:a16="http://schemas.microsoft.com/office/drawing/2014/main" id="{A1F470C2-73BE-FB63-9C0B-90454370FD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4800" y="5122501"/>
                  <a:ext cx="475833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Text Box 98">
                  <a:extLst>
                    <a:ext uri="{FF2B5EF4-FFF2-40B4-BE49-F238E27FC236}">
                      <a16:creationId xmlns:a16="http://schemas.microsoft.com/office/drawing/2014/main" id="{A1F470C2-73BE-FB63-9C0B-90454370F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4800" y="5122501"/>
                  <a:ext cx="475833" cy="5355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AD1E6E3A-D555-28A1-F178-AB4B81A47214}"/>
                </a:ext>
              </a:extLst>
            </p:cNvPr>
            <p:cNvGrpSpPr/>
            <p:nvPr/>
          </p:nvGrpSpPr>
          <p:grpSpPr>
            <a:xfrm>
              <a:off x="1325767" y="1800942"/>
              <a:ext cx="3426709" cy="3857089"/>
              <a:chOff x="6238319" y="1692111"/>
              <a:chExt cx="3426709" cy="3857089"/>
            </a:xfrm>
          </p:grpSpPr>
          <p:sp>
            <p:nvSpPr>
              <p:cNvPr id="182" name="Line 5">
                <a:extLst>
                  <a:ext uri="{FF2B5EF4-FFF2-40B4-BE49-F238E27FC236}">
                    <a16:creationId xmlns:a16="http://schemas.microsoft.com/office/drawing/2014/main" id="{A1D95A1E-6271-7E9B-79AD-A665457AF1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75793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6">
                <a:extLst>
                  <a:ext uri="{FF2B5EF4-FFF2-40B4-BE49-F238E27FC236}">
                    <a16:creationId xmlns:a16="http://schemas.microsoft.com/office/drawing/2014/main" id="{D4DF7ADC-C8D1-4680-7C10-F1E3B6856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665028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Line 3">
                <a:extLst>
                  <a:ext uri="{FF2B5EF4-FFF2-40B4-BE49-F238E27FC236}">
                    <a16:creationId xmlns:a16="http://schemas.microsoft.com/office/drawing/2014/main" id="{ED48BFE6-2CD5-F2CF-DFDA-ABC28836F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38319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" name="Line 4">
                <a:extLst>
                  <a:ext uri="{FF2B5EF4-FFF2-40B4-BE49-F238E27FC236}">
                    <a16:creationId xmlns:a16="http://schemas.microsoft.com/office/drawing/2014/main" id="{3C2A999A-06E6-AE18-C2E7-DB0FB0EBB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7554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" name="Line 5">
                <a:extLst>
                  <a:ext uri="{FF2B5EF4-FFF2-40B4-BE49-F238E27FC236}">
                    <a16:creationId xmlns:a16="http://schemas.microsoft.com/office/drawing/2014/main" id="{FCA896B5-C5BE-2934-85B2-216A6CB4F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17822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7" name="Line 6">
                <a:extLst>
                  <a:ext uri="{FF2B5EF4-FFF2-40B4-BE49-F238E27FC236}">
                    <a16:creationId xmlns:a16="http://schemas.microsoft.com/office/drawing/2014/main" id="{CB2D8A53-B04B-02FD-6E4D-E922E03EE8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07057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" name="Line 7">
                <a:extLst>
                  <a:ext uri="{FF2B5EF4-FFF2-40B4-BE49-F238E27FC236}">
                    <a16:creationId xmlns:a16="http://schemas.microsoft.com/office/drawing/2014/main" id="{14B5F411-8CC6-DCB3-3698-80A3B63EE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97325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9" name="Line 8">
                <a:extLst>
                  <a:ext uri="{FF2B5EF4-FFF2-40B4-BE49-F238E27FC236}">
                    <a16:creationId xmlns:a16="http://schemas.microsoft.com/office/drawing/2014/main" id="{EDF91853-D8FD-8608-62E2-E0F2C3B6F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86560" y="1692111"/>
                <a:ext cx="0" cy="3857089"/>
              </a:xfrm>
              <a:prstGeom prst="line">
                <a:avLst/>
              </a:prstGeom>
              <a:noFill/>
              <a:ln w="1270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1" name="Line 13">
              <a:extLst>
                <a:ext uri="{FF2B5EF4-FFF2-40B4-BE49-F238E27FC236}">
                  <a16:creationId xmlns:a16="http://schemas.microsoft.com/office/drawing/2014/main" id="{ECBE3D93-0DBD-E1E7-ED4F-3C9B2A4BB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33" y="3157213"/>
              <a:ext cx="3827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25">
              <a:extLst>
                <a:ext uri="{FF2B5EF4-FFF2-40B4-BE49-F238E27FC236}">
                  <a16:creationId xmlns:a16="http://schemas.microsoft.com/office/drawing/2014/main" id="{FAE8A268-A2D9-AE7C-6C50-4AC997B71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33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26">
              <a:extLst>
                <a:ext uri="{FF2B5EF4-FFF2-40B4-BE49-F238E27FC236}">
                  <a16:creationId xmlns:a16="http://schemas.microsoft.com/office/drawing/2014/main" id="{FADA7709-AB8F-93CA-2DDC-97CC22F897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5767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6CFE7DE0-2526-840D-243F-DF4241C3C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5767" y="2044774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28">
              <a:extLst>
                <a:ext uri="{FF2B5EF4-FFF2-40B4-BE49-F238E27FC236}">
                  <a16:creationId xmlns:a16="http://schemas.microsoft.com/office/drawing/2014/main" id="{83872105-84B7-6C97-3DA7-6ED9F6D5F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0901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29">
              <a:extLst>
                <a:ext uri="{FF2B5EF4-FFF2-40B4-BE49-F238E27FC236}">
                  <a16:creationId xmlns:a16="http://schemas.microsoft.com/office/drawing/2014/main" id="{CE30500A-E7DE-4500-4F6D-42531BA37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0901" y="2363862"/>
              <a:ext cx="244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30">
              <a:extLst>
                <a:ext uri="{FF2B5EF4-FFF2-40B4-BE49-F238E27FC236}">
                  <a16:creationId xmlns:a16="http://schemas.microsoft.com/office/drawing/2014/main" id="{09410913-A052-FC35-164D-A6F599A90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5002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31">
              <a:extLst>
                <a:ext uri="{FF2B5EF4-FFF2-40B4-BE49-F238E27FC236}">
                  <a16:creationId xmlns:a16="http://schemas.microsoft.com/office/drawing/2014/main" id="{28D223E2-6518-F8F5-B93E-B609C62A0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5002" y="2044774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32">
              <a:extLst>
                <a:ext uri="{FF2B5EF4-FFF2-40B4-BE49-F238E27FC236}">
                  <a16:creationId xmlns:a16="http://schemas.microsoft.com/office/drawing/2014/main" id="{8F01701B-00BB-C3DF-5024-265ECAE6B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136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33">
              <a:extLst>
                <a:ext uri="{FF2B5EF4-FFF2-40B4-BE49-F238E27FC236}">
                  <a16:creationId xmlns:a16="http://schemas.microsoft.com/office/drawing/2014/main" id="{AF0CD4D6-FCCC-7CCA-E7EE-8105E1B2A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0136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34">
              <a:extLst>
                <a:ext uri="{FF2B5EF4-FFF2-40B4-BE49-F238E27FC236}">
                  <a16:creationId xmlns:a16="http://schemas.microsoft.com/office/drawing/2014/main" id="{8CFBE717-710B-EB9D-C5B3-DEC2031A0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5270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35">
              <a:extLst>
                <a:ext uri="{FF2B5EF4-FFF2-40B4-BE49-F238E27FC236}">
                  <a16:creationId xmlns:a16="http://schemas.microsoft.com/office/drawing/2014/main" id="{E5EDB7E6-60F7-284C-47F8-CD5005883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270" y="2044774"/>
              <a:ext cx="244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36">
              <a:extLst>
                <a:ext uri="{FF2B5EF4-FFF2-40B4-BE49-F238E27FC236}">
                  <a16:creationId xmlns:a16="http://schemas.microsoft.com/office/drawing/2014/main" id="{1E418BC5-FCDC-20B5-E9D6-257545BF6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9370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37">
              <a:extLst>
                <a:ext uri="{FF2B5EF4-FFF2-40B4-BE49-F238E27FC236}">
                  <a16:creationId xmlns:a16="http://schemas.microsoft.com/office/drawing/2014/main" id="{E42CD6F3-4EA9-7D7B-ECC4-9BDF7A1B1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9370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38">
              <a:extLst>
                <a:ext uri="{FF2B5EF4-FFF2-40B4-BE49-F238E27FC236}">
                  <a16:creationId xmlns:a16="http://schemas.microsoft.com/office/drawing/2014/main" id="{351B5DE6-3987-1327-4278-C2BE68D914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4505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39">
              <a:extLst>
                <a:ext uri="{FF2B5EF4-FFF2-40B4-BE49-F238E27FC236}">
                  <a16:creationId xmlns:a16="http://schemas.microsoft.com/office/drawing/2014/main" id="{334C96DC-D2A2-6D11-8247-796D69677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505" y="2044774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40">
              <a:extLst>
                <a:ext uri="{FF2B5EF4-FFF2-40B4-BE49-F238E27FC236}">
                  <a16:creationId xmlns:a16="http://schemas.microsoft.com/office/drawing/2014/main" id="{D927D37B-C96F-B53A-88C4-6E64FFE20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9639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41">
              <a:extLst>
                <a:ext uri="{FF2B5EF4-FFF2-40B4-BE49-F238E27FC236}">
                  <a16:creationId xmlns:a16="http://schemas.microsoft.com/office/drawing/2014/main" id="{E5D6724C-F4B2-7C87-E857-C2E126886C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9639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42">
              <a:extLst>
                <a:ext uri="{FF2B5EF4-FFF2-40B4-BE49-F238E27FC236}">
                  <a16:creationId xmlns:a16="http://schemas.microsoft.com/office/drawing/2014/main" id="{23A20B02-EE49-FE9E-9356-4293AC661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4773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43">
              <a:extLst>
                <a:ext uri="{FF2B5EF4-FFF2-40B4-BE49-F238E27FC236}">
                  <a16:creationId xmlns:a16="http://schemas.microsoft.com/office/drawing/2014/main" id="{DC01567A-E4DB-6341-3592-D5D1D9288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773" y="2044774"/>
              <a:ext cx="244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44">
              <a:extLst>
                <a:ext uri="{FF2B5EF4-FFF2-40B4-BE49-F238E27FC236}">
                  <a16:creationId xmlns:a16="http://schemas.microsoft.com/office/drawing/2014/main" id="{4DFD793E-F1CA-EB43-288D-246E0109C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873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Line 45">
              <a:extLst>
                <a:ext uri="{FF2B5EF4-FFF2-40B4-BE49-F238E27FC236}">
                  <a16:creationId xmlns:a16="http://schemas.microsoft.com/office/drawing/2014/main" id="{22F4604C-AEE5-C443-FB67-584543012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873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Line 46">
              <a:extLst>
                <a:ext uri="{FF2B5EF4-FFF2-40B4-BE49-F238E27FC236}">
                  <a16:creationId xmlns:a16="http://schemas.microsoft.com/office/drawing/2014/main" id="{1B203AC0-22F3-0F62-67FF-B1F5F56F6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4007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Line 47">
              <a:extLst>
                <a:ext uri="{FF2B5EF4-FFF2-40B4-BE49-F238E27FC236}">
                  <a16:creationId xmlns:a16="http://schemas.microsoft.com/office/drawing/2014/main" id="{0529975D-CEE4-BD53-C3AC-90DFC1A2F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007" y="2044774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48">
              <a:extLst>
                <a:ext uri="{FF2B5EF4-FFF2-40B4-BE49-F238E27FC236}">
                  <a16:creationId xmlns:a16="http://schemas.microsoft.com/office/drawing/2014/main" id="{A7E3168B-EC4C-8AA3-043E-4CA989744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9142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49">
              <a:extLst>
                <a:ext uri="{FF2B5EF4-FFF2-40B4-BE49-F238E27FC236}">
                  <a16:creationId xmlns:a16="http://schemas.microsoft.com/office/drawing/2014/main" id="{C2CC38DB-2DAE-DB81-F45C-81A288423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9142" y="2363862"/>
              <a:ext cx="244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Line 51">
              <a:extLst>
                <a:ext uri="{FF2B5EF4-FFF2-40B4-BE49-F238E27FC236}">
                  <a16:creationId xmlns:a16="http://schemas.microsoft.com/office/drawing/2014/main" id="{B52B5C83-F890-0789-C703-7E9026FE6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33" y="3952390"/>
              <a:ext cx="2205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Line 52">
              <a:extLst>
                <a:ext uri="{FF2B5EF4-FFF2-40B4-BE49-F238E27FC236}">
                  <a16:creationId xmlns:a16="http://schemas.microsoft.com/office/drawing/2014/main" id="{0499363D-5AC9-BF3E-AB95-356A0434F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6178" y="3633303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38">
              <a:extLst>
                <a:ext uri="{FF2B5EF4-FFF2-40B4-BE49-F238E27FC236}">
                  <a16:creationId xmlns:a16="http://schemas.microsoft.com/office/drawing/2014/main" id="{481E19CF-0034-FC9B-9F9B-21EF9D8BAA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3242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39">
              <a:extLst>
                <a:ext uri="{FF2B5EF4-FFF2-40B4-BE49-F238E27FC236}">
                  <a16:creationId xmlns:a16="http://schemas.microsoft.com/office/drawing/2014/main" id="{A4CD586C-53E3-08E1-39A0-33DD07D9D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3242" y="2044774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40">
              <a:extLst>
                <a:ext uri="{FF2B5EF4-FFF2-40B4-BE49-F238E27FC236}">
                  <a16:creationId xmlns:a16="http://schemas.microsoft.com/office/drawing/2014/main" id="{4212AF10-C003-23A4-D0C3-F17409F38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76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41">
              <a:extLst>
                <a:ext uri="{FF2B5EF4-FFF2-40B4-BE49-F238E27FC236}">
                  <a16:creationId xmlns:a16="http://schemas.microsoft.com/office/drawing/2014/main" id="{91EDCD5A-56B9-B853-9C96-FFF6C59AB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76" y="2363862"/>
              <a:ext cx="245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42">
              <a:extLst>
                <a:ext uri="{FF2B5EF4-FFF2-40B4-BE49-F238E27FC236}">
                  <a16:creationId xmlns:a16="http://schemas.microsoft.com/office/drawing/2014/main" id="{01B41846-EE86-E74B-2987-3405B1759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3510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43">
              <a:extLst>
                <a:ext uri="{FF2B5EF4-FFF2-40B4-BE49-F238E27FC236}">
                  <a16:creationId xmlns:a16="http://schemas.microsoft.com/office/drawing/2014/main" id="{73CD29F1-A3A1-F832-8C06-E40A67F69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10" y="2044774"/>
              <a:ext cx="244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44">
              <a:extLst>
                <a:ext uri="{FF2B5EF4-FFF2-40B4-BE49-F238E27FC236}">
                  <a16:creationId xmlns:a16="http://schemas.microsoft.com/office/drawing/2014/main" id="{D5C9064C-6102-274E-68E1-8BB7D5FB5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7610" y="2044774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45">
              <a:extLst>
                <a:ext uri="{FF2B5EF4-FFF2-40B4-BE49-F238E27FC236}">
                  <a16:creationId xmlns:a16="http://schemas.microsoft.com/office/drawing/2014/main" id="{6E664423-8355-741F-C630-344F30CE4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7610" y="2363862"/>
              <a:ext cx="1729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61">
              <a:extLst>
                <a:ext uri="{FF2B5EF4-FFF2-40B4-BE49-F238E27FC236}">
                  <a16:creationId xmlns:a16="http://schemas.microsoft.com/office/drawing/2014/main" id="{FD1E9DF2-690A-6438-D427-F48E11D40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33" y="4749714"/>
              <a:ext cx="7329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62">
              <a:extLst>
                <a:ext uri="{FF2B5EF4-FFF2-40B4-BE49-F238E27FC236}">
                  <a16:creationId xmlns:a16="http://schemas.microsoft.com/office/drawing/2014/main" id="{2F72B8D0-4EB7-3E6E-F9D2-7B4731872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3600" y="443062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63">
              <a:extLst>
                <a:ext uri="{FF2B5EF4-FFF2-40B4-BE49-F238E27FC236}">
                  <a16:creationId xmlns:a16="http://schemas.microsoft.com/office/drawing/2014/main" id="{227C28E7-F4C0-6D78-321A-A757CF54D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3600" y="4430626"/>
              <a:ext cx="490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Line 64">
              <a:extLst>
                <a:ext uri="{FF2B5EF4-FFF2-40B4-BE49-F238E27FC236}">
                  <a16:creationId xmlns:a16="http://schemas.microsoft.com/office/drawing/2014/main" id="{F6FCBAEA-6D4B-E2B0-579A-B6117FBD1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871" y="443062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65">
              <a:extLst>
                <a:ext uri="{FF2B5EF4-FFF2-40B4-BE49-F238E27FC236}">
                  <a16:creationId xmlns:a16="http://schemas.microsoft.com/office/drawing/2014/main" id="{5574A44B-D8DE-F477-E8C2-3C325A6C1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872" y="4749714"/>
              <a:ext cx="4892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54">
              <a:extLst>
                <a:ext uri="{FF2B5EF4-FFF2-40B4-BE49-F238E27FC236}">
                  <a16:creationId xmlns:a16="http://schemas.microsoft.com/office/drawing/2014/main" id="{E877EA78-8CCE-7C8E-2547-621951A54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0140" y="5230720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55">
              <a:extLst>
                <a:ext uri="{FF2B5EF4-FFF2-40B4-BE49-F238E27FC236}">
                  <a16:creationId xmlns:a16="http://schemas.microsoft.com/office/drawing/2014/main" id="{387C5D38-0B56-9DCF-D0AF-DB267B5CC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169" y="5230722"/>
              <a:ext cx="3367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51">
              <a:extLst>
                <a:ext uri="{FF2B5EF4-FFF2-40B4-BE49-F238E27FC236}">
                  <a16:creationId xmlns:a16="http://schemas.microsoft.com/office/drawing/2014/main" id="{4EA4D458-C1D1-B1C4-743D-B010BD246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33" y="5549809"/>
              <a:ext cx="8893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14">
              <a:extLst>
                <a:ext uri="{FF2B5EF4-FFF2-40B4-BE49-F238E27FC236}">
                  <a16:creationId xmlns:a16="http://schemas.microsoft.com/office/drawing/2014/main" id="{590C29FD-B55E-3448-16C4-791285378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347" y="2834951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13">
              <a:extLst>
                <a:ext uri="{FF2B5EF4-FFF2-40B4-BE49-F238E27FC236}">
                  <a16:creationId xmlns:a16="http://schemas.microsoft.com/office/drawing/2014/main" id="{76D8D9DE-6CB2-5790-FDC3-386A76B1E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346" y="2834951"/>
              <a:ext cx="5070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14">
              <a:extLst>
                <a:ext uri="{FF2B5EF4-FFF2-40B4-BE49-F238E27FC236}">
                  <a16:creationId xmlns:a16="http://schemas.microsoft.com/office/drawing/2014/main" id="{F8CB3C75-57CC-3D1B-BD73-95B9C3D17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9934" y="2834951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13">
              <a:extLst>
                <a:ext uri="{FF2B5EF4-FFF2-40B4-BE49-F238E27FC236}">
                  <a16:creationId xmlns:a16="http://schemas.microsoft.com/office/drawing/2014/main" id="{9D526FE4-D0F1-F688-16E6-5CAC63493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7168" y="3157213"/>
              <a:ext cx="4867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14">
              <a:extLst>
                <a:ext uri="{FF2B5EF4-FFF2-40B4-BE49-F238E27FC236}">
                  <a16:creationId xmlns:a16="http://schemas.microsoft.com/office/drawing/2014/main" id="{3D2FD657-C58C-5B46-D410-517F3E8A93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799" y="2834951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Line 13">
              <a:extLst>
                <a:ext uri="{FF2B5EF4-FFF2-40B4-BE49-F238E27FC236}">
                  <a16:creationId xmlns:a16="http://schemas.microsoft.com/office/drawing/2014/main" id="{5428C09E-26F6-C6E1-C5BB-E234784E2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930" y="2834951"/>
              <a:ext cx="20624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Line 14">
              <a:extLst>
                <a:ext uri="{FF2B5EF4-FFF2-40B4-BE49-F238E27FC236}">
                  <a16:creationId xmlns:a16="http://schemas.microsoft.com/office/drawing/2014/main" id="{768CFE80-96FA-E596-1BA2-F4BCE1DCF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76" y="2834951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Line 13">
              <a:extLst>
                <a:ext uri="{FF2B5EF4-FFF2-40B4-BE49-F238E27FC236}">
                  <a16:creationId xmlns:a16="http://schemas.microsoft.com/office/drawing/2014/main" id="{24779CFC-98AA-FFD4-35F5-E067C7809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75" y="3157213"/>
              <a:ext cx="6622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9" name="Line 13">
              <a:extLst>
                <a:ext uri="{FF2B5EF4-FFF2-40B4-BE49-F238E27FC236}">
                  <a16:creationId xmlns:a16="http://schemas.microsoft.com/office/drawing/2014/main" id="{99D63256-FE0D-7A67-24E3-B4A3F4648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772" y="3633303"/>
              <a:ext cx="14687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0" name="Line 52">
              <a:extLst>
                <a:ext uri="{FF2B5EF4-FFF2-40B4-BE49-F238E27FC236}">
                  <a16:creationId xmlns:a16="http://schemas.microsoft.com/office/drawing/2014/main" id="{193E28C4-4FA5-B9F5-00A8-3A93F2278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3509" y="3633303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Line 13">
              <a:extLst>
                <a:ext uri="{FF2B5EF4-FFF2-40B4-BE49-F238E27FC236}">
                  <a16:creationId xmlns:a16="http://schemas.microsoft.com/office/drawing/2014/main" id="{BAE9F605-9098-F286-8308-30BF3B4F0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10" y="3952390"/>
              <a:ext cx="4170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2" name="Line 64">
              <a:extLst>
                <a:ext uri="{FF2B5EF4-FFF2-40B4-BE49-F238E27FC236}">
                  <a16:creationId xmlns:a16="http://schemas.microsoft.com/office/drawing/2014/main" id="{7AAEB0ED-5798-6C6B-09B8-73A8188F7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495" y="4430625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63">
              <a:extLst>
                <a:ext uri="{FF2B5EF4-FFF2-40B4-BE49-F238E27FC236}">
                  <a16:creationId xmlns:a16="http://schemas.microsoft.com/office/drawing/2014/main" id="{87508BB8-6FEB-D560-5943-F17011ED1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3104" y="4430625"/>
              <a:ext cx="9809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Line 64">
              <a:extLst>
                <a:ext uri="{FF2B5EF4-FFF2-40B4-BE49-F238E27FC236}">
                  <a16:creationId xmlns:a16="http://schemas.microsoft.com/office/drawing/2014/main" id="{9E4FB8A8-310E-3861-0782-1E75E6D14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007" y="4430625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65">
              <a:extLst>
                <a:ext uri="{FF2B5EF4-FFF2-40B4-BE49-F238E27FC236}">
                  <a16:creationId xmlns:a16="http://schemas.microsoft.com/office/drawing/2014/main" id="{C4A1EEDC-01B1-F60D-7028-253D2471D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4524" y="4749713"/>
              <a:ext cx="13960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Line 54">
              <a:extLst>
                <a:ext uri="{FF2B5EF4-FFF2-40B4-BE49-F238E27FC236}">
                  <a16:creationId xmlns:a16="http://schemas.microsoft.com/office/drawing/2014/main" id="{468B1739-0CF5-6629-79EB-A63278241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5416" y="5230720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Line 55">
              <a:extLst>
                <a:ext uri="{FF2B5EF4-FFF2-40B4-BE49-F238E27FC236}">
                  <a16:creationId xmlns:a16="http://schemas.microsoft.com/office/drawing/2014/main" id="{944E441C-61A6-120A-DE40-FAD83EA00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871" y="5549807"/>
              <a:ext cx="2204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14">
              <a:extLst>
                <a:ext uri="{FF2B5EF4-FFF2-40B4-BE49-F238E27FC236}">
                  <a16:creationId xmlns:a16="http://schemas.microsoft.com/office/drawing/2014/main" id="{D9455208-7F55-4216-D920-F2E123BA74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26" y="523072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13">
              <a:extLst>
                <a:ext uri="{FF2B5EF4-FFF2-40B4-BE49-F238E27FC236}">
                  <a16:creationId xmlns:a16="http://schemas.microsoft.com/office/drawing/2014/main" id="{564521A5-F71C-5002-388F-8D9611765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326" y="5230720"/>
              <a:ext cx="2451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0" name="Line 14">
              <a:extLst>
                <a:ext uri="{FF2B5EF4-FFF2-40B4-BE49-F238E27FC236}">
                  <a16:creationId xmlns:a16="http://schemas.microsoft.com/office/drawing/2014/main" id="{59660834-10FD-E67F-70F9-1C026622B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09" y="523072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Line 13">
              <a:extLst>
                <a:ext uri="{FF2B5EF4-FFF2-40B4-BE49-F238E27FC236}">
                  <a16:creationId xmlns:a16="http://schemas.microsoft.com/office/drawing/2014/main" id="{8F3D67E7-B3B0-EAD0-766E-7862E0A26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08" y="5549807"/>
              <a:ext cx="4170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324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2445-443A-9BB7-9BAF-4D14F83F5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23BA7-9DEB-573E-4040-7735EFE3C71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</a:t>
            </a:r>
            <a:endParaRPr lang="en-US" altLang="zh-CN" sz="3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83FFD9-26F0-4127-746A-17AAD3AC8CA0}"/>
              </a:ext>
            </a:extLst>
          </p:cNvPr>
          <p:cNvSpPr txBox="1"/>
          <p:nvPr/>
        </p:nvSpPr>
        <p:spPr>
          <a:xfrm>
            <a:off x="360000" y="828000"/>
            <a:ext cx="11207743" cy="3243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同步时序逻辑电路：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所有记忆电路由统一的时钟信号控制，它们的状态在同一时刻更新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分析的一般步骤：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根据电路图，写出逻辑方程（激励方程、状态方程、输出方程）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列出状态转换表、画出状态转换图和时序图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确定电路的逻辑功能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7AFFB45-62D5-0F66-D0BE-285F76FD5FD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DBB25D3-1A1C-DC56-C26F-D4D9164D6D3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91416E57-C6A9-3BAB-5CC3-9F3347DFF1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D8ECA7CC-D752-1D47-C2B7-2051B2855B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7152C724-64A3-C13B-8FE2-77903951401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07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A69EAE15-7D04-65FB-50C2-77A9A563F623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8F3B131-0E74-7287-B5FB-01F72B8FD8E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CECB3FAA-DA9E-244F-DD44-DFAE410D088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B806F315-C332-129E-658E-116DC98893B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C64B0D54-34EC-2392-DE04-B59E284493B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AFA51EEB-951C-873F-0965-7D4D88E97B4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70956FC5-F037-6C5B-6B04-77B177D17DF4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根据电路图，写出逻辑方程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2B483E8-CF54-27C0-25D7-547A1101F9CB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589769" cy="4273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激励方程：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输出方程（米利型）：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2B483E8-CF54-27C0-25D7-547A1101F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589769" cy="4273478"/>
              </a:xfrm>
              <a:prstGeom prst="rect">
                <a:avLst/>
              </a:prstGeom>
              <a:blipFill>
                <a:blip r:embed="rId3"/>
                <a:stretch>
                  <a:fillRect t="-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D1FF1206-4C9F-269A-5748-1B74061B287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261D9DF-E532-E2FC-3501-FE4CADC8B52F}"/>
              </a:ext>
            </a:extLst>
          </p:cNvPr>
          <p:cNvGrpSpPr/>
          <p:nvPr/>
        </p:nvGrpSpPr>
        <p:grpSpPr>
          <a:xfrm>
            <a:off x="6460263" y="1012118"/>
            <a:ext cx="5945483" cy="2923969"/>
            <a:chOff x="6460263" y="1012118"/>
            <a:chExt cx="5945483" cy="2923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7D08F91F-FE3B-3E00-F952-A71CE9BCD3DE}"/>
                    </a:ext>
                  </a:extLst>
                </p:cNvPr>
                <p:cNvSpPr/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3798844-A47D-D783-255E-29F85B6049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5DDBC1B2-3861-1689-2D0F-CDAD3CC55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1529310"/>
              <a:ext cx="232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" name="Line 27">
              <a:extLst>
                <a:ext uri="{FF2B5EF4-FFF2-40B4-BE49-F238E27FC236}">
                  <a16:creationId xmlns:a16="http://schemas.microsoft.com/office/drawing/2014/main" id="{631635AA-DB0C-FC0E-B79B-C506BB75E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951" y="2170980"/>
              <a:ext cx="589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4F919D0-F5F1-4BBB-7B45-960FBED46BE2}"/>
                    </a:ext>
                  </a:extLst>
                </p:cNvPr>
                <p:cNvSpPr txBox="1"/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7D2EEBC-48C6-76B2-D94B-845A0A14A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622" r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556142E3-D0DD-37FC-A6FD-23C81BB1C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7" y="1520608"/>
              <a:ext cx="10730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812E46A9-2C2F-F5C6-5523-B2BE6A21A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8" y="2170979"/>
              <a:ext cx="407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A962931-A7A0-7606-D197-742C9C3CC7E4}"/>
                    </a:ext>
                  </a:extLst>
                </p:cNvPr>
                <p:cNvSpPr txBox="1"/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69A6FAA-EB63-C742-71BA-92A7FBAA5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5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等腰三角形 12">
              <a:extLst>
                <a:ext uri="{FF2B5EF4-FFF2-40B4-BE49-F238E27FC236}">
                  <a16:creationId xmlns:a16="http://schemas.microsoft.com/office/drawing/2014/main" id="{B1F45F3E-395B-881F-B138-29F9342172BE}"/>
                </a:ext>
              </a:extLst>
            </p:cNvPr>
            <p:cNvSpPr/>
            <p:nvPr/>
          </p:nvSpPr>
          <p:spPr>
            <a:xfrm rot="5400000">
              <a:off x="9142930" y="212302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05E2807-3AE1-4B59-84FA-620CD58CFB6F}"/>
                </a:ext>
              </a:extLst>
            </p:cNvPr>
            <p:cNvSpPr/>
            <p:nvPr/>
          </p:nvSpPr>
          <p:spPr>
            <a:xfrm flipV="1">
              <a:off x="10110157" y="211682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25F67B9-0232-E4C7-F9AF-BA3B554E2D1B}"/>
                    </a:ext>
                  </a:extLst>
                </p:cNvPr>
                <p:cNvSpPr txBox="1"/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E29CD9-10CD-4001-F843-CBAF12AE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D1B7B94-A60C-9952-E1D2-5F44B07081CA}"/>
                    </a:ext>
                  </a:extLst>
                </p:cNvPr>
                <p:cNvSpPr txBox="1"/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BE09009-DB7B-E666-895C-2FF04258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B519C6-913E-5817-1439-0EA7AC13202D}"/>
                    </a:ext>
                  </a:extLst>
                </p:cNvPr>
                <p:cNvSpPr txBox="1"/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7EFE320-FD1A-2762-D017-00589DCF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A9B6D1FE-BDAB-9BC6-866D-0A61E11C68DE}"/>
                    </a:ext>
                  </a:extLst>
                </p:cNvPr>
                <p:cNvSpPr/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A7D589A2-C7F8-D7C1-74EF-C4AB2B3C2B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C9662150-561B-D2B4-E063-4D0AA3D19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6992" y="3032773"/>
              <a:ext cx="992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BC25A8B8-3639-A7A9-89F9-772EAD1A2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3683145"/>
              <a:ext cx="2325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F4F0CCC-6936-B93C-5A98-3293B3E64CAD}"/>
                    </a:ext>
                  </a:extLst>
                </p:cNvPr>
                <p:cNvSpPr txBox="1"/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38D93F3-DDD3-9D28-5DFE-6A9C6BAE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3288" r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DB86FCFA-8BD1-A08C-E511-7DD83B131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9399" y="3032773"/>
              <a:ext cx="8537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8D269C23-3D75-3426-F956-16BD060F6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953" y="368314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BF8966B-3072-239D-5435-755E59C88212}"/>
                    </a:ext>
                  </a:extLst>
                </p:cNvPr>
                <p:cNvSpPr txBox="1"/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979424F-7671-A010-E179-B4FD4E897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154C510-1001-AC38-57C2-2B8D6E542AB9}"/>
                    </a:ext>
                  </a:extLst>
                </p:cNvPr>
                <p:cNvSpPr txBox="1"/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BA46691B-226F-5328-3BEF-F9F86EE73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blipFill>
                  <a:blip r:embed="rId20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BBA8335A-B5FD-75C9-021A-AE1C1A379546}"/>
                </a:ext>
              </a:extLst>
            </p:cNvPr>
            <p:cNvSpPr/>
            <p:nvPr/>
          </p:nvSpPr>
          <p:spPr>
            <a:xfrm rot="5400000">
              <a:off x="9144276" y="363518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578DFDA-D803-8ED5-AB5E-59C1EFB3B48F}"/>
                </a:ext>
              </a:extLst>
            </p:cNvPr>
            <p:cNvSpPr/>
            <p:nvPr/>
          </p:nvSpPr>
          <p:spPr>
            <a:xfrm flipV="1">
              <a:off x="10111503" y="36289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5CDC8F9-C7A1-8EA3-C94A-5F900590310B}"/>
                    </a:ext>
                  </a:extLst>
                </p:cNvPr>
                <p:cNvSpPr txBox="1"/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FB3A358-C3F1-9D6F-F042-4247632E3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流程图: 延期 36">
              <a:extLst>
                <a:ext uri="{FF2B5EF4-FFF2-40B4-BE49-F238E27FC236}">
                  <a16:creationId xmlns:a16="http://schemas.microsoft.com/office/drawing/2014/main" id="{7B2E4BC2-BADD-8451-D140-11C762AB10BD}"/>
                </a:ext>
              </a:extLst>
            </p:cNvPr>
            <p:cNvSpPr/>
            <p:nvPr/>
          </p:nvSpPr>
          <p:spPr>
            <a:xfrm>
              <a:off x="11178704" y="124628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8" name="流程图: 延期 37">
              <a:extLst>
                <a:ext uri="{FF2B5EF4-FFF2-40B4-BE49-F238E27FC236}">
                  <a16:creationId xmlns:a16="http://schemas.microsoft.com/office/drawing/2014/main" id="{72C2281B-E6D8-7660-72AF-A220E1CAC7B0}"/>
                </a:ext>
              </a:extLst>
            </p:cNvPr>
            <p:cNvSpPr/>
            <p:nvPr/>
          </p:nvSpPr>
          <p:spPr>
            <a:xfrm>
              <a:off x="7642751" y="276102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8C8ECA42-1C5E-0648-6B49-3255A4535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4" y="2592121"/>
              <a:ext cx="346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1FE5D0E3-A5B2-FF22-FCC7-7F7E185CD8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72669" y="2734653"/>
              <a:ext cx="309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77A37F12-7552-FC44-02A2-0413A7C42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3" y="2879948"/>
              <a:ext cx="326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AB0B3DC7-3DCA-08B2-2CF4-4F8B5D9A2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3" y="3185597"/>
              <a:ext cx="450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1E1DED2-E1F1-8D77-9459-2451D580D1B0}"/>
                    </a:ext>
                  </a:extLst>
                </p:cNvPr>
                <p:cNvSpPr txBox="1"/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EA9DF5B-C453-B8F1-5D01-765800BD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D9757CD4-24D5-D36A-86C8-2E33388282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31363" y="2055226"/>
              <a:ext cx="1073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FB918EF-0619-D94C-3655-D376CBDDFCD3}"/>
                </a:ext>
              </a:extLst>
            </p:cNvPr>
            <p:cNvSpPr/>
            <p:nvPr/>
          </p:nvSpPr>
          <p:spPr>
            <a:xfrm flipV="1">
              <a:off x="10717224" y="1469243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2A56A99D-1268-BF6D-2CD4-4B1D0A03A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0534" y="1361946"/>
              <a:ext cx="2403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58C78191-EB8E-D57B-140F-9D43C30BF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9331" y="1667595"/>
              <a:ext cx="2615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D7578638-16D7-CDA3-2D3C-3A01B9F4E7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52068" y="2357020"/>
              <a:ext cx="1378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7C3503A0-F15C-763C-1288-648DBAD84A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27203" y="2919800"/>
              <a:ext cx="15208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C7930A73-8007-7E6F-FED3-138E3885C6EE}"/>
                </a:ext>
              </a:extLst>
            </p:cNvPr>
            <p:cNvSpPr/>
            <p:nvPr/>
          </p:nvSpPr>
          <p:spPr>
            <a:xfrm flipV="1">
              <a:off x="8535728" y="3631052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92256DAF-EF8B-D54B-47E4-2A4124A6AC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99347" y="2105054"/>
              <a:ext cx="21858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DE9A40F9-A056-F093-6B15-92F5B205DDB6}"/>
                </a:ext>
              </a:extLst>
            </p:cNvPr>
            <p:cNvSpPr/>
            <p:nvPr/>
          </p:nvSpPr>
          <p:spPr>
            <a:xfrm flipV="1">
              <a:off x="7139376" y="14764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B5836459-47D2-E1C3-AE0C-6506CFBAC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2" y="1023402"/>
              <a:ext cx="3767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22E422BD-0C15-6AC3-6A27-834EC79825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66352" y="1193467"/>
              <a:ext cx="362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993C4698-684F-4A65-E2DF-4311D1FE5AD2}"/>
                    </a:ext>
                  </a:extLst>
                </p:cNvPr>
                <p:cNvSpPr txBox="1"/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CB80C31-E4A6-F12E-1A96-1638E1BBA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Line 27">
              <a:extLst>
                <a:ext uri="{FF2B5EF4-FFF2-40B4-BE49-F238E27FC236}">
                  <a16:creationId xmlns:a16="http://schemas.microsoft.com/office/drawing/2014/main" id="{E304BB5A-5F0B-4916-D3B8-BD9376DF7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2945" y="1520289"/>
              <a:ext cx="193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D5C5FFE4-B3C0-51F2-9C08-8FDC47931BC1}"/>
                    </a:ext>
                  </a:extLst>
                </p:cNvPr>
                <p:cNvSpPr txBox="1"/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62030DE-0C68-61FC-A703-E27CF7B11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3E841189-B7E0-948C-6096-A4A0AA0C60AF}"/>
                    </a:ext>
                  </a:extLst>
                </p:cNvPr>
                <p:cNvSpPr txBox="1"/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53DF4FE4-240E-11F0-59F0-591766B9F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1845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5A2B9-AE14-ADD3-45EF-B11D3555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B158938-8A28-345B-2C57-BAF6519D34F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DB9B6AD1-8C92-613D-259C-5D22D84F159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0A06A5CF-888E-64D2-843A-C5479D31D6B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1E8DA27E-73F4-205A-5D1D-CF5F6771BE4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ADF7269E-5821-F019-B914-1E74AA464A4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DAFC2180-132B-1D40-2288-1EA88988711B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列出状态转换表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6DB60BD-8845-1C5C-320B-E1CC55E1A1E6}"/>
                  </a:ext>
                </a:extLst>
              </p:cNvPr>
              <p:cNvSpPr txBox="1"/>
              <p:nvPr/>
            </p:nvSpPr>
            <p:spPr>
              <a:xfrm>
                <a:off x="6839999" y="4320000"/>
                <a:ext cx="4901099" cy="1776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Sup>
                      <m:sSubSup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6DB60BD-8845-1C5C-320B-E1CC55E1A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999" y="4320000"/>
                <a:ext cx="4901099" cy="17767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A817DDBA-C596-AA35-9C7A-34517292D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2595969"/>
                  </p:ext>
                </p:extLst>
              </p:nvPr>
            </p:nvGraphicFramePr>
            <p:xfrm>
              <a:off x="468000" y="2736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80289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80289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80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A817DDBA-C596-AA35-9C7A-34517292D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2595969"/>
                  </p:ext>
                </p:extLst>
              </p:nvPr>
            </p:nvGraphicFramePr>
            <p:xfrm>
              <a:off x="468000" y="2736000"/>
              <a:ext cx="5205846" cy="311873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35147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721424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749275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52793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51" t="-581" r="-200702" b="-21395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175" t="-1149" r="-351" b="-5206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1060" t="-103529" r="-102120" b="-43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8258" t="-103529" r="-697" b="-43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F19C378B-747B-87C2-2C95-87799160EEB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CA3755-AEEB-963F-A9C2-6D941EBD8183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1F7BE65E-3E1B-A78F-D700-3E9A294660A2}"/>
              </a:ext>
            </a:extLst>
          </p:cNvPr>
          <p:cNvGrpSpPr/>
          <p:nvPr/>
        </p:nvGrpSpPr>
        <p:grpSpPr>
          <a:xfrm>
            <a:off x="6460263" y="1012118"/>
            <a:ext cx="5945483" cy="2923969"/>
            <a:chOff x="6460263" y="1012118"/>
            <a:chExt cx="5945483" cy="2923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89FA7018-F981-3747-B390-998E1925ECF9}"/>
                    </a:ext>
                  </a:extLst>
                </p:cNvPr>
                <p:cNvSpPr/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3798844-A47D-D783-255E-29F85B6049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86AC7C22-8C6D-5EC4-3BFC-0D43CA2A9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1529310"/>
              <a:ext cx="232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2EC0BB97-18B3-FA50-0C37-1FD11DAC47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951" y="2170980"/>
              <a:ext cx="589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B0A5E425-016D-4D39-BC98-DCF3BCD5376A}"/>
                    </a:ext>
                  </a:extLst>
                </p:cNvPr>
                <p:cNvSpPr txBox="1"/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7D2EEBC-48C6-76B2-D94B-845A0A14A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622" r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DA6972AA-1B06-23F2-E78F-5614FB825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7" y="1520608"/>
              <a:ext cx="10730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83F0AF71-A575-3303-FE34-61DC2AC86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8" y="2170979"/>
              <a:ext cx="407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9CC83FF8-F0C9-141E-4D5E-9C482805B711}"/>
                    </a:ext>
                  </a:extLst>
                </p:cNvPr>
                <p:cNvSpPr txBox="1"/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69A6FAA-EB63-C742-71BA-92A7FBAA5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5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等腰三角形 64">
              <a:extLst>
                <a:ext uri="{FF2B5EF4-FFF2-40B4-BE49-F238E27FC236}">
                  <a16:creationId xmlns:a16="http://schemas.microsoft.com/office/drawing/2014/main" id="{C1BCD4F8-5615-9F4C-80E7-733E0AC6D5BE}"/>
                </a:ext>
              </a:extLst>
            </p:cNvPr>
            <p:cNvSpPr/>
            <p:nvPr/>
          </p:nvSpPr>
          <p:spPr>
            <a:xfrm rot="5400000">
              <a:off x="9142930" y="212302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C787C029-0B09-DCC7-2844-E91770CD317E}"/>
                </a:ext>
              </a:extLst>
            </p:cNvPr>
            <p:cNvSpPr/>
            <p:nvPr/>
          </p:nvSpPr>
          <p:spPr>
            <a:xfrm flipV="1">
              <a:off x="10110157" y="211682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C0CF3B2-2D63-786F-20E1-54FF257D3123}"/>
                    </a:ext>
                  </a:extLst>
                </p:cNvPr>
                <p:cNvSpPr txBox="1"/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E29CD9-10CD-4001-F843-CBAF12AE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C4BD7AA3-D141-23AD-B722-335A001289DA}"/>
                    </a:ext>
                  </a:extLst>
                </p:cNvPr>
                <p:cNvSpPr txBox="1"/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BE09009-DB7B-E666-895C-2FF04258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DB85DECE-6CE9-5D81-0008-8F9968A295FF}"/>
                    </a:ext>
                  </a:extLst>
                </p:cNvPr>
                <p:cNvSpPr txBox="1"/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7EFE320-FD1A-2762-D017-00589DCF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EAB3376A-F70A-6F56-34EC-5960C3F54A31}"/>
                    </a:ext>
                  </a:extLst>
                </p:cNvPr>
                <p:cNvSpPr/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A7D589A2-C7F8-D7C1-74EF-C4AB2B3C2B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747023CC-BDD5-4761-8F85-602BDFE09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6992" y="3032773"/>
              <a:ext cx="992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4244E757-592D-89F9-95C2-C83EF9220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3683145"/>
              <a:ext cx="2325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0E73B80-988C-DC63-31A8-95BB2DBC6CEA}"/>
                    </a:ext>
                  </a:extLst>
                </p:cNvPr>
                <p:cNvSpPr txBox="1"/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38D93F3-DDD3-9D28-5DFE-6A9C6BAE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3288" r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237F7AEF-0415-6917-242C-6280D55EF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9399" y="3032773"/>
              <a:ext cx="8537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B8357DD6-D340-1679-896D-4997B4950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953" y="368314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36A75D84-A3E1-6E44-D086-A27A6D2E35D0}"/>
                    </a:ext>
                  </a:extLst>
                </p:cNvPr>
                <p:cNvSpPr txBox="1"/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979424F-7671-A010-E179-B4FD4E897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8648A54D-C9B7-93D9-CD13-7FF5B717EEFB}"/>
                    </a:ext>
                  </a:extLst>
                </p:cNvPr>
                <p:cNvSpPr txBox="1"/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BA46691B-226F-5328-3BEF-F9F86EE73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blipFill>
                  <a:blip r:embed="rId20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69D64F8A-A93D-994E-6075-F6F98BD0BCA7}"/>
                </a:ext>
              </a:extLst>
            </p:cNvPr>
            <p:cNvSpPr/>
            <p:nvPr/>
          </p:nvSpPr>
          <p:spPr>
            <a:xfrm rot="5400000">
              <a:off x="9144276" y="363518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AD277CA5-DB93-6799-71AC-AE9E4E4959ED}"/>
                </a:ext>
              </a:extLst>
            </p:cNvPr>
            <p:cNvSpPr/>
            <p:nvPr/>
          </p:nvSpPr>
          <p:spPr>
            <a:xfrm flipV="1">
              <a:off x="10111503" y="36289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7E4E3654-A4FC-F8B4-57F5-E8243A10AF90}"/>
                    </a:ext>
                  </a:extLst>
                </p:cNvPr>
                <p:cNvSpPr txBox="1"/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FB3A358-C3F1-9D6F-F042-4247632E3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流程图: 延期 80">
              <a:extLst>
                <a:ext uri="{FF2B5EF4-FFF2-40B4-BE49-F238E27FC236}">
                  <a16:creationId xmlns:a16="http://schemas.microsoft.com/office/drawing/2014/main" id="{3BB44190-EE6C-7267-D49A-1D4F86F5E5DD}"/>
                </a:ext>
              </a:extLst>
            </p:cNvPr>
            <p:cNvSpPr/>
            <p:nvPr/>
          </p:nvSpPr>
          <p:spPr>
            <a:xfrm>
              <a:off x="11178704" y="124628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2" name="流程图: 延期 81">
              <a:extLst>
                <a:ext uri="{FF2B5EF4-FFF2-40B4-BE49-F238E27FC236}">
                  <a16:creationId xmlns:a16="http://schemas.microsoft.com/office/drawing/2014/main" id="{77752E68-A6F0-8D4D-1BAB-66D08ACA6AD7}"/>
                </a:ext>
              </a:extLst>
            </p:cNvPr>
            <p:cNvSpPr/>
            <p:nvPr/>
          </p:nvSpPr>
          <p:spPr>
            <a:xfrm>
              <a:off x="7642751" y="276102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75E40C48-D99D-7C8F-BAD1-798D67B89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4" y="2592121"/>
              <a:ext cx="346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A9687BB8-5FDE-623A-945D-24D3C5430D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72669" y="2734653"/>
              <a:ext cx="309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051D1DA3-519A-375C-1A8B-FD524227F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3" y="2879948"/>
              <a:ext cx="326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A83C1C4-6FF9-8377-6AB6-AE86141F1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3" y="3185597"/>
              <a:ext cx="450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0A94C7A5-3C00-D57B-7D91-C177E28C2150}"/>
                    </a:ext>
                  </a:extLst>
                </p:cNvPr>
                <p:cNvSpPr txBox="1"/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EA9DF5B-C453-B8F1-5D01-765800BD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0FC4793A-4816-1609-05AB-E920E7F74F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31363" y="2055226"/>
              <a:ext cx="1073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01C653CD-6D76-E2BF-C69F-8EB4A692E892}"/>
                </a:ext>
              </a:extLst>
            </p:cNvPr>
            <p:cNvSpPr/>
            <p:nvPr/>
          </p:nvSpPr>
          <p:spPr>
            <a:xfrm flipV="1">
              <a:off x="10717224" y="1469243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6C340821-F796-D638-899C-23A0D45AD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0534" y="1361946"/>
              <a:ext cx="2403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DD9FC37A-816B-C13E-B7B9-58F8C1417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9331" y="1667595"/>
              <a:ext cx="2615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7CD541FC-1751-B09B-DD08-4AFE581F38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52068" y="2357020"/>
              <a:ext cx="1378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A841DB80-5442-8720-63FE-F87BF604D1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27203" y="2919800"/>
              <a:ext cx="15208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95B5511C-BF66-41A4-9E4B-5CA569772DC6}"/>
                </a:ext>
              </a:extLst>
            </p:cNvPr>
            <p:cNvSpPr/>
            <p:nvPr/>
          </p:nvSpPr>
          <p:spPr>
            <a:xfrm flipV="1">
              <a:off x="8535728" y="3631052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E187127D-1468-6BBC-DE22-220639CE6D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99347" y="2105054"/>
              <a:ext cx="21858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7531AE1-6161-903B-1F04-A93B1E2B6AC9}"/>
                </a:ext>
              </a:extLst>
            </p:cNvPr>
            <p:cNvSpPr/>
            <p:nvPr/>
          </p:nvSpPr>
          <p:spPr>
            <a:xfrm flipV="1">
              <a:off x="7139376" y="14764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E98B5DAF-0F03-8B5F-1384-446BFA078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2" y="1023402"/>
              <a:ext cx="3767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416F147C-A6F9-A151-8B3E-7FD2FD6C7B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66352" y="1193467"/>
              <a:ext cx="362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FA08C7BD-65FC-9734-7972-07FD28AE2B35}"/>
                    </a:ext>
                  </a:extLst>
                </p:cNvPr>
                <p:cNvSpPr txBox="1"/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CB80C31-E4A6-F12E-1A96-1638E1BBA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Line 27">
              <a:extLst>
                <a:ext uri="{FF2B5EF4-FFF2-40B4-BE49-F238E27FC236}">
                  <a16:creationId xmlns:a16="http://schemas.microsoft.com/office/drawing/2014/main" id="{EF58D191-7150-B947-5562-95E5B4A2B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2945" y="1520289"/>
              <a:ext cx="193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8FE86053-E141-25F2-248F-AE2CC519AB9B}"/>
                    </a:ext>
                  </a:extLst>
                </p:cNvPr>
                <p:cNvSpPr txBox="1"/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62030DE-0C68-61FC-A703-E27CF7B11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A4E47F2-FE95-CB4E-513D-D71D63C3C4E2}"/>
                    </a:ext>
                  </a:extLst>
                </p:cNvPr>
                <p:cNvSpPr txBox="1"/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53DF4FE4-240E-11F0-59F0-591766B9F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0099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89EC-7F9D-8335-BB27-B2B129E4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D5CEDC8F-6419-C5C4-EF1F-3656DAA6971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7C39FCA-C934-0515-22C8-830E5DCC2B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7A554175-54DA-FD74-6C22-FA7891ADA63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44D660B9-F0C8-A18D-22E0-B440CD28D9E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07285AE3-3DCA-66D1-69AA-F01E7D3762E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4B8CF1F2-F9AE-CB72-B7B5-1391288DE963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画出状态图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D994D124-4C74-EA63-BE3C-7B1C503FA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14548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5467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4825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D994D124-4C74-EA63-BE3C-7B1C503FA8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14548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1336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3"/>
                          <a:stretch>
                            <a:fillRect l="-457" t="-1481" r="-200913" b="-21333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3"/>
                          <a:stretch>
                            <a:fillRect l="-50228" t="-2941" r="-457" b="-5220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055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3"/>
                          <a:stretch>
                            <a:fillRect l="-101382" t="-104478" r="-102765" b="-4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3"/>
                          <a:stretch>
                            <a:fillRect l="-197738" t="-104478" r="-905" b="-429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7724843A-1287-717F-24B6-C3EEB0006558}"/>
              </a:ext>
            </a:extLst>
          </p:cNvPr>
          <p:cNvGrpSpPr/>
          <p:nvPr/>
        </p:nvGrpSpPr>
        <p:grpSpPr>
          <a:xfrm>
            <a:off x="616295" y="2174674"/>
            <a:ext cx="1839340" cy="821083"/>
            <a:chOff x="1586291" y="1728260"/>
            <a:chExt cx="1555642" cy="694438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72D301FF-7A20-A6BF-9192-B6BCB7B80E82}"/>
                </a:ext>
              </a:extLst>
            </p:cNvPr>
            <p:cNvSpPr/>
            <p:nvPr/>
          </p:nvSpPr>
          <p:spPr>
            <a:xfrm>
              <a:off x="1586291" y="1764548"/>
              <a:ext cx="658150" cy="65815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893AA0B7-B6EE-8E26-DBF0-22C79719A9B8}"/>
                    </a:ext>
                  </a:extLst>
                </p:cNvPr>
                <p:cNvSpPr txBox="1"/>
                <p:nvPr/>
              </p:nvSpPr>
              <p:spPr>
                <a:xfrm>
                  <a:off x="1748288" y="1891194"/>
                  <a:ext cx="458982" cy="4250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2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F498A86-045A-0032-E26E-E92EA8A4B2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8288" y="1891194"/>
                  <a:ext cx="458982" cy="425033"/>
                </a:xfrm>
                <a:prstGeom prst="rect">
                  <a:avLst/>
                </a:prstGeom>
                <a:blipFill>
                  <a:blip r:embed="rId16"/>
                  <a:stretch>
                    <a:fillRect l="-39326" r="-101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ED8B71A7-EB96-E0C0-1EFE-199A6CA02331}"/>
                </a:ext>
              </a:extLst>
            </p:cNvPr>
            <p:cNvCxnSpPr>
              <a:cxnSpLocks/>
              <a:stCxn id="124" idx="6"/>
            </p:cNvCxnSpPr>
            <p:nvPr/>
          </p:nvCxnSpPr>
          <p:spPr>
            <a:xfrm>
              <a:off x="2244441" y="2093623"/>
              <a:ext cx="897492" cy="100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 Box 49">
                  <a:extLst>
                    <a:ext uri="{FF2B5EF4-FFF2-40B4-BE49-F238E27FC236}">
                      <a16:creationId xmlns:a16="http://schemas.microsoft.com/office/drawing/2014/main" id="{31743529-FA53-714C-A728-4E4D23F8B13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6948" y="1728260"/>
                  <a:ext cx="678325" cy="4216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2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Text Box 49">
                  <a:extLst>
                    <a:ext uri="{FF2B5EF4-FFF2-40B4-BE49-F238E27FC236}">
                      <a16:creationId xmlns:a16="http://schemas.microsoft.com/office/drawing/2014/main" id="{31743529-FA53-714C-A728-4E4D23F8B1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6948" y="1728260"/>
                  <a:ext cx="678325" cy="42169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4" name="Rectangle 48">
            <a:extLst>
              <a:ext uri="{FF2B5EF4-FFF2-40B4-BE49-F238E27FC236}">
                <a16:creationId xmlns:a16="http://schemas.microsoft.com/office/drawing/2014/main" id="{400FA654-5D0C-70BD-4DAA-6619BE9F7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941" y="3323211"/>
            <a:ext cx="635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grpSp>
        <p:nvGrpSpPr>
          <p:cNvPr id="155" name="Group 57">
            <a:extLst>
              <a:ext uri="{FF2B5EF4-FFF2-40B4-BE49-F238E27FC236}">
                <a16:creationId xmlns:a16="http://schemas.microsoft.com/office/drawing/2014/main" id="{71F3E810-4272-F9CB-B69E-4E2C842BF623}"/>
              </a:ext>
            </a:extLst>
          </p:cNvPr>
          <p:cNvGrpSpPr>
            <a:grpSpLocks/>
          </p:cNvGrpSpPr>
          <p:nvPr/>
        </p:nvGrpSpPr>
        <p:grpSpPr bwMode="auto">
          <a:xfrm>
            <a:off x="1742939" y="5424074"/>
            <a:ext cx="684213" cy="684213"/>
            <a:chOff x="3152" y="3453"/>
            <a:chExt cx="431" cy="431"/>
          </a:xfrm>
        </p:grpSpPr>
        <p:sp>
          <p:nvSpPr>
            <p:cNvPr id="156" name="Oval 58">
              <a:extLst>
                <a:ext uri="{FF2B5EF4-FFF2-40B4-BE49-F238E27FC236}">
                  <a16:creationId xmlns:a16="http://schemas.microsoft.com/office/drawing/2014/main" id="{5D7EADA4-68A6-F959-C2F5-04D213754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453"/>
              <a:ext cx="431" cy="43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Text Box 59">
              <a:extLst>
                <a:ext uri="{FF2B5EF4-FFF2-40B4-BE49-F238E27FC236}">
                  <a16:creationId xmlns:a16="http://schemas.microsoft.com/office/drawing/2014/main" id="{44EAC818-26E8-9488-CFC3-CF9A73D14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546"/>
              <a:ext cx="3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</p:grpSp>
      <p:grpSp>
        <p:nvGrpSpPr>
          <p:cNvPr id="158" name="Group 60">
            <a:extLst>
              <a:ext uri="{FF2B5EF4-FFF2-40B4-BE49-F238E27FC236}">
                <a16:creationId xmlns:a16="http://schemas.microsoft.com/office/drawing/2014/main" id="{DE8C07D8-7A84-9CF3-8204-DB87748E9581}"/>
              </a:ext>
            </a:extLst>
          </p:cNvPr>
          <p:cNvGrpSpPr>
            <a:grpSpLocks/>
          </p:cNvGrpSpPr>
          <p:nvPr/>
        </p:nvGrpSpPr>
        <p:grpSpPr bwMode="auto">
          <a:xfrm>
            <a:off x="3804541" y="3602170"/>
            <a:ext cx="684213" cy="684213"/>
            <a:chOff x="3152" y="3453"/>
            <a:chExt cx="431" cy="431"/>
          </a:xfrm>
        </p:grpSpPr>
        <p:sp>
          <p:nvSpPr>
            <p:cNvPr id="159" name="Oval 61">
              <a:extLst>
                <a:ext uri="{FF2B5EF4-FFF2-40B4-BE49-F238E27FC236}">
                  <a16:creationId xmlns:a16="http://schemas.microsoft.com/office/drawing/2014/main" id="{81F05506-843F-8804-08F5-414BB735F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453"/>
              <a:ext cx="431" cy="43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Text Box 62">
              <a:extLst>
                <a:ext uri="{FF2B5EF4-FFF2-40B4-BE49-F238E27FC236}">
                  <a16:creationId xmlns:a16="http://schemas.microsoft.com/office/drawing/2014/main" id="{E96159E2-3C0F-BA71-1606-BFD4C3C1A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" y="3534"/>
              <a:ext cx="3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161" name="Group 63">
            <a:extLst>
              <a:ext uri="{FF2B5EF4-FFF2-40B4-BE49-F238E27FC236}">
                <a16:creationId xmlns:a16="http://schemas.microsoft.com/office/drawing/2014/main" id="{13212B43-D6B1-F305-A39F-B79AFA7F9131}"/>
              </a:ext>
            </a:extLst>
          </p:cNvPr>
          <p:cNvGrpSpPr>
            <a:grpSpLocks/>
          </p:cNvGrpSpPr>
          <p:nvPr/>
        </p:nvGrpSpPr>
        <p:grpSpPr bwMode="auto">
          <a:xfrm>
            <a:off x="1742707" y="3597838"/>
            <a:ext cx="684213" cy="684213"/>
            <a:chOff x="3152" y="3453"/>
            <a:chExt cx="431" cy="431"/>
          </a:xfrm>
        </p:grpSpPr>
        <p:sp>
          <p:nvSpPr>
            <p:cNvPr id="162" name="Oval 64">
              <a:extLst>
                <a:ext uri="{FF2B5EF4-FFF2-40B4-BE49-F238E27FC236}">
                  <a16:creationId xmlns:a16="http://schemas.microsoft.com/office/drawing/2014/main" id="{840326D5-36C3-92C7-A7FD-650B698DB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453"/>
              <a:ext cx="431" cy="43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Text Box 65">
              <a:extLst>
                <a:ext uri="{FF2B5EF4-FFF2-40B4-BE49-F238E27FC236}">
                  <a16:creationId xmlns:a16="http://schemas.microsoft.com/office/drawing/2014/main" id="{D3075DEC-BE00-B307-AF4E-1E0897A74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3532"/>
              <a:ext cx="3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</p:grpSp>
      <p:grpSp>
        <p:nvGrpSpPr>
          <p:cNvPr id="164" name="Group 66">
            <a:extLst>
              <a:ext uri="{FF2B5EF4-FFF2-40B4-BE49-F238E27FC236}">
                <a16:creationId xmlns:a16="http://schemas.microsoft.com/office/drawing/2014/main" id="{9888DF63-D04B-1751-2ABF-3E0F0B67B463}"/>
              </a:ext>
            </a:extLst>
          </p:cNvPr>
          <p:cNvGrpSpPr>
            <a:grpSpLocks/>
          </p:cNvGrpSpPr>
          <p:nvPr/>
        </p:nvGrpSpPr>
        <p:grpSpPr bwMode="auto">
          <a:xfrm>
            <a:off x="3804541" y="5424074"/>
            <a:ext cx="684213" cy="684213"/>
            <a:chOff x="3152" y="3453"/>
            <a:chExt cx="431" cy="431"/>
          </a:xfrm>
        </p:grpSpPr>
        <p:sp>
          <p:nvSpPr>
            <p:cNvPr id="165" name="Oval 67">
              <a:extLst>
                <a:ext uri="{FF2B5EF4-FFF2-40B4-BE49-F238E27FC236}">
                  <a16:creationId xmlns:a16="http://schemas.microsoft.com/office/drawing/2014/main" id="{32D84C5B-BA30-8250-F94C-0988D615B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453"/>
              <a:ext cx="431" cy="43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Text Box 68">
              <a:extLst>
                <a:ext uri="{FF2B5EF4-FFF2-40B4-BE49-F238E27FC236}">
                  <a16:creationId xmlns:a16="http://schemas.microsoft.com/office/drawing/2014/main" id="{07592964-C7A4-1084-C01F-BB909198F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3544"/>
              <a:ext cx="33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</p:grpSp>
      <p:sp>
        <p:nvSpPr>
          <p:cNvPr id="167" name="弧形 166">
            <a:extLst>
              <a:ext uri="{FF2B5EF4-FFF2-40B4-BE49-F238E27FC236}">
                <a16:creationId xmlns:a16="http://schemas.microsoft.com/office/drawing/2014/main" id="{4072A213-295B-FDF9-E2D3-12209D1A4F42}"/>
              </a:ext>
            </a:extLst>
          </p:cNvPr>
          <p:cNvSpPr/>
          <p:nvPr/>
        </p:nvSpPr>
        <p:spPr>
          <a:xfrm>
            <a:off x="1394470" y="3317365"/>
            <a:ext cx="613176" cy="599047"/>
          </a:xfrm>
          <a:prstGeom prst="arc">
            <a:avLst>
              <a:gd name="adj1" fmla="val 4818630"/>
              <a:gd name="adj2" fmla="val 21430074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57FB8011-2932-748B-2A94-94D89BE43176}"/>
              </a:ext>
            </a:extLst>
          </p:cNvPr>
          <p:cNvCxnSpPr>
            <a:cxnSpLocks/>
            <a:stCxn id="162" idx="6"/>
            <a:endCxn id="159" idx="2"/>
          </p:cNvCxnSpPr>
          <p:nvPr/>
        </p:nvCxnSpPr>
        <p:spPr>
          <a:xfrm>
            <a:off x="2426920" y="3939945"/>
            <a:ext cx="1377621" cy="4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B938B9F0-5404-79F6-9B07-F28A7B4C9674}"/>
              </a:ext>
            </a:extLst>
          </p:cNvPr>
          <p:cNvCxnSpPr>
            <a:cxnSpLocks/>
            <a:stCxn id="159" idx="4"/>
            <a:endCxn id="165" idx="0"/>
          </p:cNvCxnSpPr>
          <p:nvPr/>
        </p:nvCxnSpPr>
        <p:spPr>
          <a:xfrm>
            <a:off x="4146648" y="4286383"/>
            <a:ext cx="0" cy="1137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C6583E55-C8A8-F3BD-C1CB-39C648FEE90B}"/>
              </a:ext>
            </a:extLst>
          </p:cNvPr>
          <p:cNvCxnSpPr>
            <a:cxnSpLocks/>
            <a:stCxn id="165" idx="2"/>
            <a:endCxn id="156" idx="6"/>
          </p:cNvCxnSpPr>
          <p:nvPr/>
        </p:nvCxnSpPr>
        <p:spPr>
          <a:xfrm flipH="1">
            <a:off x="2427152" y="5766181"/>
            <a:ext cx="13773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8A4251E0-71ED-B8DF-744F-43121E91AB26}"/>
              </a:ext>
            </a:extLst>
          </p:cNvPr>
          <p:cNvCxnSpPr>
            <a:cxnSpLocks/>
            <a:stCxn id="156" idx="0"/>
            <a:endCxn id="162" idx="4"/>
          </p:cNvCxnSpPr>
          <p:nvPr/>
        </p:nvCxnSpPr>
        <p:spPr>
          <a:xfrm flipH="1" flipV="1">
            <a:off x="2084814" y="4282051"/>
            <a:ext cx="232" cy="114202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弧形 171">
            <a:extLst>
              <a:ext uri="{FF2B5EF4-FFF2-40B4-BE49-F238E27FC236}">
                <a16:creationId xmlns:a16="http://schemas.microsoft.com/office/drawing/2014/main" id="{8D9EDC98-B6CF-29C3-6582-D1D0B7F070A1}"/>
              </a:ext>
            </a:extLst>
          </p:cNvPr>
          <p:cNvSpPr/>
          <p:nvPr/>
        </p:nvSpPr>
        <p:spPr>
          <a:xfrm>
            <a:off x="4263129" y="3317365"/>
            <a:ext cx="613176" cy="599047"/>
          </a:xfrm>
          <a:prstGeom prst="arc">
            <a:avLst>
              <a:gd name="adj1" fmla="val 10879983"/>
              <a:gd name="adj2" fmla="val 6261195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3" name="弧形 172">
            <a:extLst>
              <a:ext uri="{FF2B5EF4-FFF2-40B4-BE49-F238E27FC236}">
                <a16:creationId xmlns:a16="http://schemas.microsoft.com/office/drawing/2014/main" id="{DD73E372-CB02-80D2-1951-7FD9A8300B26}"/>
              </a:ext>
            </a:extLst>
          </p:cNvPr>
          <p:cNvSpPr/>
          <p:nvPr/>
        </p:nvSpPr>
        <p:spPr>
          <a:xfrm>
            <a:off x="1449445" y="5808763"/>
            <a:ext cx="613176" cy="599047"/>
          </a:xfrm>
          <a:prstGeom prst="arc">
            <a:avLst>
              <a:gd name="adj1" fmla="val 188228"/>
              <a:gd name="adj2" fmla="val 15966099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4" name="弧形 173">
            <a:extLst>
              <a:ext uri="{FF2B5EF4-FFF2-40B4-BE49-F238E27FC236}">
                <a16:creationId xmlns:a16="http://schemas.microsoft.com/office/drawing/2014/main" id="{8B44BAB5-4E45-5057-3C6E-2CEFF0948559}"/>
              </a:ext>
            </a:extLst>
          </p:cNvPr>
          <p:cNvSpPr/>
          <p:nvPr/>
        </p:nvSpPr>
        <p:spPr>
          <a:xfrm>
            <a:off x="4263129" y="5808762"/>
            <a:ext cx="613176" cy="599047"/>
          </a:xfrm>
          <a:prstGeom prst="arc">
            <a:avLst>
              <a:gd name="adj1" fmla="val 15213518"/>
              <a:gd name="adj2" fmla="val 10861322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Rectangle 48">
            <a:extLst>
              <a:ext uri="{FF2B5EF4-FFF2-40B4-BE49-F238E27FC236}">
                <a16:creationId xmlns:a16="http://schemas.microsoft.com/office/drawing/2014/main" id="{378254DB-66FF-8800-8D42-9FF3A914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175" y="3506319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176" name="Rectangle 48">
            <a:extLst>
              <a:ext uri="{FF2B5EF4-FFF2-40B4-BE49-F238E27FC236}">
                <a16:creationId xmlns:a16="http://schemas.microsoft.com/office/drawing/2014/main" id="{0BCB2E65-53FC-00CF-DE55-89E108C35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175" y="5781992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177" name="Rectangle 48">
            <a:extLst>
              <a:ext uri="{FF2B5EF4-FFF2-40B4-BE49-F238E27FC236}">
                <a16:creationId xmlns:a16="http://schemas.microsoft.com/office/drawing/2014/main" id="{F259420E-E55D-7A17-FBB3-7BE07E8AD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466" y="4637618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1/0</a:t>
            </a:r>
          </a:p>
        </p:txBody>
      </p:sp>
      <p:sp>
        <p:nvSpPr>
          <p:cNvPr id="178" name="Rectangle 48">
            <a:extLst>
              <a:ext uri="{FF2B5EF4-FFF2-40B4-BE49-F238E27FC236}">
                <a16:creationId xmlns:a16="http://schemas.microsoft.com/office/drawing/2014/main" id="{2D9B6DD2-76EB-C8FF-4F35-F5FF3D2AD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376" y="4647144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1/1</a:t>
            </a:r>
          </a:p>
        </p:txBody>
      </p:sp>
      <p:sp>
        <p:nvSpPr>
          <p:cNvPr id="179" name="Rectangle 48">
            <a:extLst>
              <a:ext uri="{FF2B5EF4-FFF2-40B4-BE49-F238E27FC236}">
                <a16:creationId xmlns:a16="http://schemas.microsoft.com/office/drawing/2014/main" id="{2DF46398-EAF9-0553-0E49-7E97DEFA0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86" y="5983238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180" name="Rectangle 48">
            <a:extLst>
              <a:ext uri="{FF2B5EF4-FFF2-40B4-BE49-F238E27FC236}">
                <a16:creationId xmlns:a16="http://schemas.microsoft.com/office/drawing/2014/main" id="{ADCD9D19-C913-911C-4BA8-7E7F4A76A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290" y="3316600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181" name="Rectangle 48">
            <a:extLst>
              <a:ext uri="{FF2B5EF4-FFF2-40B4-BE49-F238E27FC236}">
                <a16:creationId xmlns:a16="http://schemas.microsoft.com/office/drawing/2014/main" id="{F2FB5F17-C4B1-155E-F70E-B45E5B721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440" y="5976922"/>
            <a:ext cx="6351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0/0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3C7910A-EB05-78CC-DCA7-F3731B50199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0DDCB4-58FC-A2DB-ACFE-B0DA427C394F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F59CBF9-91D9-363A-A324-8863BE8BC338}"/>
              </a:ext>
            </a:extLst>
          </p:cNvPr>
          <p:cNvGrpSpPr/>
          <p:nvPr/>
        </p:nvGrpSpPr>
        <p:grpSpPr>
          <a:xfrm>
            <a:off x="6460263" y="1012118"/>
            <a:ext cx="5945483" cy="2923969"/>
            <a:chOff x="6460263" y="1012118"/>
            <a:chExt cx="5945483" cy="2923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32901084-3CEF-5340-B27A-9F6750AEBF15}"/>
                    </a:ext>
                  </a:extLst>
                </p:cNvPr>
                <p:cNvSpPr/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3798844-A47D-D783-255E-29F85B6049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F88E014E-D000-CCCE-FFE6-C800387E1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1529310"/>
              <a:ext cx="232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2F16610A-CFF6-4ED7-07F3-416A42F2C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951" y="2170980"/>
              <a:ext cx="589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DF0DE17-DBEE-C7AF-E317-E65B6995BD8A}"/>
                    </a:ext>
                  </a:extLst>
                </p:cNvPr>
                <p:cNvSpPr txBox="1"/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7D2EEBC-48C6-76B2-D94B-845A0A14A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622" r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01EA57AE-72DA-F5C0-1D05-283A63477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7" y="1520608"/>
              <a:ext cx="10730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E8C3818D-EDF0-0C93-30AD-7F207D9A6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8" y="2170979"/>
              <a:ext cx="407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B268F27-895D-2626-06B1-F6AB20162C0E}"/>
                    </a:ext>
                  </a:extLst>
                </p:cNvPr>
                <p:cNvSpPr txBox="1"/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69A6FAA-EB63-C742-71BA-92A7FBAA5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5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等腰三角形 63">
              <a:extLst>
                <a:ext uri="{FF2B5EF4-FFF2-40B4-BE49-F238E27FC236}">
                  <a16:creationId xmlns:a16="http://schemas.microsoft.com/office/drawing/2014/main" id="{AE709B70-0462-BE48-CAB2-D7B409554875}"/>
                </a:ext>
              </a:extLst>
            </p:cNvPr>
            <p:cNvSpPr/>
            <p:nvPr/>
          </p:nvSpPr>
          <p:spPr>
            <a:xfrm rot="5400000">
              <a:off x="9142930" y="212302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18A52175-28DA-E33A-D9C5-A2DA62519438}"/>
                </a:ext>
              </a:extLst>
            </p:cNvPr>
            <p:cNvSpPr/>
            <p:nvPr/>
          </p:nvSpPr>
          <p:spPr>
            <a:xfrm flipV="1">
              <a:off x="10110157" y="211682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3858A4A-FA0E-9643-8E23-38CBB3BBDEC4}"/>
                    </a:ext>
                  </a:extLst>
                </p:cNvPr>
                <p:cNvSpPr txBox="1"/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E29CD9-10CD-4001-F843-CBAF12AE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87CDAA47-3140-4AF1-F085-00C24213672B}"/>
                    </a:ext>
                  </a:extLst>
                </p:cNvPr>
                <p:cNvSpPr txBox="1"/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BE09009-DB7B-E666-895C-2FF04258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CC4713E-82B8-AB1A-3B14-2801715468B6}"/>
                    </a:ext>
                  </a:extLst>
                </p:cNvPr>
                <p:cNvSpPr txBox="1"/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7EFE320-FD1A-2762-D017-00589DCF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223CAF31-74CD-ABA0-E4E4-561A40506492}"/>
                    </a:ext>
                  </a:extLst>
                </p:cNvPr>
                <p:cNvSpPr/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A7D589A2-C7F8-D7C1-74EF-C4AB2B3C2B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061F252C-1A99-83C5-26CD-DD017E275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6992" y="3032773"/>
              <a:ext cx="992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F2288B29-7774-C015-A2AE-76C6C9783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3683145"/>
              <a:ext cx="2325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689D05F1-072A-7E16-3C5F-1011C3D6ED4F}"/>
                    </a:ext>
                  </a:extLst>
                </p:cNvPr>
                <p:cNvSpPr txBox="1"/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38D93F3-DDD3-9D28-5DFE-6A9C6BAE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3288" r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BF66DB6B-FF6F-E4BD-F6DD-40A9D8753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9399" y="3032773"/>
              <a:ext cx="8537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D6273C18-4F3A-1834-EFCD-7705E4DFD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953" y="368314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0135C32E-CC0E-A35D-098B-610BAA84E8C6}"/>
                    </a:ext>
                  </a:extLst>
                </p:cNvPr>
                <p:cNvSpPr txBox="1"/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979424F-7671-A010-E179-B4FD4E897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BFA6EAAA-3A2D-C6BB-D0DD-211B059A78A2}"/>
                    </a:ext>
                  </a:extLst>
                </p:cNvPr>
                <p:cNvSpPr txBox="1"/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BA46691B-226F-5328-3BEF-F9F86EE73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blipFill>
                  <a:blip r:embed="rId22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70B16C10-E054-A176-D1CE-0966E7EEFE56}"/>
                </a:ext>
              </a:extLst>
            </p:cNvPr>
            <p:cNvSpPr/>
            <p:nvPr/>
          </p:nvSpPr>
          <p:spPr>
            <a:xfrm rot="5400000">
              <a:off x="9144276" y="363518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B206AC4-84C6-9C16-1511-32588F8DD8BD}"/>
                </a:ext>
              </a:extLst>
            </p:cNvPr>
            <p:cNvSpPr/>
            <p:nvPr/>
          </p:nvSpPr>
          <p:spPr>
            <a:xfrm flipV="1">
              <a:off x="10111503" y="36289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67D40D1-5110-94CC-4326-F7E9E2A0B069}"/>
                    </a:ext>
                  </a:extLst>
                </p:cNvPr>
                <p:cNvSpPr txBox="1"/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FB3A358-C3F1-9D6F-F042-4247632E3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流程图: 延期 79">
              <a:extLst>
                <a:ext uri="{FF2B5EF4-FFF2-40B4-BE49-F238E27FC236}">
                  <a16:creationId xmlns:a16="http://schemas.microsoft.com/office/drawing/2014/main" id="{3B79DA9D-8983-1908-B643-E2BBABD86751}"/>
                </a:ext>
              </a:extLst>
            </p:cNvPr>
            <p:cNvSpPr/>
            <p:nvPr/>
          </p:nvSpPr>
          <p:spPr>
            <a:xfrm>
              <a:off x="11178704" y="124628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1" name="流程图: 延期 80">
              <a:extLst>
                <a:ext uri="{FF2B5EF4-FFF2-40B4-BE49-F238E27FC236}">
                  <a16:creationId xmlns:a16="http://schemas.microsoft.com/office/drawing/2014/main" id="{6B148D90-642E-D53B-87B6-3AC127D4AD45}"/>
                </a:ext>
              </a:extLst>
            </p:cNvPr>
            <p:cNvSpPr/>
            <p:nvPr/>
          </p:nvSpPr>
          <p:spPr>
            <a:xfrm>
              <a:off x="7642751" y="276102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536EFAE2-16F5-5F88-D264-1CD82E6E7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4" y="2592121"/>
              <a:ext cx="346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7C544205-9B68-4A2F-5F29-1B8612D09E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72669" y="2734653"/>
              <a:ext cx="309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FAC27153-F1C6-BFF6-0449-7010F6007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3" y="2879948"/>
              <a:ext cx="326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819FC1E5-6482-DCA7-CAF7-F472B687D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3" y="3185597"/>
              <a:ext cx="450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ADBCAE9D-90CB-0627-96EF-C08B79A99960}"/>
                    </a:ext>
                  </a:extLst>
                </p:cNvPr>
                <p:cNvSpPr txBox="1"/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EA9DF5B-C453-B8F1-5D01-765800BD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A9CAF1B1-CD5F-97B8-AA17-D9627DC1A5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31363" y="2055226"/>
              <a:ext cx="1073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600BE7EB-0AED-C91E-68E7-5ACCA1CBDEE3}"/>
                </a:ext>
              </a:extLst>
            </p:cNvPr>
            <p:cNvSpPr/>
            <p:nvPr/>
          </p:nvSpPr>
          <p:spPr>
            <a:xfrm flipV="1">
              <a:off x="10717224" y="1469243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9586D44E-7ACA-3AE5-DFC0-1983323F1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0534" y="1361946"/>
              <a:ext cx="2403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E7C2A7A4-B3A0-D234-C1A7-3E269C860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9331" y="1667595"/>
              <a:ext cx="2615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280D599D-9B7D-9C0C-2715-11DDC8751F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52068" y="2357020"/>
              <a:ext cx="1378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0DC4708E-9F70-03A7-F177-E3747F9ABE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27203" y="2919800"/>
              <a:ext cx="15208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5093162C-DA64-67A9-9717-8903099ACB70}"/>
                </a:ext>
              </a:extLst>
            </p:cNvPr>
            <p:cNvSpPr/>
            <p:nvPr/>
          </p:nvSpPr>
          <p:spPr>
            <a:xfrm flipV="1">
              <a:off x="8535728" y="3631052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0E917816-647E-8B2D-641F-1E340796AF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99347" y="2105054"/>
              <a:ext cx="21858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EEA02877-0CA7-9116-390F-9F0E035B774C}"/>
                </a:ext>
              </a:extLst>
            </p:cNvPr>
            <p:cNvSpPr/>
            <p:nvPr/>
          </p:nvSpPr>
          <p:spPr>
            <a:xfrm flipV="1">
              <a:off x="7139376" y="14764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135A8B99-C8AC-7C8F-5B6D-756FF7918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2" y="1023402"/>
              <a:ext cx="3767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FB53DD32-320E-5DB8-690C-6E48CFA1DD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66352" y="1193467"/>
              <a:ext cx="362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5A2BD666-9A96-CE5D-E2E3-AF3819846679}"/>
                    </a:ext>
                  </a:extLst>
                </p:cNvPr>
                <p:cNvSpPr txBox="1"/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CB80C31-E4A6-F12E-1A96-1638E1BBA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08E42CA5-253B-D29D-0DC1-3B6B423A8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2945" y="1520289"/>
              <a:ext cx="193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8134050F-910B-1ED3-14B1-B7351164E0CC}"/>
                    </a:ext>
                  </a:extLst>
                </p:cNvPr>
                <p:cNvSpPr txBox="1"/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62030DE-0C68-61FC-A703-E27CF7B11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6B6ECF91-B119-C55E-677D-E003FD799828}"/>
                    </a:ext>
                  </a:extLst>
                </p:cNvPr>
                <p:cNvSpPr txBox="1"/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53DF4FE4-240E-11F0-59F0-591766B9F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101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51BD-E3D6-9701-F0D6-782F82B6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30802D-BBF2-F01C-6B1F-C2D46B05412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EDBCF1F-4096-9318-96BD-DF7B49E44D9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CB420375-2A5F-3B9F-CF16-3ABDB9B76E8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06200A37-E422-3809-76C4-394CC719B44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013946FE-D69C-7B0D-F3EA-1F524255369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C4D4C19-1EC5-79B2-AD90-8D988ED45119}"/>
                  </a:ext>
                </a:extLst>
              </p:cNvPr>
              <p:cNvSpPr txBox="1"/>
              <p:nvPr/>
            </p:nvSpPr>
            <p:spPr>
              <a:xfrm>
                <a:off x="360000" y="1548000"/>
                <a:ext cx="658351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画出时序图（初始状态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BC4D4C19-1EC5-79B2-AD90-8D988ED45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48000"/>
                <a:ext cx="6583518" cy="523220"/>
              </a:xfrm>
              <a:prstGeom prst="rect">
                <a:avLst/>
              </a:prstGeom>
              <a:blipFill>
                <a:blip r:embed="rId3"/>
                <a:stretch>
                  <a:fillRect l="-1667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D7834CC8-BA06-8BF5-1ED2-E1DB513B1F1B}"/>
              </a:ext>
            </a:extLst>
          </p:cNvPr>
          <p:cNvGrpSpPr/>
          <p:nvPr/>
        </p:nvGrpSpPr>
        <p:grpSpPr>
          <a:xfrm>
            <a:off x="604800" y="2403854"/>
            <a:ext cx="5043365" cy="3857090"/>
            <a:chOff x="724192" y="2403854"/>
            <a:chExt cx="5043365" cy="3857090"/>
          </a:xfrm>
        </p:grpSpPr>
        <p:grpSp>
          <p:nvGrpSpPr>
            <p:cNvPr id="186" name="组合 185">
              <a:extLst>
                <a:ext uri="{FF2B5EF4-FFF2-40B4-BE49-F238E27FC236}">
                  <a16:creationId xmlns:a16="http://schemas.microsoft.com/office/drawing/2014/main" id="{8F85E591-B20D-3664-C963-4B45009E9957}"/>
                </a:ext>
              </a:extLst>
            </p:cNvPr>
            <p:cNvGrpSpPr/>
            <p:nvPr/>
          </p:nvGrpSpPr>
          <p:grpSpPr>
            <a:xfrm>
              <a:off x="1458700" y="2403854"/>
              <a:ext cx="4055081" cy="3857089"/>
              <a:chOff x="1365659" y="2403855"/>
              <a:chExt cx="4055081" cy="3501956"/>
            </a:xfrm>
          </p:grpSpPr>
          <p:sp>
            <p:nvSpPr>
              <p:cNvPr id="182" name="Line 5">
                <a:extLst>
                  <a:ext uri="{FF2B5EF4-FFF2-40B4-BE49-F238E27FC236}">
                    <a16:creationId xmlns:a16="http://schemas.microsoft.com/office/drawing/2014/main" id="{787FC7B6-F6CF-42D7-9477-43CB70A75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6702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6">
                <a:extLst>
                  <a:ext uri="{FF2B5EF4-FFF2-40B4-BE49-F238E27FC236}">
                    <a16:creationId xmlns:a16="http://schemas.microsoft.com/office/drawing/2014/main" id="{CB5A63AC-8AC6-3882-3B68-AC5D58F39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13186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Line 7">
                <a:extLst>
                  <a:ext uri="{FF2B5EF4-FFF2-40B4-BE49-F238E27FC236}">
                    <a16:creationId xmlns:a16="http://schemas.microsoft.com/office/drawing/2014/main" id="{6EFE6668-BFCA-9FEE-1DEE-7A2060564F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20740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" name="Line 3">
                <a:extLst>
                  <a:ext uri="{FF2B5EF4-FFF2-40B4-BE49-F238E27FC236}">
                    <a16:creationId xmlns:a16="http://schemas.microsoft.com/office/drawing/2014/main" id="{4064496A-05C7-5A2F-AE78-481CAA6316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565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" name="Line 4">
                <a:extLst>
                  <a:ext uri="{FF2B5EF4-FFF2-40B4-BE49-F238E27FC236}">
                    <a16:creationId xmlns:a16="http://schemas.microsoft.com/office/drawing/2014/main" id="{4A62D4DE-BCA5-49A4-665D-BEF199329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143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C758364E-48DE-F9E0-916E-601D2A6A9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9697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E6FE6812-D864-571E-8434-3AA4C1C65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181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Line 7">
                <a:extLst>
                  <a:ext uri="{FF2B5EF4-FFF2-40B4-BE49-F238E27FC236}">
                    <a16:creationId xmlns:a16="http://schemas.microsoft.com/office/drawing/2014/main" id="{E9240275-7638-E98C-86A7-64A56DE04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93735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8">
                <a:extLst>
                  <a:ext uri="{FF2B5EF4-FFF2-40B4-BE49-F238E27FC236}">
                    <a16:creationId xmlns:a16="http://schemas.microsoft.com/office/drawing/2014/main" id="{6C0CC925-0793-4F5B-B45E-95604B7DC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21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92441326-B6B3-CB35-8058-EEDBD92AB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20" y="3437863"/>
              <a:ext cx="18421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EAD0E137-6B61-245D-E60F-6D968680C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0634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D23C727E-BD9E-F5BD-878B-18A6B6E09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8492" y="3760125"/>
              <a:ext cx="5100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D2FAED17-8CDF-D7D1-E427-776CC038B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8533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A11243B6-15AD-0D1D-4395-18803CDDE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8533" y="3437863"/>
              <a:ext cx="5144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43BE97F1-53EE-5799-4855-496A48F1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954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A22AB8B-2410-EF03-03FD-964399320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2954" y="3760125"/>
              <a:ext cx="534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E81985C8-8101-824D-2C87-E0C567459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7578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7B70D0B7-23E3-B89D-E38D-55D2A30D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7578" y="3437863"/>
              <a:ext cx="11699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5">
              <a:extLst>
                <a:ext uri="{FF2B5EF4-FFF2-40B4-BE49-F238E27FC236}">
                  <a16:creationId xmlns:a16="http://schemas.microsoft.com/office/drawing/2014/main" id="{89C61A97-5551-F1AF-BB72-85A14FBCB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23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6">
              <a:extLst>
                <a:ext uri="{FF2B5EF4-FFF2-40B4-BE49-F238E27FC236}">
                  <a16:creationId xmlns:a16="http://schemas.microsoft.com/office/drawing/2014/main" id="{0F5C3449-A7E1-F2C5-428A-A2F90EFBD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8700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3B7D09A9-BDFD-B8E6-F892-936076E8D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8700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8">
              <a:extLst>
                <a:ext uri="{FF2B5EF4-FFF2-40B4-BE49-F238E27FC236}">
                  <a16:creationId xmlns:a16="http://schemas.microsoft.com/office/drawing/2014/main" id="{B318F237-7DB8-AA3A-0B35-BB8DF561F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477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9">
              <a:extLst>
                <a:ext uri="{FF2B5EF4-FFF2-40B4-BE49-F238E27FC236}">
                  <a16:creationId xmlns:a16="http://schemas.microsoft.com/office/drawing/2014/main" id="{E249E60E-1AC0-96C3-E2B5-610925E30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477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0">
              <a:extLst>
                <a:ext uri="{FF2B5EF4-FFF2-40B4-BE49-F238E27FC236}">
                  <a16:creationId xmlns:a16="http://schemas.microsoft.com/office/drawing/2014/main" id="{CF3258A7-A8CE-6771-C001-74A3CBD4DF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5184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31">
              <a:extLst>
                <a:ext uri="{FF2B5EF4-FFF2-40B4-BE49-F238E27FC236}">
                  <a16:creationId xmlns:a16="http://schemas.microsoft.com/office/drawing/2014/main" id="{BECE51D8-FC9A-6D3A-501A-CA8CE386E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184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D07824E6-DD68-D189-83D6-B95DB33BB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8961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33">
              <a:extLst>
                <a:ext uri="{FF2B5EF4-FFF2-40B4-BE49-F238E27FC236}">
                  <a16:creationId xmlns:a16="http://schemas.microsoft.com/office/drawing/2014/main" id="{49901FB3-D90F-716D-8980-B9DCCBAD0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8961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34">
              <a:extLst>
                <a:ext uri="{FF2B5EF4-FFF2-40B4-BE49-F238E27FC236}">
                  <a16:creationId xmlns:a16="http://schemas.microsoft.com/office/drawing/2014/main" id="{2E9907CB-D869-8BB6-8A13-E98536410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738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D08C6458-9B1B-F024-5637-1ED2C2852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738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36">
              <a:extLst>
                <a:ext uri="{FF2B5EF4-FFF2-40B4-BE49-F238E27FC236}">
                  <a16:creationId xmlns:a16="http://schemas.microsoft.com/office/drawing/2014/main" id="{110352D4-1E2F-584F-8770-70A0F2B28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444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37">
              <a:extLst>
                <a:ext uri="{FF2B5EF4-FFF2-40B4-BE49-F238E27FC236}">
                  <a16:creationId xmlns:a16="http://schemas.microsoft.com/office/drawing/2014/main" id="{0830EB1B-D7B1-0EED-0EF7-E4FE66A10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444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38">
              <a:extLst>
                <a:ext uri="{FF2B5EF4-FFF2-40B4-BE49-F238E27FC236}">
                  <a16:creationId xmlns:a16="http://schemas.microsoft.com/office/drawing/2014/main" id="{0BD1BF54-D017-698C-8241-27F9CC527A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922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39">
              <a:extLst>
                <a:ext uri="{FF2B5EF4-FFF2-40B4-BE49-F238E27FC236}">
                  <a16:creationId xmlns:a16="http://schemas.microsoft.com/office/drawing/2014/main" id="{B6F7020F-40B5-B60C-972F-A550007C2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9222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40">
              <a:extLst>
                <a:ext uri="{FF2B5EF4-FFF2-40B4-BE49-F238E27FC236}">
                  <a16:creationId xmlns:a16="http://schemas.microsoft.com/office/drawing/2014/main" id="{4DAEBAF6-A3BF-8734-E7D5-B9D8E2DDF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99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41">
              <a:extLst>
                <a:ext uri="{FF2B5EF4-FFF2-40B4-BE49-F238E27FC236}">
                  <a16:creationId xmlns:a16="http://schemas.microsoft.com/office/drawing/2014/main" id="{E4EAB741-E836-2481-F803-810E70250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999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42">
              <a:extLst>
                <a:ext uri="{FF2B5EF4-FFF2-40B4-BE49-F238E27FC236}">
                  <a16:creationId xmlns:a16="http://schemas.microsoft.com/office/drawing/2014/main" id="{364B39D8-A64F-5105-7EBF-56787F48C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677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43">
              <a:extLst>
                <a:ext uri="{FF2B5EF4-FFF2-40B4-BE49-F238E27FC236}">
                  <a16:creationId xmlns:a16="http://schemas.microsoft.com/office/drawing/2014/main" id="{CB1C3026-3F39-8446-6C3F-9C1CACD42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6776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44">
              <a:extLst>
                <a:ext uri="{FF2B5EF4-FFF2-40B4-BE49-F238E27FC236}">
                  <a16:creationId xmlns:a16="http://schemas.microsoft.com/office/drawing/2014/main" id="{B28C4A97-8796-0966-85FB-368F264F1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948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45">
              <a:extLst>
                <a:ext uri="{FF2B5EF4-FFF2-40B4-BE49-F238E27FC236}">
                  <a16:creationId xmlns:a16="http://schemas.microsoft.com/office/drawing/2014/main" id="{13C35AFD-E8DE-AB18-4F64-2A85A5546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9482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46">
              <a:extLst>
                <a:ext uri="{FF2B5EF4-FFF2-40B4-BE49-F238E27FC236}">
                  <a16:creationId xmlns:a16="http://schemas.microsoft.com/office/drawing/2014/main" id="{1E8D3711-7918-EB5C-E916-1F4DFCD47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325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47">
              <a:extLst>
                <a:ext uri="{FF2B5EF4-FFF2-40B4-BE49-F238E27FC236}">
                  <a16:creationId xmlns:a16="http://schemas.microsoft.com/office/drawing/2014/main" id="{273D0F55-D6DA-CDDB-8DA1-274173910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3259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48">
              <a:extLst>
                <a:ext uri="{FF2B5EF4-FFF2-40B4-BE49-F238E27FC236}">
                  <a16:creationId xmlns:a16="http://schemas.microsoft.com/office/drawing/2014/main" id="{2A478AAE-9415-C413-9F22-CF70C1A98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037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49">
              <a:extLst>
                <a:ext uri="{FF2B5EF4-FFF2-40B4-BE49-F238E27FC236}">
                  <a16:creationId xmlns:a16="http://schemas.microsoft.com/office/drawing/2014/main" id="{3D6A2552-B715-62C8-EF40-E8C2BA231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7037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51">
              <a:extLst>
                <a:ext uri="{FF2B5EF4-FFF2-40B4-BE49-F238E27FC236}">
                  <a16:creationId xmlns:a16="http://schemas.microsoft.com/office/drawing/2014/main" id="{471E8362-9BB5-8FC5-2F8F-1B18E3C40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18" y="4555338"/>
              <a:ext cx="2537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52">
              <a:extLst>
                <a:ext uri="{FF2B5EF4-FFF2-40B4-BE49-F238E27FC236}">
                  <a16:creationId xmlns:a16="http://schemas.microsoft.com/office/drawing/2014/main" id="{B9D4DF74-DD16-69BD-A9C6-0DB3B181E8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2144" y="4236215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53">
              <a:extLst>
                <a:ext uri="{FF2B5EF4-FFF2-40B4-BE49-F238E27FC236}">
                  <a16:creationId xmlns:a16="http://schemas.microsoft.com/office/drawing/2014/main" id="{E50C1F23-47E0-6955-D0C4-7879388BA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144" y="4236215"/>
              <a:ext cx="503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54">
              <a:extLst>
                <a:ext uri="{FF2B5EF4-FFF2-40B4-BE49-F238E27FC236}">
                  <a16:creationId xmlns:a16="http://schemas.microsoft.com/office/drawing/2014/main" id="{BC8795F9-0993-A825-3B0A-142C33164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6183" y="4236215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55">
              <a:extLst>
                <a:ext uri="{FF2B5EF4-FFF2-40B4-BE49-F238E27FC236}">
                  <a16:creationId xmlns:a16="http://schemas.microsoft.com/office/drawing/2014/main" id="{13EA359D-CCAC-4742-47E0-C85C4C8B5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738" y="4236214"/>
              <a:ext cx="5064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Line 56">
              <a:extLst>
                <a:ext uri="{FF2B5EF4-FFF2-40B4-BE49-F238E27FC236}">
                  <a16:creationId xmlns:a16="http://schemas.microsoft.com/office/drawing/2014/main" id="{EA26ED15-2F4D-6C2E-390B-29F4CAB33B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4557" y="4236215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57">
              <a:extLst>
                <a:ext uri="{FF2B5EF4-FFF2-40B4-BE49-F238E27FC236}">
                  <a16:creationId xmlns:a16="http://schemas.microsoft.com/office/drawing/2014/main" id="{2C9BA99E-A463-654C-999D-5391768A3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4557" y="4236215"/>
              <a:ext cx="10127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58">
              <a:extLst>
                <a:ext uri="{FF2B5EF4-FFF2-40B4-BE49-F238E27FC236}">
                  <a16:creationId xmlns:a16="http://schemas.microsoft.com/office/drawing/2014/main" id="{5FE9AE0B-8229-6041-EA68-4D23B7BEA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297" y="4231684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Line 59">
              <a:extLst>
                <a:ext uri="{FF2B5EF4-FFF2-40B4-BE49-F238E27FC236}">
                  <a16:creationId xmlns:a16="http://schemas.microsoft.com/office/drawing/2014/main" id="{50B617F6-B6A8-D8AB-B458-36CCC1DCD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297" y="4550771"/>
              <a:ext cx="5064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 Box 98">
                  <a:extLst>
                    <a:ext uri="{FF2B5EF4-FFF2-40B4-BE49-F238E27FC236}">
                      <a16:creationId xmlns:a16="http://schemas.microsoft.com/office/drawing/2014/main" id="{3D527D78-3D6C-BADB-FF64-685EAD4604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9090" y="2539465"/>
                  <a:ext cx="47583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Text Box 98">
                  <a:extLst>
                    <a:ext uri="{FF2B5EF4-FFF2-40B4-BE49-F238E27FC236}">
                      <a16:creationId xmlns:a16="http://schemas.microsoft.com/office/drawing/2014/main" id="{3D527D78-3D6C-BADB-FF64-685EAD460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9090" y="2539465"/>
                  <a:ext cx="475831" cy="5355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 Box 98">
                  <a:extLst>
                    <a:ext uri="{FF2B5EF4-FFF2-40B4-BE49-F238E27FC236}">
                      <a16:creationId xmlns:a16="http://schemas.microsoft.com/office/drawing/2014/main" id="{608505B5-9C21-D88C-0E88-DF8CB77B3D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9087" y="3336788"/>
                  <a:ext cx="47583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Text Box 98">
                  <a:extLst>
                    <a:ext uri="{FF2B5EF4-FFF2-40B4-BE49-F238E27FC236}">
                      <a16:creationId xmlns:a16="http://schemas.microsoft.com/office/drawing/2014/main" id="{608505B5-9C21-D88C-0E88-DF8CB77B3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9087" y="3336788"/>
                  <a:ext cx="475831" cy="5355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 Box 98">
                  <a:extLst>
                    <a:ext uri="{FF2B5EF4-FFF2-40B4-BE49-F238E27FC236}">
                      <a16:creationId xmlns:a16="http://schemas.microsoft.com/office/drawing/2014/main" id="{500E1998-2B2B-412E-9F06-4861D176FC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9087" y="4134111"/>
                  <a:ext cx="479280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Text Box 98">
                  <a:extLst>
                    <a:ext uri="{FF2B5EF4-FFF2-40B4-BE49-F238E27FC236}">
                      <a16:creationId xmlns:a16="http://schemas.microsoft.com/office/drawing/2014/main" id="{500E1998-2B2B-412E-9F06-4861D176FC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9087" y="4134111"/>
                  <a:ext cx="479280" cy="5355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 Box 98">
                  <a:extLst>
                    <a:ext uri="{FF2B5EF4-FFF2-40B4-BE49-F238E27FC236}">
                      <a16:creationId xmlns:a16="http://schemas.microsoft.com/office/drawing/2014/main" id="{EB41F1D3-85AD-0B5E-2BF8-853286F45F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4192" y="4929762"/>
                  <a:ext cx="47928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Text Box 98">
                  <a:extLst>
                    <a:ext uri="{FF2B5EF4-FFF2-40B4-BE49-F238E27FC236}">
                      <a16:creationId xmlns:a16="http://schemas.microsoft.com/office/drawing/2014/main" id="{EB41F1D3-85AD-0B5E-2BF8-853286F45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192" y="4929762"/>
                  <a:ext cx="479281" cy="5355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 Box 98">
                  <a:extLst>
                    <a:ext uri="{FF2B5EF4-FFF2-40B4-BE49-F238E27FC236}">
                      <a16:creationId xmlns:a16="http://schemas.microsoft.com/office/drawing/2014/main" id="{D4F0C458-2270-2ED6-DCF5-D5895B39E5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9087" y="5725413"/>
                  <a:ext cx="472380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Text Box 98">
                  <a:extLst>
                    <a:ext uri="{FF2B5EF4-FFF2-40B4-BE49-F238E27FC236}">
                      <a16:creationId xmlns:a16="http://schemas.microsoft.com/office/drawing/2014/main" id="{D4F0C458-2270-2ED6-DCF5-D5895B39E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9087" y="5725413"/>
                  <a:ext cx="472380" cy="5355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Line 38">
              <a:extLst>
                <a:ext uri="{FF2B5EF4-FFF2-40B4-BE49-F238E27FC236}">
                  <a16:creationId xmlns:a16="http://schemas.microsoft.com/office/drawing/2014/main" id="{E34FF874-95C3-D3B0-A04F-E8247E4FB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974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39">
              <a:extLst>
                <a:ext uri="{FF2B5EF4-FFF2-40B4-BE49-F238E27FC236}">
                  <a16:creationId xmlns:a16="http://schemas.microsoft.com/office/drawing/2014/main" id="{7E08C0E6-58DB-2A2A-8FC4-E720188CD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9743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683A12F4-3439-95C7-90D9-031061A14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20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2C0FCB59-80AF-B458-6881-9750EEE0A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520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42">
              <a:extLst>
                <a:ext uri="{FF2B5EF4-FFF2-40B4-BE49-F238E27FC236}">
                  <a16:creationId xmlns:a16="http://schemas.microsoft.com/office/drawing/2014/main" id="{78EF960A-536F-4EE1-6C61-64092B61C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7297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43">
              <a:extLst>
                <a:ext uri="{FF2B5EF4-FFF2-40B4-BE49-F238E27FC236}">
                  <a16:creationId xmlns:a16="http://schemas.microsoft.com/office/drawing/2014/main" id="{784DB637-17FE-8F07-D2D6-3F7958066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297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44">
              <a:extLst>
                <a:ext uri="{FF2B5EF4-FFF2-40B4-BE49-F238E27FC236}">
                  <a16:creationId xmlns:a16="http://schemas.microsoft.com/office/drawing/2014/main" id="{AD1F6B80-C8E0-3B36-F577-FA06B5338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00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645C22D7-3902-B702-2E17-F5609A108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003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007D0E99-0340-283E-4BF0-A5B41F126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13780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47">
              <a:extLst>
                <a:ext uri="{FF2B5EF4-FFF2-40B4-BE49-F238E27FC236}">
                  <a16:creationId xmlns:a16="http://schemas.microsoft.com/office/drawing/2014/main" id="{5CC875E4-8E8B-5D1B-FCB1-0650C5FB4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80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Line 54">
              <a:extLst>
                <a:ext uri="{FF2B5EF4-FFF2-40B4-BE49-F238E27FC236}">
                  <a16:creationId xmlns:a16="http://schemas.microsoft.com/office/drawing/2014/main" id="{FA9ADBB5-3C00-7497-5FF6-B2F0F55A6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183" y="4236214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Line 51">
              <a:extLst>
                <a:ext uri="{FF2B5EF4-FFF2-40B4-BE49-F238E27FC236}">
                  <a16:creationId xmlns:a16="http://schemas.microsoft.com/office/drawing/2014/main" id="{C7570822-7523-7DA3-1E2C-17A0F7184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5182" y="4555301"/>
              <a:ext cx="5075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Line 54">
              <a:extLst>
                <a:ext uri="{FF2B5EF4-FFF2-40B4-BE49-F238E27FC236}">
                  <a16:creationId xmlns:a16="http://schemas.microsoft.com/office/drawing/2014/main" id="{2FA18ADB-A9FF-FC9A-0AC0-60F2F9B22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9447" y="4236213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55">
              <a:extLst>
                <a:ext uri="{FF2B5EF4-FFF2-40B4-BE49-F238E27FC236}">
                  <a16:creationId xmlns:a16="http://schemas.microsoft.com/office/drawing/2014/main" id="{22AE2503-9CCD-FDAD-C8A5-A71F3529E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9221" y="4555300"/>
              <a:ext cx="10140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58">
              <a:extLst>
                <a:ext uri="{FF2B5EF4-FFF2-40B4-BE49-F238E27FC236}">
                  <a16:creationId xmlns:a16="http://schemas.microsoft.com/office/drawing/2014/main" id="{EB8E5D87-BA76-EA27-1533-C4E5DD6A5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80" y="4231684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57">
              <a:extLst>
                <a:ext uri="{FF2B5EF4-FFF2-40B4-BE49-F238E27FC236}">
                  <a16:creationId xmlns:a16="http://schemas.microsoft.com/office/drawing/2014/main" id="{B419EB28-66E0-03A4-B2F0-64905AAA2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80" y="4236898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61">
              <a:extLst>
                <a:ext uri="{FF2B5EF4-FFF2-40B4-BE49-F238E27FC236}">
                  <a16:creationId xmlns:a16="http://schemas.microsoft.com/office/drawing/2014/main" id="{27029CEA-95FF-0F15-27EC-DC24CF484B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18" y="5352626"/>
              <a:ext cx="7588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Line 62">
              <a:extLst>
                <a:ext uri="{FF2B5EF4-FFF2-40B4-BE49-F238E27FC236}">
                  <a16:creationId xmlns:a16="http://schemas.microsoft.com/office/drawing/2014/main" id="{953693BA-03AF-D79D-2764-2B75DBCD3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3733" y="5033538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Line 63">
              <a:extLst>
                <a:ext uri="{FF2B5EF4-FFF2-40B4-BE49-F238E27FC236}">
                  <a16:creationId xmlns:a16="http://schemas.microsoft.com/office/drawing/2014/main" id="{CA45CBB9-D58D-CA5C-64B8-317012CD1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3733" y="5033538"/>
              <a:ext cx="10140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64">
              <a:extLst>
                <a:ext uri="{FF2B5EF4-FFF2-40B4-BE49-F238E27FC236}">
                  <a16:creationId xmlns:a16="http://schemas.microsoft.com/office/drawing/2014/main" id="{968A21A5-B374-58FA-ED1A-3DCBEB3E0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772" y="5033538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65">
              <a:extLst>
                <a:ext uri="{FF2B5EF4-FFF2-40B4-BE49-F238E27FC236}">
                  <a16:creationId xmlns:a16="http://schemas.microsoft.com/office/drawing/2014/main" id="{615F1B40-E5DE-015E-3DD8-271CD270E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771" y="5352626"/>
              <a:ext cx="20295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58">
              <a:extLst>
                <a:ext uri="{FF2B5EF4-FFF2-40B4-BE49-F238E27FC236}">
                  <a16:creationId xmlns:a16="http://schemas.microsoft.com/office/drawing/2014/main" id="{C77CFB25-9C13-4585-5CD1-93F49632B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297" y="5033538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59">
              <a:extLst>
                <a:ext uri="{FF2B5EF4-FFF2-40B4-BE49-F238E27FC236}">
                  <a16:creationId xmlns:a16="http://schemas.microsoft.com/office/drawing/2014/main" id="{8787DA20-45FE-967A-F6E9-F45230F27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297" y="5033538"/>
              <a:ext cx="7602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Line 54">
              <a:extLst>
                <a:ext uri="{FF2B5EF4-FFF2-40B4-BE49-F238E27FC236}">
                  <a16:creationId xmlns:a16="http://schemas.microsoft.com/office/drawing/2014/main" id="{9115701D-FA6C-5B96-25CF-2957627D20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4735" y="5833635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Line 55">
              <a:extLst>
                <a:ext uri="{FF2B5EF4-FFF2-40B4-BE49-F238E27FC236}">
                  <a16:creationId xmlns:a16="http://schemas.microsoft.com/office/drawing/2014/main" id="{6F38E781-CBA2-2809-0BF6-82BFB9772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290" y="5833634"/>
              <a:ext cx="5064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Line 51">
              <a:extLst>
                <a:ext uri="{FF2B5EF4-FFF2-40B4-BE49-F238E27FC236}">
                  <a16:creationId xmlns:a16="http://schemas.microsoft.com/office/drawing/2014/main" id="{B15F6772-15FD-56B5-31FD-48BB15C54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4918" y="6152721"/>
              <a:ext cx="12663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Line 54">
              <a:extLst>
                <a:ext uri="{FF2B5EF4-FFF2-40B4-BE49-F238E27FC236}">
                  <a16:creationId xmlns:a16="http://schemas.microsoft.com/office/drawing/2014/main" id="{432EE254-6F8D-45E0-2AD5-973A84AD5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999" y="5833633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Line 55">
              <a:extLst>
                <a:ext uri="{FF2B5EF4-FFF2-40B4-BE49-F238E27FC236}">
                  <a16:creationId xmlns:a16="http://schemas.microsoft.com/office/drawing/2014/main" id="{794D9B93-B406-4DA9-2D6F-E264B301F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772" y="6152720"/>
              <a:ext cx="25360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Line 54">
              <a:extLst>
                <a:ext uri="{FF2B5EF4-FFF2-40B4-BE49-F238E27FC236}">
                  <a16:creationId xmlns:a16="http://schemas.microsoft.com/office/drawing/2014/main" id="{DEC006D7-09EE-A784-EEDE-53AA04C6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79" y="5833632"/>
              <a:ext cx="0" cy="319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Line 59">
              <a:extLst>
                <a:ext uri="{FF2B5EF4-FFF2-40B4-BE49-F238E27FC236}">
                  <a16:creationId xmlns:a16="http://schemas.microsoft.com/office/drawing/2014/main" id="{9A2A4D7D-2BD7-27D4-F70D-E2A742A4A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3780" y="583363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CC089119-69EE-0153-BE24-1656430B028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8800AB-0C19-EB84-3ED1-BE6B47CC8BDC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438213D-F872-7F32-5BC8-B6E4191D5A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16320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5467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4825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6438213D-F872-7F32-5BC8-B6E4191D5A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16320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1336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10"/>
                          <a:stretch>
                            <a:fillRect l="-457" t="-1481" r="-200913" b="-21333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10"/>
                          <a:stretch>
                            <a:fillRect l="-50228" t="-2941" r="-457" b="-5220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055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10"/>
                          <a:stretch>
                            <a:fillRect l="-101382" t="-104478" r="-102765" b="-4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10"/>
                          <a:stretch>
                            <a:fillRect l="-197738" t="-104478" r="-905" b="-429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3277D830-79E4-C9EF-1206-E7D037D28092}"/>
              </a:ext>
            </a:extLst>
          </p:cNvPr>
          <p:cNvGrpSpPr/>
          <p:nvPr/>
        </p:nvGrpSpPr>
        <p:grpSpPr>
          <a:xfrm>
            <a:off x="6460263" y="1012118"/>
            <a:ext cx="5945483" cy="2923969"/>
            <a:chOff x="6460263" y="1012118"/>
            <a:chExt cx="5945483" cy="2923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21296C50-C60F-87CA-3833-BE6D5CC7AD3A}"/>
                    </a:ext>
                  </a:extLst>
                </p:cNvPr>
                <p:cNvSpPr/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3798844-A47D-D783-255E-29F85B6049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454BA304-0307-AC98-E480-6DAFF4FA3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1529310"/>
              <a:ext cx="232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E299314D-A4B1-1FAB-808E-8FAB73B7F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951" y="2170980"/>
              <a:ext cx="589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388CD26-F5D8-A39F-53E2-AE6134A99DE2}"/>
                    </a:ext>
                  </a:extLst>
                </p:cNvPr>
                <p:cNvSpPr txBox="1"/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7D2EEBC-48C6-76B2-D94B-845A0A14A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622" r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7D7B057E-CC93-1007-971C-AD2DA69E7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7" y="1520608"/>
              <a:ext cx="10730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F9A1B916-FB6B-5BF8-6323-B4C9955B4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8" y="2170979"/>
              <a:ext cx="407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EB30C11-9FC1-61F2-2A57-0A03D246A223}"/>
                    </a:ext>
                  </a:extLst>
                </p:cNvPr>
                <p:cNvSpPr txBox="1"/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69A6FAA-EB63-C742-71BA-92A7FBAA5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5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等腰三角形 64">
              <a:extLst>
                <a:ext uri="{FF2B5EF4-FFF2-40B4-BE49-F238E27FC236}">
                  <a16:creationId xmlns:a16="http://schemas.microsoft.com/office/drawing/2014/main" id="{376C1F17-40F3-CFFB-BCFE-237CA4C60F5E}"/>
                </a:ext>
              </a:extLst>
            </p:cNvPr>
            <p:cNvSpPr/>
            <p:nvPr/>
          </p:nvSpPr>
          <p:spPr>
            <a:xfrm rot="5400000">
              <a:off x="9142930" y="212302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EE401BBA-CC24-3B35-6BD3-948ACF936776}"/>
                </a:ext>
              </a:extLst>
            </p:cNvPr>
            <p:cNvSpPr/>
            <p:nvPr/>
          </p:nvSpPr>
          <p:spPr>
            <a:xfrm flipV="1">
              <a:off x="10110157" y="211682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CF8A89E-42BE-09C6-4C2B-243C02B527F9}"/>
                    </a:ext>
                  </a:extLst>
                </p:cNvPr>
                <p:cNvSpPr txBox="1"/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E29CD9-10CD-4001-F843-CBAF12AE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65A02AFF-EA07-2436-F567-18C33AAEDBF6}"/>
                    </a:ext>
                  </a:extLst>
                </p:cNvPr>
                <p:cNvSpPr txBox="1"/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BE09009-DB7B-E666-895C-2FF04258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36E9F09-7234-5482-D7A5-580E8E5C695F}"/>
                    </a:ext>
                  </a:extLst>
                </p:cNvPr>
                <p:cNvSpPr txBox="1"/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7EFE320-FD1A-2762-D017-00589DCF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9354E1F3-4933-21AA-9AE4-67F616CA4C3C}"/>
                    </a:ext>
                  </a:extLst>
                </p:cNvPr>
                <p:cNvSpPr/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A7D589A2-C7F8-D7C1-74EF-C4AB2B3C2B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4C17F649-2CBF-B862-36EE-3C6F75D08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6992" y="3032773"/>
              <a:ext cx="992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F7143345-B03B-DF5B-3835-E38D646A3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3683145"/>
              <a:ext cx="2325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1A40721-C062-87D5-5E7C-059310EEDC13}"/>
                    </a:ext>
                  </a:extLst>
                </p:cNvPr>
                <p:cNvSpPr txBox="1"/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38D93F3-DDD3-9D28-5DFE-6A9C6BAE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3288" r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826234CA-522D-420B-E3D2-B99149DD5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9399" y="3032773"/>
              <a:ext cx="8537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4E74BB2C-C28C-FBC8-C0E5-3CFA4982B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953" y="368314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A8AA9ABC-09B8-0269-5EB7-8900D729C165}"/>
                    </a:ext>
                  </a:extLst>
                </p:cNvPr>
                <p:cNvSpPr txBox="1"/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979424F-7671-A010-E179-B4FD4E897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1C8A131F-218F-3329-814C-CF622A99F9FB}"/>
                    </a:ext>
                  </a:extLst>
                </p:cNvPr>
                <p:cNvSpPr txBox="1"/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BA46691B-226F-5328-3BEF-F9F86EE73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blipFill>
                  <a:blip r:embed="rId19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182741-8979-6085-2EEA-A901A5CD632A}"/>
                </a:ext>
              </a:extLst>
            </p:cNvPr>
            <p:cNvSpPr/>
            <p:nvPr/>
          </p:nvSpPr>
          <p:spPr>
            <a:xfrm rot="5400000">
              <a:off x="9144276" y="363518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3256B83-A0F5-AF8F-DDBE-06FB961EBF73}"/>
                </a:ext>
              </a:extLst>
            </p:cNvPr>
            <p:cNvSpPr/>
            <p:nvPr/>
          </p:nvSpPr>
          <p:spPr>
            <a:xfrm flipV="1">
              <a:off x="10111503" y="36289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56F6F07-E204-EEC3-6094-B886007907CC}"/>
                    </a:ext>
                  </a:extLst>
                </p:cNvPr>
                <p:cNvSpPr txBox="1"/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FB3A358-C3F1-9D6F-F042-4247632E3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流程图: 延期 80">
              <a:extLst>
                <a:ext uri="{FF2B5EF4-FFF2-40B4-BE49-F238E27FC236}">
                  <a16:creationId xmlns:a16="http://schemas.microsoft.com/office/drawing/2014/main" id="{C4647354-7FCC-36DA-0775-E07C3C70FC79}"/>
                </a:ext>
              </a:extLst>
            </p:cNvPr>
            <p:cNvSpPr/>
            <p:nvPr/>
          </p:nvSpPr>
          <p:spPr>
            <a:xfrm>
              <a:off x="11178704" y="124628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2" name="流程图: 延期 81">
              <a:extLst>
                <a:ext uri="{FF2B5EF4-FFF2-40B4-BE49-F238E27FC236}">
                  <a16:creationId xmlns:a16="http://schemas.microsoft.com/office/drawing/2014/main" id="{88EA0EE2-63A4-392E-5ABA-4C4914FBDD39}"/>
                </a:ext>
              </a:extLst>
            </p:cNvPr>
            <p:cNvSpPr/>
            <p:nvPr/>
          </p:nvSpPr>
          <p:spPr>
            <a:xfrm>
              <a:off x="7642751" y="276102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F56936E8-C9D9-DD3F-42D3-392EED359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4" y="2592121"/>
              <a:ext cx="346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850DDEF1-0D2B-738D-A1CE-0117066403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72669" y="2734653"/>
              <a:ext cx="309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C9311A28-86F1-D246-4377-BFB807511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3" y="2879948"/>
              <a:ext cx="326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2A7DF13B-430A-1544-CDF0-E1CFF3C0E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3" y="3185597"/>
              <a:ext cx="450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74A315AD-C779-1400-521D-D964FFDCEC8D}"/>
                    </a:ext>
                  </a:extLst>
                </p:cNvPr>
                <p:cNvSpPr txBox="1"/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EA9DF5B-C453-B8F1-5D01-765800BD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DDE37FF9-6F0B-BC94-E486-1BD843FDC3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31363" y="2055226"/>
              <a:ext cx="1073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E3FA8D70-603C-56B2-CE16-12FB8C9EBDBB}"/>
                </a:ext>
              </a:extLst>
            </p:cNvPr>
            <p:cNvSpPr/>
            <p:nvPr/>
          </p:nvSpPr>
          <p:spPr>
            <a:xfrm flipV="1">
              <a:off x="10717224" y="1469243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0EC71730-2A17-BDF6-CC5C-715A9E7F1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0534" y="1361946"/>
              <a:ext cx="2403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F8EFB1CF-7223-13C3-201B-2256E16A6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9331" y="1667595"/>
              <a:ext cx="2615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1E4B2A31-8131-6332-04BF-5F5D088729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52068" y="2357020"/>
              <a:ext cx="1378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EBEF6C02-87C5-44DB-F08F-0072759879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27203" y="2919800"/>
              <a:ext cx="15208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2392FA6D-2A17-1A9B-4B27-13867E068C8F}"/>
                </a:ext>
              </a:extLst>
            </p:cNvPr>
            <p:cNvSpPr/>
            <p:nvPr/>
          </p:nvSpPr>
          <p:spPr>
            <a:xfrm flipV="1">
              <a:off x="8535728" y="3631052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141CE693-E350-014A-A84A-CB314E1BA5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99347" y="2105054"/>
              <a:ext cx="21858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74ED7D1-61ED-CBA9-BB03-5ACD8C481501}"/>
                </a:ext>
              </a:extLst>
            </p:cNvPr>
            <p:cNvSpPr/>
            <p:nvPr/>
          </p:nvSpPr>
          <p:spPr>
            <a:xfrm flipV="1">
              <a:off x="7139376" y="14764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D2614AF5-89FA-95E3-FB3E-8AFAC09C6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2" y="1023402"/>
              <a:ext cx="3767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F3E122F0-FDC6-B993-530A-39C139424A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66352" y="1193467"/>
              <a:ext cx="362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14DAD0A-D928-D2A4-3442-0204B15E0C57}"/>
                    </a:ext>
                  </a:extLst>
                </p:cNvPr>
                <p:cNvSpPr txBox="1"/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CB80C31-E4A6-F12E-1A96-1638E1BBA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Line 27">
              <a:extLst>
                <a:ext uri="{FF2B5EF4-FFF2-40B4-BE49-F238E27FC236}">
                  <a16:creationId xmlns:a16="http://schemas.microsoft.com/office/drawing/2014/main" id="{C7F781E1-221E-3048-3B7E-6234DEC52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2945" y="1520289"/>
              <a:ext cx="193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DAF8A87E-42C2-4A09-2CB6-52EA7EDBCAF6}"/>
                    </a:ext>
                  </a:extLst>
                </p:cNvPr>
                <p:cNvSpPr txBox="1"/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62030DE-0C68-61FC-A703-E27CF7B11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5568AFA1-2AA7-C85E-ACB2-2F2BA9A02333}"/>
                    </a:ext>
                  </a:extLst>
                </p:cNvPr>
                <p:cNvSpPr txBox="1"/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53DF4FE4-240E-11F0-59F0-591766B9F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11085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C5DC-F2C5-12E2-D27E-FD5A904C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16BED20-7BD6-50F3-C863-979DEE682BE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8DFD94BA-E1EF-F469-49F2-15F219B249E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9F1CC1FC-ACF7-A397-F5BA-C7A8D9F0C85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7A9A6B5B-AC35-F39F-EAE9-166680CEF0F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6D7011FB-71BF-1AEF-FBA9-957C70D4A35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0B65DB53-7451-0D95-5DF7-BB7E1AD0D2CC}"/>
              </a:ext>
            </a:extLst>
          </p:cNvPr>
          <p:cNvSpPr txBox="1"/>
          <p:nvPr/>
        </p:nvSpPr>
        <p:spPr>
          <a:xfrm>
            <a:off x="360000" y="1548000"/>
            <a:ext cx="4311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逻辑功能分析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480AFEC9-E39A-87DA-AB76-D4FEC96BA86A}"/>
                  </a:ext>
                </a:extLst>
              </p:cNvPr>
              <p:cNvSpPr txBox="1"/>
              <p:nvPr/>
            </p:nvSpPr>
            <p:spPr>
              <a:xfrm>
                <a:off x="360000" y="2376000"/>
                <a:ext cx="53244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保持不变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480AFEC9-E39A-87DA-AB76-D4FEC96BA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76000"/>
                <a:ext cx="5324480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B3AC6149-D245-1CE8-F5DC-5D870AB29936}"/>
                  </a:ext>
                </a:extLst>
              </p:cNvPr>
              <p:cNvSpPr txBox="1"/>
              <p:nvPr/>
            </p:nvSpPr>
            <p:spPr>
              <a:xfrm>
                <a:off x="360000" y="2952000"/>
                <a:ext cx="567437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上升沿到来后，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的值会加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B3AC6149-D245-1CE8-F5DC-5D870AB29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952000"/>
                <a:ext cx="5674371" cy="830997"/>
              </a:xfrm>
              <a:prstGeom prst="rect">
                <a:avLst/>
              </a:prstGeom>
              <a:blipFill>
                <a:blip r:embed="rId5"/>
                <a:stretch>
                  <a:fillRect t="-656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D246C465-270D-86E2-99B5-37570D9DFD6F}"/>
                  </a:ext>
                </a:extLst>
              </p:cNvPr>
              <p:cNvSpPr txBox="1"/>
              <p:nvPr/>
            </p:nvSpPr>
            <p:spPr>
              <a:xfrm>
                <a:off x="360000" y="3918292"/>
                <a:ext cx="567437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的值加到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的状态，输出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Y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；下一个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上升沿到来后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变回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D246C465-270D-86E2-99B5-37570D9DF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918292"/>
                <a:ext cx="5674371" cy="1200329"/>
              </a:xfrm>
              <a:prstGeom prst="rect">
                <a:avLst/>
              </a:prstGeom>
              <a:blipFill>
                <a:blip r:embed="rId6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文本框 236">
            <a:extLst>
              <a:ext uri="{FF2B5EF4-FFF2-40B4-BE49-F238E27FC236}">
                <a16:creationId xmlns:a16="http://schemas.microsoft.com/office/drawing/2014/main" id="{BAE99135-7DA0-98A8-FF90-0F90D7A58A1A}"/>
              </a:ext>
            </a:extLst>
          </p:cNvPr>
          <p:cNvSpPr txBox="1"/>
          <p:nvPr/>
        </p:nvSpPr>
        <p:spPr>
          <a:xfrm>
            <a:off x="360000" y="5256000"/>
            <a:ext cx="5674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可作为可控二进制计数器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23E0762-8B14-52A9-ED6A-0907A4667DC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07FA31F-FFF5-DD1F-C8A8-AEFA73131E76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FAD5AE02-1569-6050-20C7-EAC582E33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7292828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35467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2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4825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482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FAD5AE02-1569-6050-20C7-EAC582E33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7292828"/>
                  </p:ext>
                </p:extLst>
              </p:nvPr>
            </p:nvGraphicFramePr>
            <p:xfrm>
              <a:off x="6840000" y="4176000"/>
              <a:ext cx="4001009" cy="244115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3356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323019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344424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13369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6"/>
                          <a:stretch>
                            <a:fillRect l="-457" t="-1481" r="-200913" b="-213333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6"/>
                          <a:stretch>
                            <a:fillRect l="-50228" t="-2941" r="-457" b="-5220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05558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6"/>
                          <a:stretch>
                            <a:fillRect l="-101382" t="-104478" r="-102765" b="-4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0277" marR="70277" marT="35139" marB="35139" anchor="ctr">
                        <a:blipFill>
                          <a:blip r:embed="rId6"/>
                          <a:stretch>
                            <a:fillRect l="-197738" t="-104478" r="-905" b="-429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05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1/0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0/1</a:t>
                          </a:r>
                          <a:endParaRPr lang="zh-CN" altLang="en-US" sz="22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0277" marR="70277" marT="35139" marB="35139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9AA6F3FB-F5DD-F285-DDB8-143F13BF50D6}"/>
              </a:ext>
            </a:extLst>
          </p:cNvPr>
          <p:cNvGrpSpPr/>
          <p:nvPr/>
        </p:nvGrpSpPr>
        <p:grpSpPr>
          <a:xfrm>
            <a:off x="6460263" y="1012118"/>
            <a:ext cx="5945483" cy="2923969"/>
            <a:chOff x="6460263" y="1012118"/>
            <a:chExt cx="5945483" cy="29239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F9F8245F-DC6C-5B15-16A5-DC27891701E5}"/>
                    </a:ext>
                  </a:extLst>
                </p:cNvPr>
                <p:cNvSpPr/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03798844-A47D-D783-255E-29F85B6049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809" y="1260015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8045AF13-CD89-EE2E-6096-8248E4DAD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1529310"/>
              <a:ext cx="2324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A535E435-6561-EB76-0187-5A68BDE04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7951" y="2170980"/>
              <a:ext cx="5898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83AEFE7-C043-13AE-BEBF-15CF424374F7}"/>
                    </a:ext>
                  </a:extLst>
                </p:cNvPr>
                <p:cNvSpPr txBox="1"/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7D2EEBC-48C6-76B2-D94B-845A0A14A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8931" y="1306549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622" r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06C2340B-8578-53EF-F360-425506C0F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7" y="1520608"/>
              <a:ext cx="10730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CF5C6826-2E91-AB67-7301-0FA77E26F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5608" y="2170979"/>
              <a:ext cx="407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FF56EA2A-B101-CAB9-4713-D86AD03EFD69}"/>
                    </a:ext>
                  </a:extLst>
                </p:cNvPr>
                <p:cNvSpPr txBox="1"/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69A6FAA-EB63-C742-71BA-92A7FBAA5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3429" y="1055351"/>
                  <a:ext cx="66464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52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28196A86-1683-DFEE-E024-36CF340AAF1D}"/>
                </a:ext>
              </a:extLst>
            </p:cNvPr>
            <p:cNvSpPr/>
            <p:nvPr/>
          </p:nvSpPr>
          <p:spPr>
            <a:xfrm rot="5400000">
              <a:off x="9142930" y="212302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DE65C28-D254-2A5B-066D-750217F0BB77}"/>
                </a:ext>
              </a:extLst>
            </p:cNvPr>
            <p:cNvSpPr/>
            <p:nvPr/>
          </p:nvSpPr>
          <p:spPr>
            <a:xfrm flipV="1">
              <a:off x="10110157" y="211682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E2BF954-6DA8-B43A-B51C-E4F7379C9143}"/>
                    </a:ext>
                  </a:extLst>
                </p:cNvPr>
                <p:cNvSpPr txBox="1"/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1E29CD9-10CD-4001-F843-CBAF12AED1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41" y="1942190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E6E8FEE-1EB7-6E1B-8381-AB8496279782}"/>
                    </a:ext>
                  </a:extLst>
                </p:cNvPr>
                <p:cNvSpPr txBox="1"/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BE09009-DB7B-E666-895C-2FF042581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5164" y="1053607"/>
                  <a:ext cx="59764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EB04FA3-8BE1-EDD0-7B1A-9A45C003056E}"/>
                    </a:ext>
                  </a:extLst>
                </p:cNvPr>
                <p:cNvSpPr txBox="1"/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C7EFE320-FD1A-2762-D017-00589DCF2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3449373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7FCECEA5-EAC6-CE58-B5AA-53D528FF1420}"/>
                    </a:ext>
                  </a:extLst>
                </p:cNvPr>
                <p:cNvSpPr/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A7D589A2-C7F8-D7C1-74EF-C4AB2B3C2B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9155" y="2772180"/>
                  <a:ext cx="937799" cy="116390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39AF2DFD-3032-7971-B194-239B387FB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6992" y="3032773"/>
              <a:ext cx="992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A3391658-1F38-F965-A004-97E02A45D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3729" y="3683145"/>
              <a:ext cx="23254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9A18C45-A4E8-0925-5BFA-225F1BD69ABB}"/>
                    </a:ext>
                  </a:extLst>
                </p:cNvPr>
                <p:cNvSpPr txBox="1"/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E38D93F3-DDD3-9D28-5DFE-6A9C6BAE6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0277" y="2818714"/>
                  <a:ext cx="448351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3288" r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6BDC5D1A-56CD-1E71-ED30-B2C501069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99399" y="3032773"/>
              <a:ext cx="8537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46F41E0D-ACF3-E524-7F89-55AC3254E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6953" y="368314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0410EA4-4CC1-9AC3-BA6F-CA29720658E0}"/>
                    </a:ext>
                  </a:extLst>
                </p:cNvPr>
                <p:cNvSpPr txBox="1"/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0979424F-7671-A010-E179-B4FD4E897B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4080" y="2573081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13147ABA-17F0-0E4D-9295-36BDAEE63552}"/>
                    </a:ext>
                  </a:extLst>
                </p:cNvPr>
                <p:cNvSpPr txBox="1"/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BA46691B-226F-5328-3BEF-F9F86EE73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84" y="3219073"/>
                  <a:ext cx="458075" cy="462434"/>
                </a:xfrm>
                <a:prstGeom prst="rect">
                  <a:avLst/>
                </a:prstGeom>
                <a:blipFill>
                  <a:blip r:embed="rId20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8EE32B2C-6175-E3E6-6AE2-46BBE7FAC64D}"/>
                </a:ext>
              </a:extLst>
            </p:cNvPr>
            <p:cNvSpPr/>
            <p:nvPr/>
          </p:nvSpPr>
          <p:spPr>
            <a:xfrm rot="5400000">
              <a:off x="9144276" y="363518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C0D7DFE-9850-30A2-EBA6-9CBF01857FE5}"/>
                </a:ext>
              </a:extLst>
            </p:cNvPr>
            <p:cNvSpPr/>
            <p:nvPr/>
          </p:nvSpPr>
          <p:spPr>
            <a:xfrm flipV="1">
              <a:off x="10111503" y="36289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57ABB256-523C-294F-C123-B2B729099D50}"/>
                    </a:ext>
                  </a:extLst>
                </p:cNvPr>
                <p:cNvSpPr txBox="1"/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7FB3A358-C3F1-9D6F-F042-4247632E3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0287" y="3454355"/>
                  <a:ext cx="448351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流程图: 延期 34">
              <a:extLst>
                <a:ext uri="{FF2B5EF4-FFF2-40B4-BE49-F238E27FC236}">
                  <a16:creationId xmlns:a16="http://schemas.microsoft.com/office/drawing/2014/main" id="{9D93ECF6-83FC-12A2-07F6-18CDFF062C4D}"/>
                </a:ext>
              </a:extLst>
            </p:cNvPr>
            <p:cNvSpPr/>
            <p:nvPr/>
          </p:nvSpPr>
          <p:spPr>
            <a:xfrm>
              <a:off x="11178704" y="124628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6" name="流程图: 延期 35">
              <a:extLst>
                <a:ext uri="{FF2B5EF4-FFF2-40B4-BE49-F238E27FC236}">
                  <a16:creationId xmlns:a16="http://schemas.microsoft.com/office/drawing/2014/main" id="{292CF70C-B851-52AF-024E-BDB6660EA8F9}"/>
                </a:ext>
              </a:extLst>
            </p:cNvPr>
            <p:cNvSpPr/>
            <p:nvPr/>
          </p:nvSpPr>
          <p:spPr>
            <a:xfrm>
              <a:off x="7642751" y="276102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5C85F860-BB13-EDCB-6F9B-E21458F55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4" y="2592121"/>
              <a:ext cx="34642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40A9F73A-9183-0946-1D03-38D4D197E0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72669" y="2734653"/>
              <a:ext cx="3092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8FDE0C05-57E4-E506-30C2-CCD9C686A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503" y="2879948"/>
              <a:ext cx="3262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92E5A283-8055-6B0A-6662-82656AD1E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3" y="3185597"/>
              <a:ext cx="450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ADF03AC-E3DB-37FE-D188-9330BAB6226D}"/>
                    </a:ext>
                  </a:extLst>
                </p:cNvPr>
                <p:cNvSpPr txBox="1"/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EA9DF5B-C453-B8F1-5D01-765800BDE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5732" y="1705836"/>
                  <a:ext cx="664646" cy="462434"/>
                </a:xfrm>
                <a:prstGeom prst="rect">
                  <a:avLst/>
                </a:prstGeom>
                <a:blipFill>
                  <a:blip r:embed="rId22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AE574D65-133B-A310-9F0A-C08269AEDC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31363" y="2055226"/>
              <a:ext cx="1073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D5596FEF-7693-9DEE-8F0F-BA0C85B614C8}"/>
                </a:ext>
              </a:extLst>
            </p:cNvPr>
            <p:cNvSpPr/>
            <p:nvPr/>
          </p:nvSpPr>
          <p:spPr>
            <a:xfrm flipV="1">
              <a:off x="10717224" y="1469243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22D47392-5B96-B68D-AB35-6EF564C6F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0534" y="1361946"/>
              <a:ext cx="2403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A2F3842D-AFB2-6DD3-D0E7-6DEF0FC2D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9331" y="1667595"/>
              <a:ext cx="2615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ED5EEEE2-FB75-2ABA-BA3E-45B1F5FB0E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52068" y="2357020"/>
              <a:ext cx="1378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8CC13207-E7A7-BA06-2910-996892F08F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27203" y="2919800"/>
              <a:ext cx="15208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39274A37-9AE5-700D-724E-436980BAE335}"/>
                </a:ext>
              </a:extLst>
            </p:cNvPr>
            <p:cNvSpPr/>
            <p:nvPr/>
          </p:nvSpPr>
          <p:spPr>
            <a:xfrm flipV="1">
              <a:off x="8535728" y="3631052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9C5F2284-6EE2-B809-31F5-946936A44B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99347" y="2105054"/>
              <a:ext cx="21858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73B078A2-1C78-77E1-721E-13E1D4448E0F}"/>
                </a:ext>
              </a:extLst>
            </p:cNvPr>
            <p:cNvSpPr/>
            <p:nvPr/>
          </p:nvSpPr>
          <p:spPr>
            <a:xfrm flipV="1">
              <a:off x="7139376" y="1476459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EF5C55DC-6EE3-28D3-8482-EF1DB39F2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282" y="1023402"/>
              <a:ext cx="3767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C7138220-1829-CB93-5821-5C8F3EBDFB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66352" y="1193467"/>
              <a:ext cx="3626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8AC77F4-B202-FB37-3071-41B4A82D3EBA}"/>
                    </a:ext>
                  </a:extLst>
                </p:cNvPr>
                <p:cNvSpPr txBox="1"/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7CB80C31-E4A6-F12E-1A96-1638E1BBA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263" y="1293288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2AFDA09F-72F6-CD14-9EAB-2410EFF10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12945" y="1520289"/>
              <a:ext cx="193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2EFEB00-9101-7D33-6C2B-ECD00FF6D41C}"/>
                    </a:ext>
                  </a:extLst>
                </p:cNvPr>
                <p:cNvSpPr txBox="1"/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62030DE-0C68-61FC-A703-E27CF7B11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41100" y="1293287"/>
                  <a:ext cx="66464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1DA49F92-3421-841E-8004-F4D6FB30C912}"/>
                    </a:ext>
                  </a:extLst>
                </p:cNvPr>
                <p:cNvSpPr txBox="1"/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53DF4FE4-240E-11F0-59F0-591766B9F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0615" y="2570757"/>
                  <a:ext cx="597646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8244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703A-3B8B-FAF4-7BC7-F22CCB18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1B842862-2665-D166-CF43-F40C9ADCF3B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A2B94E3-CEAB-799A-B022-F63B0B7BC6C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500AAFBB-E08E-1AA6-8B49-667BA5B4C6F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1000CE41-520C-68E7-D840-359689D8AAE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EB7B8083-DEAE-2700-CC2D-5F5EC3668EE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A2A0E9A-B188-4288-EF94-D3FF78DB7BA3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根据电路图，写出逻辑方程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CAF6B0D-B6EB-DDC2-C046-4F04F544F0D9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589769" cy="4313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状态方程（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输出方程（穆尔型）：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0CAF6B0D-B6EB-DDC2-C046-4F04F544F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589769" cy="4313810"/>
              </a:xfrm>
              <a:prstGeom prst="rect">
                <a:avLst/>
              </a:prstGeom>
              <a:blipFill>
                <a:blip r:embed="rId3"/>
                <a:stretch>
                  <a:fillRect t="-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97E43128-435F-5E45-8B71-6108CC48ED5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F22360-8467-C748-2526-03CEAED92033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370AF7F8-F2C3-424A-944E-BED0203AA31E}"/>
              </a:ext>
            </a:extLst>
          </p:cNvPr>
          <p:cNvGrpSpPr/>
          <p:nvPr/>
        </p:nvGrpSpPr>
        <p:grpSpPr>
          <a:xfrm>
            <a:off x="6120000" y="720000"/>
            <a:ext cx="6080007" cy="2456706"/>
            <a:chOff x="5491694" y="3361736"/>
            <a:chExt cx="6080007" cy="2456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4C570FA1-1772-210D-BBD8-95398E24E5AF}"/>
                    </a:ext>
                  </a:extLst>
                </p:cNvPr>
                <p:cNvSpPr txBox="1"/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4C570FA1-1772-210D-BBD8-95398E24E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45FD2731-B637-A792-CEDF-7A24301C6ADB}"/>
                    </a:ext>
                  </a:extLst>
                </p:cNvPr>
                <p:cNvSpPr/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45FD2731-B637-A792-CEDF-7A24301C6A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Line 27">
              <a:extLst>
                <a:ext uri="{FF2B5EF4-FFF2-40B4-BE49-F238E27FC236}">
                  <a16:creationId xmlns:a16="http://schemas.microsoft.com/office/drawing/2014/main" id="{9DC495ED-7B3E-5FA0-7011-A999DFE03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998" y="4251095"/>
              <a:ext cx="224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EE9F3FE4-6271-45F1-C439-11C51FAE2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9769" y="4901467"/>
              <a:ext cx="385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6118D49B-97E9-1780-A8C9-A9C2E8C77A0F}"/>
                    </a:ext>
                  </a:extLst>
                </p:cNvPr>
                <p:cNvSpPr txBox="1"/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6118D49B-97E9-1780-A8C9-A9C2E8C77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8" name="Line 27">
              <a:extLst>
                <a:ext uri="{FF2B5EF4-FFF2-40B4-BE49-F238E27FC236}">
                  <a16:creationId xmlns:a16="http://schemas.microsoft.com/office/drawing/2014/main" id="{CF0398DC-135B-39AB-A29B-530DDB5F4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7" y="4901466"/>
              <a:ext cx="40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36402B53-B571-6555-17EA-46283FD8403A}"/>
                    </a:ext>
                  </a:extLst>
                </p:cNvPr>
                <p:cNvSpPr txBox="1"/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36402B53-B571-6555-17EA-46283FD84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0" name="等腰三角形 249">
              <a:extLst>
                <a:ext uri="{FF2B5EF4-FFF2-40B4-BE49-F238E27FC236}">
                  <a16:creationId xmlns:a16="http://schemas.microsoft.com/office/drawing/2014/main" id="{84EE4E6F-9511-1887-879F-671200872FA2}"/>
                </a:ext>
              </a:extLst>
            </p:cNvPr>
            <p:cNvSpPr/>
            <p:nvPr/>
          </p:nvSpPr>
          <p:spPr>
            <a:xfrm rot="5400000">
              <a:off x="6310479" y="485350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3630F879-36BD-3383-8FD3-2A3C59DE7F8F}"/>
                </a:ext>
              </a:extLst>
            </p:cNvPr>
            <p:cNvSpPr/>
            <p:nvPr/>
          </p:nvSpPr>
          <p:spPr>
            <a:xfrm flipV="1">
              <a:off x="7277706" y="484731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C49777FE-967A-AF3F-F25D-A150848CB522}"/>
                    </a:ext>
                  </a:extLst>
                </p:cNvPr>
                <p:cNvSpPr txBox="1"/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C49777FE-967A-AF3F-F25D-A150848CB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43FDBDC4-F0C9-D0C2-C1BB-6EFB200FD316}"/>
                </a:ext>
              </a:extLst>
            </p:cNvPr>
            <p:cNvSpPr/>
            <p:nvPr/>
          </p:nvSpPr>
          <p:spPr>
            <a:xfrm flipV="1">
              <a:off x="6164165" y="485184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54" name="流程图: 延期 253">
              <a:extLst>
                <a:ext uri="{FF2B5EF4-FFF2-40B4-BE49-F238E27FC236}">
                  <a16:creationId xmlns:a16="http://schemas.microsoft.com/office/drawing/2014/main" id="{439BD242-E572-8C0A-C2C2-876E13A8ED04}"/>
                </a:ext>
              </a:extLst>
            </p:cNvPr>
            <p:cNvSpPr/>
            <p:nvPr/>
          </p:nvSpPr>
          <p:spPr>
            <a:xfrm flipH="1">
              <a:off x="6509222" y="336173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55" name="Line 27">
              <a:extLst>
                <a:ext uri="{FF2B5EF4-FFF2-40B4-BE49-F238E27FC236}">
                  <a16:creationId xmlns:a16="http://schemas.microsoft.com/office/drawing/2014/main" id="{493D12F3-72C8-9E3D-397D-12833980C0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477396"/>
              <a:ext cx="24281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6" name="Line 27">
              <a:extLst>
                <a:ext uri="{FF2B5EF4-FFF2-40B4-BE49-F238E27FC236}">
                  <a16:creationId xmlns:a16="http://schemas.microsoft.com/office/drawing/2014/main" id="{B4B91119-D23F-57A2-62EC-307767A37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783045"/>
              <a:ext cx="63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0AE17FAC-61A0-8149-C651-A40CD3000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998" y="3635739"/>
              <a:ext cx="398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89B2381E-225F-42ED-B483-E7BF1A2FD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6" y="4251095"/>
              <a:ext cx="8293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8733058A-8408-92B8-B631-ADB7A3737145}"/>
                    </a:ext>
                  </a:extLst>
                </p:cNvPr>
                <p:cNvSpPr/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9" name="矩形 258">
                  <a:extLst>
                    <a:ext uri="{FF2B5EF4-FFF2-40B4-BE49-F238E27FC236}">
                      <a16:creationId xmlns:a16="http://schemas.microsoft.com/office/drawing/2014/main" id="{8733058A-8408-92B8-B631-ADB7A37371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8CF08328-3A38-142C-99E8-9808EA8F22B1}"/>
                    </a:ext>
                  </a:extLst>
                </p:cNvPr>
                <p:cNvSpPr txBox="1"/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8CF08328-3A38-142C-99E8-9808EA8F2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等腰三角形 260">
              <a:extLst>
                <a:ext uri="{FF2B5EF4-FFF2-40B4-BE49-F238E27FC236}">
                  <a16:creationId xmlns:a16="http://schemas.microsoft.com/office/drawing/2014/main" id="{1315D480-FF98-BCFE-0FFA-391B95D4932E}"/>
                </a:ext>
              </a:extLst>
            </p:cNvPr>
            <p:cNvSpPr/>
            <p:nvPr/>
          </p:nvSpPr>
          <p:spPr>
            <a:xfrm rot="5400000">
              <a:off x="8077584" y="48532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E4588CB4-C482-E59A-B0FD-4503DAF56E47}"/>
                </a:ext>
              </a:extLst>
            </p:cNvPr>
            <p:cNvSpPr/>
            <p:nvPr/>
          </p:nvSpPr>
          <p:spPr>
            <a:xfrm flipV="1">
              <a:off x="9044811" y="484707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58BB9443-6F62-59A8-E0E3-0AE5510DA5ED}"/>
                    </a:ext>
                  </a:extLst>
                </p:cNvPr>
                <p:cNvSpPr txBox="1"/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3" name="文本框 262">
                  <a:extLst>
                    <a:ext uri="{FF2B5EF4-FFF2-40B4-BE49-F238E27FC236}">
                      <a16:creationId xmlns:a16="http://schemas.microsoft.com/office/drawing/2014/main" id="{58BB9443-6F62-59A8-E0E3-0AE5510DA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4" name="Line 27">
              <a:extLst>
                <a:ext uri="{FF2B5EF4-FFF2-40B4-BE49-F238E27FC236}">
                  <a16:creationId xmlns:a16="http://schemas.microsoft.com/office/drawing/2014/main" id="{0E81800A-8CD8-4F21-6DA1-F4F174DFC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6268" y="4901232"/>
              <a:ext cx="1261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5" name="Line 27">
              <a:extLst>
                <a:ext uri="{FF2B5EF4-FFF2-40B4-BE49-F238E27FC236}">
                  <a16:creationId xmlns:a16="http://schemas.microsoft.com/office/drawing/2014/main" id="{1470993C-C319-5913-4654-63C36D16E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9" y="4900229"/>
              <a:ext cx="424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279A1B35-F753-33EE-72DC-37E9BD4C7C4E}"/>
                </a:ext>
              </a:extLst>
            </p:cNvPr>
            <p:cNvSpPr/>
            <p:nvPr/>
          </p:nvSpPr>
          <p:spPr>
            <a:xfrm flipV="1">
              <a:off x="9044368" y="484607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7" name="Line 27">
              <a:extLst>
                <a:ext uri="{FF2B5EF4-FFF2-40B4-BE49-F238E27FC236}">
                  <a16:creationId xmlns:a16="http://schemas.microsoft.com/office/drawing/2014/main" id="{0065B103-44FD-637A-83C6-1FE818103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8" y="4249858"/>
              <a:ext cx="8280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矩形 267">
                  <a:extLst>
                    <a:ext uri="{FF2B5EF4-FFF2-40B4-BE49-F238E27FC236}">
                      <a16:creationId xmlns:a16="http://schemas.microsoft.com/office/drawing/2014/main" id="{9E307B1C-7636-D789-2239-54BE5FA1CCE9}"/>
                    </a:ext>
                  </a:extLst>
                </p:cNvPr>
                <p:cNvSpPr/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8" name="矩形 267">
                  <a:extLst>
                    <a:ext uri="{FF2B5EF4-FFF2-40B4-BE49-F238E27FC236}">
                      <a16:creationId xmlns:a16="http://schemas.microsoft.com/office/drawing/2014/main" id="{9E307B1C-7636-D789-2239-54BE5FA1CC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08D6212F-B581-01BA-50BF-7FB67EA67E6E}"/>
                    </a:ext>
                  </a:extLst>
                </p:cNvPr>
                <p:cNvSpPr txBox="1"/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08D6212F-B581-01BA-50BF-7FB67EA67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0" name="Line 27">
              <a:extLst>
                <a:ext uri="{FF2B5EF4-FFF2-40B4-BE49-F238E27FC236}">
                  <a16:creationId xmlns:a16="http://schemas.microsoft.com/office/drawing/2014/main" id="{75F1816B-9A9D-DB26-B6F8-722CF20C1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4" y="4899995"/>
              <a:ext cx="269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1" name="等腰三角形 270">
              <a:extLst>
                <a:ext uri="{FF2B5EF4-FFF2-40B4-BE49-F238E27FC236}">
                  <a16:creationId xmlns:a16="http://schemas.microsoft.com/office/drawing/2014/main" id="{742286C2-3543-B7DF-F8EB-FEA760A7340D}"/>
                </a:ext>
              </a:extLst>
            </p:cNvPr>
            <p:cNvSpPr/>
            <p:nvPr/>
          </p:nvSpPr>
          <p:spPr>
            <a:xfrm rot="5400000">
              <a:off x="9844246" y="485203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C1C05694-A2C9-4A8D-A195-E3A4B1452907}"/>
                </a:ext>
              </a:extLst>
            </p:cNvPr>
            <p:cNvSpPr/>
            <p:nvPr/>
          </p:nvSpPr>
          <p:spPr>
            <a:xfrm flipV="1">
              <a:off x="10811473" y="484584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0C9AFCDB-DD73-3592-1E16-02F936D9B331}"/>
                    </a:ext>
                  </a:extLst>
                </p:cNvPr>
                <p:cNvSpPr txBox="1"/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0C9AFCDB-DD73-3592-1E16-02F936D9B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4" name="Line 27">
              <a:extLst>
                <a:ext uri="{FF2B5EF4-FFF2-40B4-BE49-F238E27FC236}">
                  <a16:creationId xmlns:a16="http://schemas.microsoft.com/office/drawing/2014/main" id="{E6B0F994-2DA0-BC55-937B-EB5E09C57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3" y="424962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260398A3-0413-4F12-9116-6E30D9B82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9414" y="4899995"/>
              <a:ext cx="119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6" name="Line 27">
              <a:extLst>
                <a:ext uri="{FF2B5EF4-FFF2-40B4-BE49-F238E27FC236}">
                  <a16:creationId xmlns:a16="http://schemas.microsoft.com/office/drawing/2014/main" id="{F9EDC65B-842B-6202-37E8-16DDA821FA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21759" y="4338230"/>
              <a:ext cx="11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54915445-3B38-5B4A-BC3C-0EC6C3FF2A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54599" y="4188696"/>
              <a:ext cx="1422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9BEDC2C1-420A-508E-C4E9-3C201D5C7B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804055" y="3942681"/>
              <a:ext cx="6138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9" name="Line 27">
              <a:extLst>
                <a:ext uri="{FF2B5EF4-FFF2-40B4-BE49-F238E27FC236}">
                  <a16:creationId xmlns:a16="http://schemas.microsoft.com/office/drawing/2014/main" id="{4F09E2AB-6A45-FD12-D03D-AE1D75D106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31779" y="5070923"/>
              <a:ext cx="367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0" name="Line 27">
              <a:extLst>
                <a:ext uri="{FF2B5EF4-FFF2-40B4-BE49-F238E27FC236}">
                  <a16:creationId xmlns:a16="http://schemas.microsoft.com/office/drawing/2014/main" id="{E6E80A41-FED0-9A41-1C5C-1DBEAE94C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665" y="5256279"/>
              <a:ext cx="35417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1" name="Line 27">
              <a:extLst>
                <a:ext uri="{FF2B5EF4-FFF2-40B4-BE49-F238E27FC236}">
                  <a16:creationId xmlns:a16="http://schemas.microsoft.com/office/drawing/2014/main" id="{38CCBE09-D11A-77FB-1529-D8A746417A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0537" y="5075933"/>
              <a:ext cx="35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2" name="Line 27">
              <a:extLst>
                <a:ext uri="{FF2B5EF4-FFF2-40B4-BE49-F238E27FC236}">
                  <a16:creationId xmlns:a16="http://schemas.microsoft.com/office/drawing/2014/main" id="{0D81752A-D996-199A-3AE3-FD67E490E1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87226" y="5089036"/>
              <a:ext cx="378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3404227F-B4D9-E775-6368-D8D5716B7118}"/>
                </a:ext>
              </a:extLst>
            </p:cNvPr>
            <p:cNvSpPr/>
            <p:nvPr/>
          </p:nvSpPr>
          <p:spPr>
            <a:xfrm flipV="1">
              <a:off x="7924242" y="520359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4" name="Line 27">
              <a:extLst>
                <a:ext uri="{FF2B5EF4-FFF2-40B4-BE49-F238E27FC236}">
                  <a16:creationId xmlns:a16="http://schemas.microsoft.com/office/drawing/2014/main" id="{F497D644-A831-A20C-0E7F-1105852104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8183" y="4842404"/>
              <a:ext cx="11855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71ACADF4-9A93-C170-F32F-E98E89DC8781}"/>
                </a:ext>
              </a:extLst>
            </p:cNvPr>
            <p:cNvSpPr/>
            <p:nvPr/>
          </p:nvSpPr>
          <p:spPr>
            <a:xfrm flipV="1">
              <a:off x="7749829" y="4198306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6" name="Line 27">
              <a:extLst>
                <a:ext uri="{FF2B5EF4-FFF2-40B4-BE49-F238E27FC236}">
                  <a16:creationId xmlns:a16="http://schemas.microsoft.com/office/drawing/2014/main" id="{7FAA8E72-A3F0-F73B-AA8F-C258B71503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91007" y="4842405"/>
              <a:ext cx="11855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6AC8E7F3-ABD0-829A-EABB-7F5F0DBAB051}"/>
                </a:ext>
              </a:extLst>
            </p:cNvPr>
            <p:cNvSpPr/>
            <p:nvPr/>
          </p:nvSpPr>
          <p:spPr>
            <a:xfrm flipV="1">
              <a:off x="9532655" y="419830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8" name="Line 27">
              <a:extLst>
                <a:ext uri="{FF2B5EF4-FFF2-40B4-BE49-F238E27FC236}">
                  <a16:creationId xmlns:a16="http://schemas.microsoft.com/office/drawing/2014/main" id="{AF58CF03-67D3-F907-432A-EA3F62638D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39460" y="4842403"/>
              <a:ext cx="1185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A7DD88BE-93F6-91FA-AEF3-EF18985EEA55}"/>
                    </a:ext>
                  </a:extLst>
                </p:cNvPr>
                <p:cNvSpPr txBox="1"/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A7DD88BE-93F6-91FA-AEF3-EF18985EE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3E55D60F-D032-0140-D585-B2E828ACF91C}"/>
                    </a:ext>
                  </a:extLst>
                </p:cNvPr>
                <p:cNvSpPr txBox="1"/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0" name="文本框 289">
                  <a:extLst>
                    <a:ext uri="{FF2B5EF4-FFF2-40B4-BE49-F238E27FC236}">
                      <a16:creationId xmlns:a16="http://schemas.microsoft.com/office/drawing/2014/main" id="{3E55D60F-D032-0140-D585-B2E828ACF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B809B010-AF27-2CBE-5FAB-5A64F69E625F}"/>
                    </a:ext>
                  </a:extLst>
                </p:cNvPr>
                <p:cNvSpPr txBox="1"/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B809B010-AF27-2CBE-5FAB-5A64F69E6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5333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6F5A49D8-04D1-5291-0BE1-63A6234238AD}"/>
                    </a:ext>
                  </a:extLst>
                </p:cNvPr>
                <p:cNvSpPr txBox="1"/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6F5A49D8-04D1-5291-0BE1-63A623423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blipFill>
                  <a:blip r:embed="rId18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E76577F9-DB38-BA6E-A54D-D705360044DF}"/>
                    </a:ext>
                  </a:extLst>
                </p:cNvPr>
                <p:cNvSpPr txBox="1"/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E76577F9-DB38-BA6E-A54D-D70536004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3FCB7ACB-A39B-540C-2505-5F8D692A2FB9}"/>
                    </a:ext>
                  </a:extLst>
                </p:cNvPr>
                <p:cNvSpPr txBox="1"/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3FCB7ACB-A39B-540C-2505-5F8D692A2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blipFill>
                  <a:blip r:embed="rId20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C4AA0C75-3B0A-2120-356E-F93098803E13}"/>
                    </a:ext>
                  </a:extLst>
                </p:cNvPr>
                <p:cNvSpPr txBox="1"/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C4AA0C75-3B0A-2120-356E-F93098803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D41B7242-06DA-3E72-510C-2E6C0B2D3B2C}"/>
                    </a:ext>
                  </a:extLst>
                </p:cNvPr>
                <p:cNvSpPr txBox="1"/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D41B7242-06DA-3E72-510C-2E6C0B2D3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blipFill>
                  <a:blip r:embed="rId22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060FBB32-2993-490E-27FF-7E6566E36D95}"/>
                    </a:ext>
                  </a:extLst>
                </p:cNvPr>
                <p:cNvSpPr txBox="1"/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060FBB32-2993-490E-27FF-7E6566E36D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92E1CA6C-9B65-A7D1-3F0F-DA294914BCD4}"/>
                    </a:ext>
                  </a:extLst>
                </p:cNvPr>
                <p:cNvSpPr txBox="1"/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92E1CA6C-9B65-A7D1-3F0F-DA294914BC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18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685BB3E4-37B5-5B97-9C8E-E8757DC74596}"/>
                    </a:ext>
                  </a:extLst>
                </p:cNvPr>
                <p:cNvSpPr txBox="1"/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685BB3E4-37B5-5B97-9C8E-E8757DC74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2549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F66F-0CCF-CDDA-4CB8-3A2C9EFD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74ABF90E-E5EA-96EC-1C83-8FAD63BC997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9547C5A-3803-C5AC-9CE5-B25A3E420C9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11E80F4F-218D-67B9-57AD-07FA1FF19D4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32D4FADE-DABB-34AA-3782-0932D23B78D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1AAD1C3D-BC08-C0FA-C02A-F61864C7CA0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5B46817-3945-BE23-6E00-6AB33A854CBE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列出状态转换表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12E4EA-340E-9C6A-9170-624AE4E9830F}"/>
                  </a:ext>
                </a:extLst>
              </p:cNvPr>
              <p:cNvSpPr txBox="1"/>
              <p:nvPr/>
            </p:nvSpPr>
            <p:spPr>
              <a:xfrm>
                <a:off x="6389543" y="4410829"/>
                <a:ext cx="5589198" cy="106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p>
                    </m:sSub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Y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12E4EA-340E-9C6A-9170-624AE4E98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543" y="4410829"/>
                <a:ext cx="5589198" cy="1061253"/>
              </a:xfrm>
              <a:prstGeom prst="rect">
                <a:avLst/>
              </a:prstGeom>
              <a:blipFill>
                <a:blip r:embed="rId3"/>
                <a:stretch>
                  <a:fillRect l="-218" b="-12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CB60501C-95AE-2A37-FDE3-2E279B6EC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7583461"/>
                  </p:ext>
                </p:extLst>
              </p:nvPr>
            </p:nvGraphicFramePr>
            <p:xfrm>
              <a:off x="596233" y="2376000"/>
              <a:ext cx="4766342" cy="41232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183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2266833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177673">
                      <a:extLst>
                        <a:ext uri="{9D8B030D-6E8A-4147-A177-3AD203B41FA5}">
                          <a16:colId xmlns:a16="http://schemas.microsoft.com/office/drawing/2014/main" val="3605479115"/>
                        </a:ext>
                      </a:extLst>
                    </a:gridCol>
                  </a:tblGrid>
                  <a:tr h="3388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b="1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766340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5068518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678258"/>
                      </a:ext>
                    </a:extLst>
                  </a:tr>
                  <a:tr h="332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2025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CB60501C-95AE-2A37-FDE3-2E279B6EC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7583461"/>
                  </p:ext>
                </p:extLst>
              </p:nvPr>
            </p:nvGraphicFramePr>
            <p:xfrm>
              <a:off x="596233" y="2376000"/>
              <a:ext cx="4766342" cy="41232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21836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2266833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177673">
                      <a:extLst>
                        <a:ext uri="{9D8B030D-6E8A-4147-A177-3AD203B41FA5}">
                          <a16:colId xmlns:a16="http://schemas.microsoft.com/office/drawing/2014/main" val="3605479115"/>
                        </a:ext>
                      </a:extLst>
                    </a:gridCol>
                  </a:tblGrid>
                  <a:tr h="46564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61" t="-1299" r="-261751" b="-8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8445" t="-1299" r="-52279" b="-8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6218" t="-1299" r="-1036" b="-8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2766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2506851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67825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820257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EB4B0393-B529-9B0D-5AF4-B7F3BBBAE3D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FEBA-62AF-11E7-624D-4EED30CDE279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C5D01F-3615-3786-BFF0-74692FA513AF}"/>
              </a:ext>
            </a:extLst>
          </p:cNvPr>
          <p:cNvGrpSpPr/>
          <p:nvPr/>
        </p:nvGrpSpPr>
        <p:grpSpPr>
          <a:xfrm>
            <a:off x="6120000" y="720000"/>
            <a:ext cx="6080007" cy="2456706"/>
            <a:chOff x="5491694" y="3361736"/>
            <a:chExt cx="6080007" cy="2456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170578E-6E7C-3245-83E7-279EEE1F6CE4}"/>
                    </a:ext>
                  </a:extLst>
                </p:cNvPr>
                <p:cNvSpPr txBox="1"/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B170578E-6E7C-3245-83E7-279EEE1F6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F89C3BA-C51E-97DC-4556-DC3BDFEE126A}"/>
                    </a:ext>
                  </a:extLst>
                </p:cNvPr>
                <p:cNvSpPr/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F89C3BA-C51E-97DC-4556-DC3BDFEE1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9D2521B9-AFD5-0B78-F5D2-34C917FAC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998" y="4251095"/>
              <a:ext cx="224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37F7BEA8-9B80-57E8-1925-950DC37C8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9769" y="4901467"/>
              <a:ext cx="385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0AB6680-FBAD-6221-437A-CD0D7D835D01}"/>
                    </a:ext>
                  </a:extLst>
                </p:cNvPr>
                <p:cNvSpPr txBox="1"/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0AB6680-FBAD-6221-437A-CD0D7D835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03CC7C96-F0F2-EE92-AA36-B867A954E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7" y="4901466"/>
              <a:ext cx="40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DAE17CD-06B8-1181-47FC-959A2ABD5D4D}"/>
                    </a:ext>
                  </a:extLst>
                </p:cNvPr>
                <p:cNvSpPr txBox="1"/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DAE17CD-06B8-1181-47FC-959A2ABD5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F99A5728-A190-ACD0-6F10-2C490521D3F0}"/>
                </a:ext>
              </a:extLst>
            </p:cNvPr>
            <p:cNvSpPr/>
            <p:nvPr/>
          </p:nvSpPr>
          <p:spPr>
            <a:xfrm rot="5400000">
              <a:off x="6310479" y="485350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4C3862A0-231C-7C8C-8607-E592C7993623}"/>
                </a:ext>
              </a:extLst>
            </p:cNvPr>
            <p:cNvSpPr/>
            <p:nvPr/>
          </p:nvSpPr>
          <p:spPr>
            <a:xfrm flipV="1">
              <a:off x="7277706" y="484731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D211DD2-0869-AE54-2C5D-4729E4E74037}"/>
                    </a:ext>
                  </a:extLst>
                </p:cNvPr>
                <p:cNvSpPr txBox="1"/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D211DD2-0869-AE54-2C5D-4729E4E74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2A42FAA-7CDC-8889-0056-FF60BA2FC098}"/>
                </a:ext>
              </a:extLst>
            </p:cNvPr>
            <p:cNvSpPr/>
            <p:nvPr/>
          </p:nvSpPr>
          <p:spPr>
            <a:xfrm flipV="1">
              <a:off x="6164165" y="485184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" name="流程图: 延期 25">
              <a:extLst>
                <a:ext uri="{FF2B5EF4-FFF2-40B4-BE49-F238E27FC236}">
                  <a16:creationId xmlns:a16="http://schemas.microsoft.com/office/drawing/2014/main" id="{0E60A68A-D711-25B2-FE96-9E79CB68F632}"/>
                </a:ext>
              </a:extLst>
            </p:cNvPr>
            <p:cNvSpPr/>
            <p:nvPr/>
          </p:nvSpPr>
          <p:spPr>
            <a:xfrm flipH="1">
              <a:off x="6509222" y="336173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E49F9AFD-430F-56EC-C4B0-C3D39671B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477396"/>
              <a:ext cx="24281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038FB42-1D63-9741-5004-87D899BEB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783045"/>
              <a:ext cx="63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8B84A4AC-BB57-ECD1-E12B-177F0DE2C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998" y="3635739"/>
              <a:ext cx="398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A69B3608-A164-EB98-2BFB-6DDB0FDBA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6" y="4251095"/>
              <a:ext cx="8293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EB80CF78-5B1C-01CD-8D6B-B4B776B5C591}"/>
                    </a:ext>
                  </a:extLst>
                </p:cNvPr>
                <p:cNvSpPr/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EB80CF78-5B1C-01CD-8D6B-B4B776B5C5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2746839-AA78-8727-67E3-8774F1680C51}"/>
                    </a:ext>
                  </a:extLst>
                </p:cNvPr>
                <p:cNvSpPr txBox="1"/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72746839-AA78-8727-67E3-8774F1680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13048C42-804E-FF42-C782-37AB40077411}"/>
                </a:ext>
              </a:extLst>
            </p:cNvPr>
            <p:cNvSpPr/>
            <p:nvPr/>
          </p:nvSpPr>
          <p:spPr>
            <a:xfrm rot="5400000">
              <a:off x="8077584" y="48532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9FC07CB1-B1A7-258F-1C81-B270462C10FF}"/>
                </a:ext>
              </a:extLst>
            </p:cNvPr>
            <p:cNvSpPr/>
            <p:nvPr/>
          </p:nvSpPr>
          <p:spPr>
            <a:xfrm flipV="1">
              <a:off x="9044811" y="484707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00C7E99-9EC4-3F6B-8070-D565C04DB339}"/>
                    </a:ext>
                  </a:extLst>
                </p:cNvPr>
                <p:cNvSpPr txBox="1"/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00C7E99-9EC4-3F6B-8070-D565C04DB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251E6ADA-4B00-8423-6A54-DAA4E2E52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6268" y="4901232"/>
              <a:ext cx="1261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BD829B74-6A26-3D47-4A7C-6DF53DAE7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9" y="4900229"/>
              <a:ext cx="424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211000CD-2B85-0E18-1C2D-FD54A4E0F705}"/>
                </a:ext>
              </a:extLst>
            </p:cNvPr>
            <p:cNvSpPr/>
            <p:nvPr/>
          </p:nvSpPr>
          <p:spPr>
            <a:xfrm flipV="1">
              <a:off x="9044368" y="484607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7" name="Line 27">
              <a:extLst>
                <a:ext uri="{FF2B5EF4-FFF2-40B4-BE49-F238E27FC236}">
                  <a16:creationId xmlns:a16="http://schemas.microsoft.com/office/drawing/2014/main" id="{B850B163-52D3-7ED7-BD60-DA2D8A990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8" y="4249858"/>
              <a:ext cx="8280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DA56C84A-0240-51D6-1687-0AD83E2A3EF8}"/>
                    </a:ext>
                  </a:extLst>
                </p:cNvPr>
                <p:cNvSpPr/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DA56C84A-0240-51D6-1687-0AD83E2A3E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F147D57-DE46-D76C-4F0E-2DEC719AC632}"/>
                    </a:ext>
                  </a:extLst>
                </p:cNvPr>
                <p:cNvSpPr txBox="1"/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F147D57-DE46-D76C-4F0E-2DEC719AC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2AAC5EE5-FE6B-AE56-2A04-533AAE6D9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4" y="4899995"/>
              <a:ext cx="269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:a16="http://schemas.microsoft.com/office/drawing/2014/main" id="{A777423E-040B-64F3-B25C-3C276C1C1F1E}"/>
                </a:ext>
              </a:extLst>
            </p:cNvPr>
            <p:cNvSpPr/>
            <p:nvPr/>
          </p:nvSpPr>
          <p:spPr>
            <a:xfrm rot="5400000">
              <a:off x="9844246" y="485203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D05EB1AC-5AF2-E0DA-C570-0E182D74D494}"/>
                </a:ext>
              </a:extLst>
            </p:cNvPr>
            <p:cNvSpPr/>
            <p:nvPr/>
          </p:nvSpPr>
          <p:spPr>
            <a:xfrm flipV="1">
              <a:off x="10811473" y="484584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B74C191-DACD-70F3-BE9B-331E028A779D}"/>
                    </a:ext>
                  </a:extLst>
                </p:cNvPr>
                <p:cNvSpPr txBox="1"/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B74C191-DACD-70F3-BE9B-331E028A7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13444E24-FD77-B2AF-3B69-BB5A0C843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3" y="424962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BDDD5C09-3EC1-37D4-1D5F-8C7E45288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9414" y="4899995"/>
              <a:ext cx="119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13D4D68E-A4CC-53FE-9586-886A6F56FD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21759" y="4338230"/>
              <a:ext cx="11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6F70D6ED-3255-36DC-4979-74D72695F1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54599" y="4188696"/>
              <a:ext cx="1422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0CEDD34F-6E96-FF81-398C-5D8260637E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804055" y="3942681"/>
              <a:ext cx="6138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12673310-770C-8CC1-487E-456D9E0956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31779" y="5070923"/>
              <a:ext cx="367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50049AE8-9F58-C4D4-82F4-99B44864D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665" y="5256279"/>
              <a:ext cx="35417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0FAC93FD-C330-576C-317D-7FB9997448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0537" y="5075933"/>
              <a:ext cx="35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EB0A4F11-B2F2-D22C-F19C-B00A0089B7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87226" y="5089036"/>
              <a:ext cx="378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4F5F8C11-978A-EEF4-3CD8-49C8069B40CA}"/>
                </a:ext>
              </a:extLst>
            </p:cNvPr>
            <p:cNvSpPr/>
            <p:nvPr/>
          </p:nvSpPr>
          <p:spPr>
            <a:xfrm flipV="1">
              <a:off x="7924242" y="520359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46A947FA-DCF7-41C3-1436-DA2A9FA39C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8183" y="4842404"/>
              <a:ext cx="11855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45973503-FCE3-978A-2A04-3F1093CB3676}"/>
                </a:ext>
              </a:extLst>
            </p:cNvPr>
            <p:cNvSpPr/>
            <p:nvPr/>
          </p:nvSpPr>
          <p:spPr>
            <a:xfrm flipV="1">
              <a:off x="7749829" y="4198306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11F975D8-6E43-6441-868C-3CFD7010FE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91007" y="4842405"/>
              <a:ext cx="11855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050705D-AD14-F119-4A57-61B624626731}"/>
                </a:ext>
              </a:extLst>
            </p:cNvPr>
            <p:cNvSpPr/>
            <p:nvPr/>
          </p:nvSpPr>
          <p:spPr>
            <a:xfrm flipV="1">
              <a:off x="9532655" y="419830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2DF2A5A6-8BA4-D3AC-E841-27711DF4C7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39460" y="4842403"/>
              <a:ext cx="1185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8D5C369-ED1C-EAE2-A7D6-3C2AE1302ADD}"/>
                    </a:ext>
                  </a:extLst>
                </p:cNvPr>
                <p:cNvSpPr txBox="1"/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8D5C369-ED1C-EAE2-A7D6-3C2AE1302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AFEFBA27-3DA1-A77F-E0A9-96DAA2869169}"/>
                    </a:ext>
                  </a:extLst>
                </p:cNvPr>
                <p:cNvSpPr txBox="1"/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AFEFBA27-3DA1-A77F-E0A9-96DAA28691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2C7F2261-634D-94A3-DD65-3BA7AA02AE3D}"/>
                    </a:ext>
                  </a:extLst>
                </p:cNvPr>
                <p:cNvSpPr txBox="1"/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2C7F2261-634D-94A3-DD65-3BA7AA02AE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5333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01217E7-7B3D-902E-E294-F9CF627C7E9E}"/>
                    </a:ext>
                  </a:extLst>
                </p:cNvPr>
                <p:cNvSpPr txBox="1"/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301217E7-7B3D-902E-E294-F9CF627C7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blipFill>
                  <a:blip r:embed="rId19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FF67767-767B-7AC0-35F1-F5C93F9648C9}"/>
                    </a:ext>
                  </a:extLst>
                </p:cNvPr>
                <p:cNvSpPr txBox="1"/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2FF67767-767B-7AC0-35F1-F5C93F964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494D70AE-164F-6C95-D44E-5903BF0380F1}"/>
                    </a:ext>
                  </a:extLst>
                </p:cNvPr>
                <p:cNvSpPr txBox="1"/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494D70AE-164F-6C95-D44E-5903BF038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blipFill>
                  <a:blip r:embed="rId21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38234AC-9C86-3EE1-A36C-9DD6A127BD8C}"/>
                    </a:ext>
                  </a:extLst>
                </p:cNvPr>
                <p:cNvSpPr txBox="1"/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38234AC-9C86-3EE1-A36C-9DD6A127B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12BB9C2-2ACB-1FD0-9F35-4B3FEC6B2718}"/>
                    </a:ext>
                  </a:extLst>
                </p:cNvPr>
                <p:cNvSpPr txBox="1"/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12BB9C2-2ACB-1FD0-9F35-4B3FEC6B2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blipFill>
                  <a:blip r:embed="rId23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8873E75B-116D-83E4-804F-4725F2EC70C7}"/>
                    </a:ext>
                  </a:extLst>
                </p:cNvPr>
                <p:cNvSpPr txBox="1"/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8873E75B-116D-83E4-804F-4725F2EC7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54748E74-62C4-309F-F43E-3D613F948504}"/>
                    </a:ext>
                  </a:extLst>
                </p:cNvPr>
                <p:cNvSpPr txBox="1"/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54748E74-62C4-309F-F43E-3D613F948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18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514E1175-795D-297B-A302-C15EFBA85B7F}"/>
                    </a:ext>
                  </a:extLst>
                </p:cNvPr>
                <p:cNvSpPr txBox="1"/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514E1175-795D-297B-A302-C15EFBA85B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0930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33A5-5F1F-14D0-312B-603C9CB6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499656-2148-F223-17C2-FF7A358679C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F7C3DAA-AAAC-A4EB-7B18-3BBF138388B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FD6C4B02-CC48-1B8C-ADC1-86799393404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EB56BC8E-A725-B338-69DA-5172A805B2A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569E3A50-AF31-E416-FE50-D8298249539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0F8B2AA-721D-7564-7228-9127344A3BF2}"/>
              </a:ext>
            </a:extLst>
          </p:cNvPr>
          <p:cNvSpPr txBox="1"/>
          <p:nvPr/>
        </p:nvSpPr>
        <p:spPr>
          <a:xfrm>
            <a:off x="360000" y="1548000"/>
            <a:ext cx="513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画出状态图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8543B3C1-389C-1B32-57AD-6C57DC9855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336736"/>
                  </p:ext>
                </p:extLst>
              </p:nvPr>
            </p:nvGraphicFramePr>
            <p:xfrm>
              <a:off x="6840000" y="3240000"/>
              <a:ext cx="4046849" cy="344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22301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924648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999900">
                      <a:extLst>
                        <a:ext uri="{9D8B030D-6E8A-4147-A177-3AD203B41FA5}">
                          <a16:colId xmlns:a16="http://schemas.microsoft.com/office/drawing/2014/main" val="3605479115"/>
                        </a:ext>
                      </a:extLst>
                    </a:gridCol>
                  </a:tblGrid>
                  <a:tr h="17727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b="1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3902766340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825068518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3995678258"/>
                      </a:ext>
                    </a:extLst>
                  </a:tr>
                  <a:tr h="1602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9820257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8543B3C1-389C-1B32-57AD-6C57DC9855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336736"/>
                  </p:ext>
                </p:extLst>
              </p:nvPr>
            </p:nvGraphicFramePr>
            <p:xfrm>
              <a:off x="6840000" y="3240000"/>
              <a:ext cx="4046849" cy="344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22301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924648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999900">
                      <a:extLst>
                        <a:ext uri="{9D8B030D-6E8A-4147-A177-3AD203B41FA5}">
                          <a16:colId xmlns:a16="http://schemas.microsoft.com/office/drawing/2014/main" val="3605479115"/>
                        </a:ext>
                      </a:extLst>
                    </a:gridCol>
                  </a:tblGrid>
                  <a:tr h="3893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7637" marR="77637" marT="38818" marB="38818" anchor="ctr">
                        <a:blipFill>
                          <a:blip r:embed="rId3"/>
                          <a:stretch>
                            <a:fillRect l="-543" t="-1563" r="-261957" b="-814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7637" marR="77637" marT="38818" marB="38818" anchor="ctr">
                        <a:blipFill>
                          <a:blip r:embed="rId3"/>
                          <a:stretch>
                            <a:fillRect l="-58544" t="-1563" r="-52532" b="-814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7637" marR="77637" marT="38818" marB="38818" anchor="ctr">
                        <a:blipFill>
                          <a:blip r:embed="rId3"/>
                          <a:stretch>
                            <a:fillRect l="-305488" t="-1563" r="-1220" b="-814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0   0   1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3902766340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1 0 1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1825068518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1   0   0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3995678258"/>
                      </a:ext>
                    </a:extLst>
                  </a:tr>
                  <a:tr h="382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1   1   0</a:t>
                          </a:r>
                        </a:p>
                      </a:txBody>
                      <a:tcPr marL="77637" marR="77637" marT="38818" marB="3881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1 1 1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marL="77637" marR="77637" marT="38818" marB="38818" anchor="ctr"/>
                    </a:tc>
                    <a:extLst>
                      <a:ext uri="{0D108BD9-81ED-4DB2-BD59-A6C34878D82A}">
                        <a16:rowId xmlns:a16="http://schemas.microsoft.com/office/drawing/2014/main" val="98202573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4175AC6F-1A07-87CD-B8F2-6E2AB30BD092}"/>
              </a:ext>
            </a:extLst>
          </p:cNvPr>
          <p:cNvGrpSpPr/>
          <p:nvPr/>
        </p:nvGrpSpPr>
        <p:grpSpPr>
          <a:xfrm>
            <a:off x="793391" y="2376000"/>
            <a:ext cx="4919674" cy="3698554"/>
            <a:chOff x="697048" y="2583827"/>
            <a:chExt cx="4919674" cy="3698554"/>
          </a:xfrm>
        </p:grpSpPr>
        <p:sp>
          <p:nvSpPr>
            <p:cNvPr id="26" name="Oval 61">
              <a:extLst>
                <a:ext uri="{FF2B5EF4-FFF2-40B4-BE49-F238E27FC236}">
                  <a16:creationId xmlns:a16="http://schemas.microsoft.com/office/drawing/2014/main" id="{F8C96094-1F10-6DB9-7AAB-43FBCAB3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484" y="3400248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Oval 61">
                  <a:extLst>
                    <a:ext uri="{FF2B5EF4-FFF2-40B4-BE49-F238E27FC236}">
                      <a16:creationId xmlns:a16="http://schemas.microsoft.com/office/drawing/2014/main" id="{80CE05FA-DFEF-06D7-4454-DC30CE1B85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7048" y="2583827"/>
                  <a:ext cx="789833" cy="78983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Aft>
                      <a:spcPct val="0"/>
                    </a:spcAft>
                    <a:buNone/>
                  </a:pPr>
                  <a:r>
                    <a:rPr lang="en-US" altLang="zh-CN" sz="2200" b="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b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200" b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2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2" name="Oval 61">
                  <a:extLst>
                    <a:ext uri="{FF2B5EF4-FFF2-40B4-BE49-F238E27FC236}">
                      <a16:creationId xmlns:a16="http://schemas.microsoft.com/office/drawing/2014/main" id="{80CE05FA-DFEF-06D7-4454-DC30CE1B85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7048" y="2583827"/>
                  <a:ext cx="789833" cy="789833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788ECE8-8235-86DA-860B-32BF4884D6F1}"/>
                </a:ext>
              </a:extLst>
            </p:cNvPr>
            <p:cNvCxnSpPr>
              <a:cxnSpLocks/>
              <a:stCxn id="92" idx="6"/>
            </p:cNvCxnSpPr>
            <p:nvPr/>
          </p:nvCxnSpPr>
          <p:spPr>
            <a:xfrm>
              <a:off x="1486881" y="2978744"/>
              <a:ext cx="83557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61">
              <a:extLst>
                <a:ext uri="{FF2B5EF4-FFF2-40B4-BE49-F238E27FC236}">
                  <a16:creationId xmlns:a16="http://schemas.microsoft.com/office/drawing/2014/main" id="{9CC8AB75-EAB6-694A-4A38-0E33B7C69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227" y="3405588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Oval 61">
              <a:extLst>
                <a:ext uri="{FF2B5EF4-FFF2-40B4-BE49-F238E27FC236}">
                  <a16:creationId xmlns:a16="http://schemas.microsoft.com/office/drawing/2014/main" id="{8E5DF555-DF99-AB38-DE76-A4201CACD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048" y="4493015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Oval 61">
              <a:extLst>
                <a:ext uri="{FF2B5EF4-FFF2-40B4-BE49-F238E27FC236}">
                  <a16:creationId xmlns:a16="http://schemas.microsoft.com/office/drawing/2014/main" id="{9DC245CA-5A10-A7C8-17A3-B0A1BC8D8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053" y="4493015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Oval 61">
              <a:extLst>
                <a:ext uri="{FF2B5EF4-FFF2-40B4-BE49-F238E27FC236}">
                  <a16:creationId xmlns:a16="http://schemas.microsoft.com/office/drawing/2014/main" id="{1FA14705-4329-88C9-56F0-621F6EDA7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058" y="4493015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Oval 61">
              <a:extLst>
                <a:ext uri="{FF2B5EF4-FFF2-40B4-BE49-F238E27FC236}">
                  <a16:creationId xmlns:a16="http://schemas.microsoft.com/office/drawing/2014/main" id="{FBEF77B2-DB04-22ED-92B9-6D79A5721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063" y="4493015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Oval 61">
              <a:extLst>
                <a:ext uri="{FF2B5EF4-FFF2-40B4-BE49-F238E27FC236}">
                  <a16:creationId xmlns:a16="http://schemas.microsoft.com/office/drawing/2014/main" id="{73AE4F5E-E75A-C369-6861-03970057E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068" y="4493015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Oval 61">
              <a:extLst>
                <a:ext uri="{FF2B5EF4-FFF2-40B4-BE49-F238E27FC236}">
                  <a16:creationId xmlns:a16="http://schemas.microsoft.com/office/drawing/2014/main" id="{19320CD4-70C6-71EC-28FE-796053163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709" y="5678727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5565579F-3437-1D62-9D1C-12499B5E2ABE}"/>
                </a:ext>
              </a:extLst>
            </p:cNvPr>
            <p:cNvCxnSpPr>
              <a:cxnSpLocks/>
              <a:stCxn id="101" idx="6"/>
              <a:endCxn id="112" idx="2"/>
            </p:cNvCxnSpPr>
            <p:nvPr/>
          </p:nvCxnSpPr>
          <p:spPr>
            <a:xfrm>
              <a:off x="1300702" y="4794842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46F094A0-E1B2-D218-6EE0-B49B33C132C2}"/>
                </a:ext>
              </a:extLst>
            </p:cNvPr>
            <p:cNvCxnSpPr>
              <a:cxnSpLocks/>
              <a:stCxn id="112" idx="6"/>
              <a:endCxn id="113" idx="2"/>
            </p:cNvCxnSpPr>
            <p:nvPr/>
          </p:nvCxnSpPr>
          <p:spPr>
            <a:xfrm>
              <a:off x="2379707" y="4794842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1A803BA-DB0B-BDC2-580D-38ED7CCB2FDD}"/>
                </a:ext>
              </a:extLst>
            </p:cNvPr>
            <p:cNvCxnSpPr>
              <a:cxnSpLocks/>
              <a:stCxn id="114" idx="2"/>
              <a:endCxn id="113" idx="6"/>
            </p:cNvCxnSpPr>
            <p:nvPr/>
          </p:nvCxnSpPr>
          <p:spPr>
            <a:xfrm flipH="1">
              <a:off x="3458712" y="4794842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67A69554-CB8A-4FF5-A5B6-E7AE121EA62F}"/>
                </a:ext>
              </a:extLst>
            </p:cNvPr>
            <p:cNvCxnSpPr>
              <a:cxnSpLocks/>
              <a:stCxn id="115" idx="2"/>
              <a:endCxn id="114" idx="6"/>
            </p:cNvCxnSpPr>
            <p:nvPr/>
          </p:nvCxnSpPr>
          <p:spPr>
            <a:xfrm flipH="1">
              <a:off x="4537717" y="4794842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B22ECF2F-D4A2-B24A-5F3F-AA2434D40534}"/>
                </a:ext>
              </a:extLst>
            </p:cNvPr>
            <p:cNvCxnSpPr>
              <a:cxnSpLocks/>
              <a:stCxn id="116" idx="0"/>
              <a:endCxn id="112" idx="4"/>
            </p:cNvCxnSpPr>
            <p:nvPr/>
          </p:nvCxnSpPr>
          <p:spPr>
            <a:xfrm flipV="1">
              <a:off x="2073536" y="5096669"/>
              <a:ext cx="4344" cy="5820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91586A92-75C2-E0A6-3FF5-31C223A64D9D}"/>
                </a:ext>
              </a:extLst>
            </p:cNvPr>
            <p:cNvCxnSpPr>
              <a:cxnSpLocks/>
              <a:stCxn id="26" idx="6"/>
              <a:endCxn id="99" idx="2"/>
            </p:cNvCxnSpPr>
            <p:nvPr/>
          </p:nvCxnSpPr>
          <p:spPr>
            <a:xfrm>
              <a:off x="2879138" y="3702075"/>
              <a:ext cx="502089" cy="53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6C15DA53-FAF0-D3B1-CE83-DF3DBA6BDA9D}"/>
                </a:ext>
              </a:extLst>
            </p:cNvPr>
            <p:cNvCxnSpPr>
              <a:cxnSpLocks/>
              <a:stCxn id="99" idx="5"/>
              <a:endCxn id="114" idx="0"/>
            </p:cNvCxnSpPr>
            <p:nvPr/>
          </p:nvCxnSpPr>
          <p:spPr>
            <a:xfrm>
              <a:off x="3896478" y="3920839"/>
              <a:ext cx="339412" cy="572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7EE77ED8-01BC-745D-AD6D-3522DB78857E}"/>
                </a:ext>
              </a:extLst>
            </p:cNvPr>
            <p:cNvCxnSpPr>
              <a:cxnSpLocks/>
              <a:stCxn id="113" idx="0"/>
              <a:endCxn id="99" idx="3"/>
            </p:cNvCxnSpPr>
            <p:nvPr/>
          </p:nvCxnSpPr>
          <p:spPr>
            <a:xfrm flipV="1">
              <a:off x="3156885" y="3920839"/>
              <a:ext cx="312745" cy="572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D5C410F3-9A5D-5FCC-E3ED-CA9C4D499E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403C6A-B593-BF33-4154-4BAD774474E3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6AD300-8385-884C-34FC-1623FF5D9F4D}"/>
              </a:ext>
            </a:extLst>
          </p:cNvPr>
          <p:cNvGrpSpPr/>
          <p:nvPr/>
        </p:nvGrpSpPr>
        <p:grpSpPr>
          <a:xfrm>
            <a:off x="6120000" y="720000"/>
            <a:ext cx="6080007" cy="2456706"/>
            <a:chOff x="5491694" y="3361736"/>
            <a:chExt cx="6080007" cy="2456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0DDC8CD-459D-FA2B-21AE-AB9E773DEAE1}"/>
                    </a:ext>
                  </a:extLst>
                </p:cNvPr>
                <p:cNvSpPr txBox="1"/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0DDC8CD-459D-FA2B-21AE-AB9E773DE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E4945C3-DF02-606B-CFF5-00FB8BDE2925}"/>
                    </a:ext>
                  </a:extLst>
                </p:cNvPr>
                <p:cNvSpPr/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E4945C3-DF02-606B-CFF5-00FB8BDE29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8ED15628-5F9B-0269-FBC1-E28326DC7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998" y="4251095"/>
              <a:ext cx="224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90C82447-A211-EAC8-4618-64DACF4CE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9769" y="4901467"/>
              <a:ext cx="385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403ECAB-7E85-089A-7497-BBC03DD1029A}"/>
                    </a:ext>
                  </a:extLst>
                </p:cNvPr>
                <p:cNvSpPr txBox="1"/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403ECAB-7E85-089A-7497-BBC03DD102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888309AA-1178-0EBF-E0BE-A61E1FDA1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7" y="4901466"/>
              <a:ext cx="40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C803E80-D6D8-B81E-5F70-C5EA9F7A58FC}"/>
                    </a:ext>
                  </a:extLst>
                </p:cNvPr>
                <p:cNvSpPr txBox="1"/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C803E80-D6D8-B81E-5F70-C5EA9F7A5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0311C59E-3BFA-107C-80E3-C79AEA41AFC2}"/>
                </a:ext>
              </a:extLst>
            </p:cNvPr>
            <p:cNvSpPr/>
            <p:nvPr/>
          </p:nvSpPr>
          <p:spPr>
            <a:xfrm rot="5400000">
              <a:off x="6310479" y="485350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5BB1AFAF-B49A-F6B4-FCDC-D9523E803C9C}"/>
                </a:ext>
              </a:extLst>
            </p:cNvPr>
            <p:cNvSpPr/>
            <p:nvPr/>
          </p:nvSpPr>
          <p:spPr>
            <a:xfrm flipV="1">
              <a:off x="7277706" y="484731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F892066-12A8-2441-6EF4-C8B68B1DBF42}"/>
                    </a:ext>
                  </a:extLst>
                </p:cNvPr>
                <p:cNvSpPr txBox="1"/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F892066-12A8-2441-6EF4-C8B68B1DBF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6260A65-EE1B-1929-EF7E-A4291B4619E9}"/>
                </a:ext>
              </a:extLst>
            </p:cNvPr>
            <p:cNvSpPr/>
            <p:nvPr/>
          </p:nvSpPr>
          <p:spPr>
            <a:xfrm flipV="1">
              <a:off x="6164165" y="485184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9" name="流程图: 延期 38">
              <a:extLst>
                <a:ext uri="{FF2B5EF4-FFF2-40B4-BE49-F238E27FC236}">
                  <a16:creationId xmlns:a16="http://schemas.microsoft.com/office/drawing/2014/main" id="{DD67BB58-77F7-3CD7-740F-AA3870A0B5FE}"/>
                </a:ext>
              </a:extLst>
            </p:cNvPr>
            <p:cNvSpPr/>
            <p:nvPr/>
          </p:nvSpPr>
          <p:spPr>
            <a:xfrm flipH="1">
              <a:off x="6509222" y="336173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A7E3B659-6B7C-460F-85E4-054E63BA0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477396"/>
              <a:ext cx="24281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513A426A-FF95-466B-4717-E1639774F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783045"/>
              <a:ext cx="63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611D045B-0DD2-7234-031F-E004D0C89C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998" y="3635739"/>
              <a:ext cx="398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C5B85A0E-062C-1FA3-DB80-8FFC3A200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6" y="4251095"/>
              <a:ext cx="8293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E86D5BA0-5A90-0184-4371-386999C89900}"/>
                    </a:ext>
                  </a:extLst>
                </p:cNvPr>
                <p:cNvSpPr/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E86D5BA0-5A90-0184-4371-386999C899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46694A9-850B-62B4-DC54-193AD5E7E22E}"/>
                    </a:ext>
                  </a:extLst>
                </p:cNvPr>
                <p:cNvSpPr txBox="1"/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46694A9-850B-62B4-DC54-193AD5E7E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90B9679F-BE6C-88B6-38E4-D04CA2BDA3E7}"/>
                </a:ext>
              </a:extLst>
            </p:cNvPr>
            <p:cNvSpPr/>
            <p:nvPr/>
          </p:nvSpPr>
          <p:spPr>
            <a:xfrm rot="5400000">
              <a:off x="8077584" y="48532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35AF8354-DCD9-176B-9952-AB39B8FFC024}"/>
                </a:ext>
              </a:extLst>
            </p:cNvPr>
            <p:cNvSpPr/>
            <p:nvPr/>
          </p:nvSpPr>
          <p:spPr>
            <a:xfrm flipV="1">
              <a:off x="9044811" y="484707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29D2FC9B-B8E0-99F5-6C96-A79405DC6D3E}"/>
                    </a:ext>
                  </a:extLst>
                </p:cNvPr>
                <p:cNvSpPr txBox="1"/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29D2FC9B-B8E0-99F5-6C96-A79405DC6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27979C69-A357-9A77-6FDC-03E9669432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6268" y="4901232"/>
              <a:ext cx="1261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39C9BCA0-7476-1621-FC8B-F63BF2BA2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9" y="4900229"/>
              <a:ext cx="424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52CABFC-34EA-6548-A388-7B6E16E69AA6}"/>
                </a:ext>
              </a:extLst>
            </p:cNvPr>
            <p:cNvSpPr/>
            <p:nvPr/>
          </p:nvSpPr>
          <p:spPr>
            <a:xfrm flipV="1">
              <a:off x="9044368" y="484607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179E3317-54F6-7DCD-C120-F3807A1EE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8" y="4249858"/>
              <a:ext cx="8280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C282EA16-48EB-394A-ECDA-16F25A9D2916}"/>
                    </a:ext>
                  </a:extLst>
                </p:cNvPr>
                <p:cNvSpPr/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C282EA16-48EB-394A-ECDA-16F25A9D29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AD1ABD-C2C1-EA3E-F956-710EC04E9095}"/>
                    </a:ext>
                  </a:extLst>
                </p:cNvPr>
                <p:cNvSpPr txBox="1"/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AD1ABD-C2C1-EA3E-F956-710EC04E9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blipFill>
                  <a:blip r:embed="rId30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BD29E1F4-07E0-6296-9568-FF720878D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4" y="4899995"/>
              <a:ext cx="269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02AFB9EF-4A81-D632-AA4E-1F6FC7E7C084}"/>
                </a:ext>
              </a:extLst>
            </p:cNvPr>
            <p:cNvSpPr/>
            <p:nvPr/>
          </p:nvSpPr>
          <p:spPr>
            <a:xfrm rot="5400000">
              <a:off x="9844246" y="485203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F3B88A77-CDF5-F867-C644-F0C4F50340C4}"/>
                </a:ext>
              </a:extLst>
            </p:cNvPr>
            <p:cNvSpPr/>
            <p:nvPr/>
          </p:nvSpPr>
          <p:spPr>
            <a:xfrm flipV="1">
              <a:off x="10811473" y="484584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029461E7-F4CD-CA3A-CC02-F6D94044817E}"/>
                    </a:ext>
                  </a:extLst>
                </p:cNvPr>
                <p:cNvSpPr txBox="1"/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029461E7-F4CD-CA3A-CC02-F6D940448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E3CCE1D8-C965-1ACD-5D74-F28BAF02C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3" y="424962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D1EE3634-E14D-9454-972E-B9C3C48EE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9414" y="4899995"/>
              <a:ext cx="119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AEAF36A4-ED39-CC6C-B2C3-CD558D20C8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21759" y="4338230"/>
              <a:ext cx="11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F775DFF6-B3E3-F128-6043-713BF726AA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54599" y="4188696"/>
              <a:ext cx="1422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88A0F25F-E6C8-F944-F831-0E2777D00E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804055" y="3942681"/>
              <a:ext cx="6138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E594EB86-4EBF-D75C-7DBB-14C23403A6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31779" y="5070923"/>
              <a:ext cx="367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EFDD8B27-A4FC-5071-B71D-ABCFFC00C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665" y="5256279"/>
              <a:ext cx="35417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FE9FE387-0559-2F66-DDFA-0C7AA65176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0537" y="5075933"/>
              <a:ext cx="35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70CC0056-E4F3-C4A3-58E3-8292B5B30A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87226" y="5089036"/>
              <a:ext cx="378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600CE2C-E845-824D-EF28-9C17857D9ACF}"/>
                </a:ext>
              </a:extLst>
            </p:cNvPr>
            <p:cNvSpPr/>
            <p:nvPr/>
          </p:nvSpPr>
          <p:spPr>
            <a:xfrm flipV="1">
              <a:off x="7924242" y="520359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A95B7C93-4ED4-9DA1-61C9-F997B37650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8183" y="4842404"/>
              <a:ext cx="11855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78C02300-671C-D6D5-A668-58395C65E328}"/>
                </a:ext>
              </a:extLst>
            </p:cNvPr>
            <p:cNvSpPr/>
            <p:nvPr/>
          </p:nvSpPr>
          <p:spPr>
            <a:xfrm flipV="1">
              <a:off x="7749829" y="4198306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F777FE78-1AED-5883-592C-E2E5AFCB07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91007" y="4842405"/>
              <a:ext cx="11855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DF1B55B0-AF30-01D2-C62D-631486FCC356}"/>
                </a:ext>
              </a:extLst>
            </p:cNvPr>
            <p:cNvSpPr/>
            <p:nvPr/>
          </p:nvSpPr>
          <p:spPr>
            <a:xfrm flipV="1">
              <a:off x="9532655" y="419830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3F1F44CB-5B31-D12E-19BC-71933FF024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39460" y="4842403"/>
              <a:ext cx="1185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48CBBD-3020-A9A3-A70A-7CF54DDB56D2}"/>
                    </a:ext>
                  </a:extLst>
                </p:cNvPr>
                <p:cNvSpPr txBox="1"/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48CBBD-3020-A9A3-A70A-7CF54DDB56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blipFill>
                  <a:blip r:embed="rId32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1E7924D-7A8F-D4D5-3FE3-1E06662A4670}"/>
                    </a:ext>
                  </a:extLst>
                </p:cNvPr>
                <p:cNvSpPr txBox="1"/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61E7924D-7A8F-D4D5-3FE3-1E06662A46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4976903-0333-70A5-1F3B-D5E19F8ABF3B}"/>
                    </a:ext>
                  </a:extLst>
                </p:cNvPr>
                <p:cNvSpPr txBox="1"/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F4976903-0333-70A5-1F3B-D5E19F8AB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25333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067B600-12C1-7C62-9C78-CE69EF3007B4}"/>
                    </a:ext>
                  </a:extLst>
                </p:cNvPr>
                <p:cNvSpPr txBox="1"/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067B600-12C1-7C62-9C78-CE69EF3007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blipFill>
                  <a:blip r:embed="rId35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A9E731D9-D99B-AE58-F056-2B5F34FBD227}"/>
                    </a:ext>
                  </a:extLst>
                </p:cNvPr>
                <p:cNvSpPr txBox="1"/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A9E731D9-D99B-AE58-F056-2B5F34FBD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blipFill>
                  <a:blip r:embed="rId36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D7BA5170-1C3F-419D-02D0-DF9F1F297927}"/>
                    </a:ext>
                  </a:extLst>
                </p:cNvPr>
                <p:cNvSpPr txBox="1"/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D7BA5170-1C3F-419D-02D0-DF9F1F2979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blipFill>
                  <a:blip r:embed="rId37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52BDC798-2FB8-6B9E-F115-3AF78EC3B1D1}"/>
                    </a:ext>
                  </a:extLst>
                </p:cNvPr>
                <p:cNvSpPr txBox="1"/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52BDC798-2FB8-6B9E-F115-3AF78EC3B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blipFill>
                  <a:blip r:embed="rId38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A50FB684-F07A-D948-0B22-0A389511F00B}"/>
                    </a:ext>
                  </a:extLst>
                </p:cNvPr>
                <p:cNvSpPr txBox="1"/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A50FB684-F07A-D948-0B22-0A389511F0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blipFill>
                  <a:blip r:embed="rId3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6A0ACC2F-DDB5-12C5-E87F-1594A1BE3939}"/>
                    </a:ext>
                  </a:extLst>
                </p:cNvPr>
                <p:cNvSpPr txBox="1"/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6A0ACC2F-DDB5-12C5-E87F-1594A1BE3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blipFill>
                  <a:blip r:embed="rId40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42CBBC10-ACC4-C201-9808-B2FA18F749D5}"/>
                    </a:ext>
                  </a:extLst>
                </p:cNvPr>
                <p:cNvSpPr txBox="1"/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42CBBC10-ACC4-C201-9808-B2FA18F74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18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A19529A7-A3C6-BA0D-DB98-F7A4C42DF0B6}"/>
                    </a:ext>
                  </a:extLst>
                </p:cNvPr>
                <p:cNvSpPr txBox="1"/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A19529A7-A3C6-BA0D-DB98-F7A4C42DF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blipFill>
                  <a:blip r:embed="rId42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6703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5D35-C548-BFC9-4C24-7E9F0676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66411ED3-0BCB-EFE3-D586-E4996E3D16C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2FF73EB-CF42-5250-5B93-71004FB1E63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597897A3-7086-F0FE-C52B-E559EC03016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44249B82-168D-EBF5-57B2-ED8DCBE3E42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0B275B67-C7FF-17EE-CA80-3884486D260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17A355A-D78F-3298-2353-128F22C99839}"/>
                  </a:ext>
                </a:extLst>
              </p:cNvPr>
              <p:cNvSpPr txBox="1"/>
              <p:nvPr/>
            </p:nvSpPr>
            <p:spPr>
              <a:xfrm>
                <a:off x="360000" y="1548000"/>
                <a:ext cx="52984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画出时序图（初始状态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kumimoji="1"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17A355A-D78F-3298-2353-128F22C99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48000"/>
                <a:ext cx="5298445" cy="523220"/>
              </a:xfrm>
              <a:prstGeom prst="rect">
                <a:avLst/>
              </a:prstGeom>
              <a:blipFill>
                <a:blip r:embed="rId3"/>
                <a:stretch>
                  <a:fillRect l="-2071" t="-12791" r="-1496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04861311-338D-42ED-0F31-EA8CB2A59EE0}"/>
              </a:ext>
            </a:extLst>
          </p:cNvPr>
          <p:cNvGrpSpPr/>
          <p:nvPr/>
        </p:nvGrpSpPr>
        <p:grpSpPr>
          <a:xfrm>
            <a:off x="6768000" y="3600000"/>
            <a:ext cx="4919674" cy="2882133"/>
            <a:chOff x="793391" y="3231243"/>
            <a:chExt cx="4919674" cy="2882133"/>
          </a:xfrm>
        </p:grpSpPr>
        <p:sp>
          <p:nvSpPr>
            <p:cNvPr id="26" name="Oval 61">
              <a:extLst>
                <a:ext uri="{FF2B5EF4-FFF2-40B4-BE49-F238E27FC236}">
                  <a16:creationId xmlns:a16="http://schemas.microsoft.com/office/drawing/2014/main" id="{8F8F0E9C-43A8-7925-DB62-26DEAA12A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827" y="3231243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Oval 61">
              <a:extLst>
                <a:ext uri="{FF2B5EF4-FFF2-40B4-BE49-F238E27FC236}">
                  <a16:creationId xmlns:a16="http://schemas.microsoft.com/office/drawing/2014/main" id="{CDFD8396-5784-641C-81C8-16256234B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7570" y="3236583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Oval 61">
              <a:extLst>
                <a:ext uri="{FF2B5EF4-FFF2-40B4-BE49-F238E27FC236}">
                  <a16:creationId xmlns:a16="http://schemas.microsoft.com/office/drawing/2014/main" id="{1BBFDC06-422D-1D8B-6066-1AD9474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391" y="4324010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Oval 61">
              <a:extLst>
                <a:ext uri="{FF2B5EF4-FFF2-40B4-BE49-F238E27FC236}">
                  <a16:creationId xmlns:a16="http://schemas.microsoft.com/office/drawing/2014/main" id="{F6A88D4D-C2DD-28A3-A9A8-4B0A10A01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396" y="4324010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Oval 61">
              <a:extLst>
                <a:ext uri="{FF2B5EF4-FFF2-40B4-BE49-F238E27FC236}">
                  <a16:creationId xmlns:a16="http://schemas.microsoft.com/office/drawing/2014/main" id="{47FFC9D0-74AF-5041-31BC-8C237255E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1401" y="4324010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Oval 61">
              <a:extLst>
                <a:ext uri="{FF2B5EF4-FFF2-40B4-BE49-F238E27FC236}">
                  <a16:creationId xmlns:a16="http://schemas.microsoft.com/office/drawing/2014/main" id="{53E67405-1AC2-6B6C-FD52-203FB601F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0406" y="4324010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Oval 61">
              <a:extLst>
                <a:ext uri="{FF2B5EF4-FFF2-40B4-BE49-F238E27FC236}">
                  <a16:creationId xmlns:a16="http://schemas.microsoft.com/office/drawing/2014/main" id="{2559648B-F22E-4985-2C7F-81AEBADE9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9411" y="4324010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Oval 61">
              <a:extLst>
                <a:ext uri="{FF2B5EF4-FFF2-40B4-BE49-F238E27FC236}">
                  <a16:creationId xmlns:a16="http://schemas.microsoft.com/office/drawing/2014/main" id="{34D7CD1D-3531-81B2-2B21-8816B2896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052" y="5509722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FB1A5A47-6A14-4123-1D33-5CD50383AC69}"/>
                </a:ext>
              </a:extLst>
            </p:cNvPr>
            <p:cNvCxnSpPr>
              <a:cxnSpLocks/>
              <a:stCxn id="101" idx="6"/>
              <a:endCxn id="112" idx="2"/>
            </p:cNvCxnSpPr>
            <p:nvPr/>
          </p:nvCxnSpPr>
          <p:spPr>
            <a:xfrm>
              <a:off x="1397045" y="4625837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EAB908F7-840C-2C82-9F2F-717FAE4DD52F}"/>
                </a:ext>
              </a:extLst>
            </p:cNvPr>
            <p:cNvCxnSpPr>
              <a:cxnSpLocks/>
              <a:stCxn id="112" idx="6"/>
              <a:endCxn id="113" idx="2"/>
            </p:cNvCxnSpPr>
            <p:nvPr/>
          </p:nvCxnSpPr>
          <p:spPr>
            <a:xfrm>
              <a:off x="2476050" y="4625837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F3A84C9F-6016-F86D-B143-43930483BE5B}"/>
                </a:ext>
              </a:extLst>
            </p:cNvPr>
            <p:cNvCxnSpPr>
              <a:cxnSpLocks/>
              <a:stCxn id="114" idx="2"/>
              <a:endCxn id="113" idx="6"/>
            </p:cNvCxnSpPr>
            <p:nvPr/>
          </p:nvCxnSpPr>
          <p:spPr>
            <a:xfrm flipH="1">
              <a:off x="3555055" y="4625837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C52C95CD-C430-06C0-11AB-4655BE67A1DF}"/>
                </a:ext>
              </a:extLst>
            </p:cNvPr>
            <p:cNvCxnSpPr>
              <a:cxnSpLocks/>
              <a:stCxn id="115" idx="2"/>
              <a:endCxn id="114" idx="6"/>
            </p:cNvCxnSpPr>
            <p:nvPr/>
          </p:nvCxnSpPr>
          <p:spPr>
            <a:xfrm flipH="1">
              <a:off x="4634060" y="4625837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9C982C8D-0EEB-6E67-2411-C76ADE24C964}"/>
                </a:ext>
              </a:extLst>
            </p:cNvPr>
            <p:cNvCxnSpPr>
              <a:cxnSpLocks/>
              <a:stCxn id="116" idx="0"/>
              <a:endCxn id="112" idx="4"/>
            </p:cNvCxnSpPr>
            <p:nvPr/>
          </p:nvCxnSpPr>
          <p:spPr>
            <a:xfrm flipV="1">
              <a:off x="2169879" y="4927664"/>
              <a:ext cx="4344" cy="5820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8C14CB38-CA03-4F8E-7BE5-27E47C74E666}"/>
                </a:ext>
              </a:extLst>
            </p:cNvPr>
            <p:cNvCxnSpPr>
              <a:cxnSpLocks/>
              <a:stCxn id="26" idx="6"/>
              <a:endCxn id="99" idx="2"/>
            </p:cNvCxnSpPr>
            <p:nvPr/>
          </p:nvCxnSpPr>
          <p:spPr>
            <a:xfrm>
              <a:off x="2975481" y="3533070"/>
              <a:ext cx="502089" cy="53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01362AED-A662-A175-0B3A-BC1B19F22A9B}"/>
                </a:ext>
              </a:extLst>
            </p:cNvPr>
            <p:cNvCxnSpPr>
              <a:cxnSpLocks/>
              <a:stCxn id="99" idx="5"/>
              <a:endCxn id="114" idx="0"/>
            </p:cNvCxnSpPr>
            <p:nvPr/>
          </p:nvCxnSpPr>
          <p:spPr>
            <a:xfrm>
              <a:off x="3992821" y="3751834"/>
              <a:ext cx="339412" cy="572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6770FE77-047D-4E2B-1D71-90CD2E98DE34}"/>
                </a:ext>
              </a:extLst>
            </p:cNvPr>
            <p:cNvCxnSpPr>
              <a:cxnSpLocks/>
              <a:stCxn id="113" idx="0"/>
              <a:endCxn id="99" idx="3"/>
            </p:cNvCxnSpPr>
            <p:nvPr/>
          </p:nvCxnSpPr>
          <p:spPr>
            <a:xfrm flipV="1">
              <a:off x="3253228" y="3751834"/>
              <a:ext cx="312745" cy="5721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8A64639F-AA43-6159-9D03-24163414E647}"/>
              </a:ext>
            </a:extLst>
          </p:cNvPr>
          <p:cNvGrpSpPr/>
          <p:nvPr/>
        </p:nvGrpSpPr>
        <p:grpSpPr>
          <a:xfrm>
            <a:off x="360000" y="2397600"/>
            <a:ext cx="5534998" cy="3321605"/>
            <a:chOff x="139518" y="2403854"/>
            <a:chExt cx="5534998" cy="3321605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20B5253-792A-174A-2FE4-499A131C6F5C}"/>
                </a:ext>
              </a:extLst>
            </p:cNvPr>
            <p:cNvGrpSpPr/>
            <p:nvPr/>
          </p:nvGrpSpPr>
          <p:grpSpPr>
            <a:xfrm>
              <a:off x="1365659" y="2403854"/>
              <a:ext cx="4055081" cy="3321605"/>
              <a:chOff x="1365659" y="2403855"/>
              <a:chExt cx="4055081" cy="3501956"/>
            </a:xfrm>
          </p:grpSpPr>
          <p:sp>
            <p:nvSpPr>
              <p:cNvPr id="166" name="Line 5">
                <a:extLst>
                  <a:ext uri="{FF2B5EF4-FFF2-40B4-BE49-F238E27FC236}">
                    <a16:creationId xmlns:a16="http://schemas.microsoft.com/office/drawing/2014/main" id="{889D5AE9-C872-2D74-38F9-0550DFB3E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6702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Line 6">
                <a:extLst>
                  <a:ext uri="{FF2B5EF4-FFF2-40B4-BE49-F238E27FC236}">
                    <a16:creationId xmlns:a16="http://schemas.microsoft.com/office/drawing/2014/main" id="{9357C24B-18BF-9850-7C7D-E7C0626B8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13186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8" name="Line 7">
                <a:extLst>
                  <a:ext uri="{FF2B5EF4-FFF2-40B4-BE49-F238E27FC236}">
                    <a16:creationId xmlns:a16="http://schemas.microsoft.com/office/drawing/2014/main" id="{8BEEB62B-72A2-E7EA-C964-676B12CC36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20740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3">
                <a:extLst>
                  <a:ext uri="{FF2B5EF4-FFF2-40B4-BE49-F238E27FC236}">
                    <a16:creationId xmlns:a16="http://schemas.microsoft.com/office/drawing/2014/main" id="{AC264287-28BA-08F5-226F-BD3ED47C9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565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4">
                <a:extLst>
                  <a:ext uri="{FF2B5EF4-FFF2-40B4-BE49-F238E27FC236}">
                    <a16:creationId xmlns:a16="http://schemas.microsoft.com/office/drawing/2014/main" id="{60DFDC9E-C0C8-905A-B9D1-F9DCCDF0A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143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Line 5">
                <a:extLst>
                  <a:ext uri="{FF2B5EF4-FFF2-40B4-BE49-F238E27FC236}">
                    <a16:creationId xmlns:a16="http://schemas.microsoft.com/office/drawing/2014/main" id="{89EA4260-753F-3FC1-B05B-D5ABFDC09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9697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Line 6">
                <a:extLst>
                  <a:ext uri="{FF2B5EF4-FFF2-40B4-BE49-F238E27FC236}">
                    <a16:creationId xmlns:a16="http://schemas.microsoft.com/office/drawing/2014/main" id="{D75E7874-4A29-EE01-D07D-07757570D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181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Line 7">
                <a:extLst>
                  <a:ext uri="{FF2B5EF4-FFF2-40B4-BE49-F238E27FC236}">
                    <a16:creationId xmlns:a16="http://schemas.microsoft.com/office/drawing/2014/main" id="{1B65D35B-F79E-D7DE-1265-2E675EBFC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93735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" name="Line 8">
                <a:extLst>
                  <a:ext uri="{FF2B5EF4-FFF2-40B4-BE49-F238E27FC236}">
                    <a16:creationId xmlns:a16="http://schemas.microsoft.com/office/drawing/2014/main" id="{1AB1EE6D-5F1A-24FD-D8F1-3BB236E53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21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DA98ECB-BDD2-2626-6CB2-53E3061F3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3437863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47F39D74-244C-DA99-8F69-34B35009F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425D0ACB-DA63-0BE9-6B7D-82ECFA050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638" y="3760125"/>
              <a:ext cx="255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1EBF5DE9-2A89-5B20-73B6-9A6CAA23B5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180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66B46342-7DF6-3DBB-7B7A-DED94FC32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730" y="3437863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5634E1D-6506-3989-7181-1610ACCA9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2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2C261AEE-85DC-3E2B-DD24-EFDAB27D0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255" y="3760125"/>
              <a:ext cx="7395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47488975-155A-EBBB-A88E-32B49DD00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4256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08404F8E-A445-D12A-EEA1-3FE0F7839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3" y="3437863"/>
              <a:ext cx="5075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4D453EDF-5C5C-8B80-30E2-C753DF9E9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882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EFEB931A-0850-E713-0B0E-B68B46551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565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2B6A84F-46B5-4204-DE69-F404DEE0D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AE51AE1E-BA20-7B8D-44D4-9C7E56723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3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9">
              <a:extLst>
                <a:ext uri="{FF2B5EF4-FFF2-40B4-BE49-F238E27FC236}">
                  <a16:creationId xmlns:a16="http://schemas.microsoft.com/office/drawing/2014/main" id="{CB8924A7-DA6F-2512-4AC4-A151C8106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36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30">
              <a:extLst>
                <a:ext uri="{FF2B5EF4-FFF2-40B4-BE49-F238E27FC236}">
                  <a16:creationId xmlns:a16="http://schemas.microsoft.com/office/drawing/2014/main" id="{D82E3764-E14F-09DA-91AE-5953F7285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14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31">
              <a:extLst>
                <a:ext uri="{FF2B5EF4-FFF2-40B4-BE49-F238E27FC236}">
                  <a16:creationId xmlns:a16="http://schemas.microsoft.com/office/drawing/2014/main" id="{1B0E9D81-6159-1C5A-FC2B-EDE98682E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143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32">
              <a:extLst>
                <a:ext uri="{FF2B5EF4-FFF2-40B4-BE49-F238E27FC236}">
                  <a16:creationId xmlns:a16="http://schemas.microsoft.com/office/drawing/2014/main" id="{578F38A3-590C-BEB0-1223-CAFFDAB7B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920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33">
              <a:extLst>
                <a:ext uri="{FF2B5EF4-FFF2-40B4-BE49-F238E27FC236}">
                  <a16:creationId xmlns:a16="http://schemas.microsoft.com/office/drawing/2014/main" id="{E8C85EBA-A042-87A1-5845-4D4F4302A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920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34">
              <a:extLst>
                <a:ext uri="{FF2B5EF4-FFF2-40B4-BE49-F238E27FC236}">
                  <a16:creationId xmlns:a16="http://schemas.microsoft.com/office/drawing/2014/main" id="{807C859E-6EC8-5DF5-C03C-3F52D25FB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9697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35">
              <a:extLst>
                <a:ext uri="{FF2B5EF4-FFF2-40B4-BE49-F238E27FC236}">
                  <a16:creationId xmlns:a16="http://schemas.microsoft.com/office/drawing/2014/main" id="{9A578E90-C31E-0B3B-3486-C556260DD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697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36">
              <a:extLst>
                <a:ext uri="{FF2B5EF4-FFF2-40B4-BE49-F238E27FC236}">
                  <a16:creationId xmlns:a16="http://schemas.microsoft.com/office/drawing/2014/main" id="{3DF3A94A-4776-FDF0-6D59-A45CADE23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40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7">
              <a:extLst>
                <a:ext uri="{FF2B5EF4-FFF2-40B4-BE49-F238E27FC236}">
                  <a16:creationId xmlns:a16="http://schemas.microsoft.com/office/drawing/2014/main" id="{8DE361CC-435A-659F-4380-2D4852A71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403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8">
              <a:extLst>
                <a:ext uri="{FF2B5EF4-FFF2-40B4-BE49-F238E27FC236}">
                  <a16:creationId xmlns:a16="http://schemas.microsoft.com/office/drawing/2014/main" id="{32E208E8-73FA-8CCE-C6EA-B6A7FACC8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181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39">
              <a:extLst>
                <a:ext uri="{FF2B5EF4-FFF2-40B4-BE49-F238E27FC236}">
                  <a16:creationId xmlns:a16="http://schemas.microsoft.com/office/drawing/2014/main" id="{EB08C2A6-8EE1-1041-BFB3-A6EF33BAA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181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40">
              <a:extLst>
                <a:ext uri="{FF2B5EF4-FFF2-40B4-BE49-F238E27FC236}">
                  <a16:creationId xmlns:a16="http://schemas.microsoft.com/office/drawing/2014/main" id="{16B81988-063D-BECB-01E1-437D893ED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958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41">
              <a:extLst>
                <a:ext uri="{FF2B5EF4-FFF2-40B4-BE49-F238E27FC236}">
                  <a16:creationId xmlns:a16="http://schemas.microsoft.com/office/drawing/2014/main" id="{02413D20-F61B-1226-2EE1-AD80D1939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958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42">
              <a:extLst>
                <a:ext uri="{FF2B5EF4-FFF2-40B4-BE49-F238E27FC236}">
                  <a16:creationId xmlns:a16="http://schemas.microsoft.com/office/drawing/2014/main" id="{20BE6040-A976-22FC-A868-4785E57E8E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3735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43">
              <a:extLst>
                <a:ext uri="{FF2B5EF4-FFF2-40B4-BE49-F238E27FC236}">
                  <a16:creationId xmlns:a16="http://schemas.microsoft.com/office/drawing/2014/main" id="{2490F8A5-A40A-FDD3-38E9-D081CBBD3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735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44">
              <a:extLst>
                <a:ext uri="{FF2B5EF4-FFF2-40B4-BE49-F238E27FC236}">
                  <a16:creationId xmlns:a16="http://schemas.microsoft.com/office/drawing/2014/main" id="{433C72C9-981E-4F09-04DC-A6E9EF5A6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441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45">
              <a:extLst>
                <a:ext uri="{FF2B5EF4-FFF2-40B4-BE49-F238E27FC236}">
                  <a16:creationId xmlns:a16="http://schemas.microsoft.com/office/drawing/2014/main" id="{A97B56C4-F9DB-0E33-5CCA-FEDDCC94D2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441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46">
              <a:extLst>
                <a:ext uri="{FF2B5EF4-FFF2-40B4-BE49-F238E27FC236}">
                  <a16:creationId xmlns:a16="http://schemas.microsoft.com/office/drawing/2014/main" id="{DB76C75A-8268-70D2-5352-2471EBB85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0218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47">
              <a:extLst>
                <a:ext uri="{FF2B5EF4-FFF2-40B4-BE49-F238E27FC236}">
                  <a16:creationId xmlns:a16="http://schemas.microsoft.com/office/drawing/2014/main" id="{8CD267F4-D415-3616-A9A9-FDBF4B458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218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48">
              <a:extLst>
                <a:ext uri="{FF2B5EF4-FFF2-40B4-BE49-F238E27FC236}">
                  <a16:creationId xmlns:a16="http://schemas.microsoft.com/office/drawing/2014/main" id="{F53BF6B7-3F26-A4B2-FEB7-B86C07FCC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399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49">
              <a:extLst>
                <a:ext uri="{FF2B5EF4-FFF2-40B4-BE49-F238E27FC236}">
                  <a16:creationId xmlns:a16="http://schemas.microsoft.com/office/drawing/2014/main" id="{B51F1019-D2C0-90D4-B0AC-37FF1F38C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3996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 Box 98">
                  <a:extLst>
                    <a:ext uri="{FF2B5EF4-FFF2-40B4-BE49-F238E27FC236}">
                      <a16:creationId xmlns:a16="http://schemas.microsoft.com/office/drawing/2014/main" id="{5133D654-6A45-46D6-906E-DC72C64BD6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1759" y="2539465"/>
                  <a:ext cx="623060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 Box 98">
                  <a:extLst>
                    <a:ext uri="{FF2B5EF4-FFF2-40B4-BE49-F238E27FC236}">
                      <a16:creationId xmlns:a16="http://schemas.microsoft.com/office/drawing/2014/main" id="{5133D654-6A45-46D6-906E-DC72C64BD6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1759" y="2539465"/>
                  <a:ext cx="623060" cy="5355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 Box 98">
                  <a:extLst>
                    <a:ext uri="{FF2B5EF4-FFF2-40B4-BE49-F238E27FC236}">
                      <a16:creationId xmlns:a16="http://schemas.microsoft.com/office/drawing/2014/main" id="{3DE15424-E047-0A16-3E31-CB19EA6A7C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3336788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 Box 98">
                  <a:extLst>
                    <a:ext uri="{FF2B5EF4-FFF2-40B4-BE49-F238E27FC236}">
                      <a16:creationId xmlns:a16="http://schemas.microsoft.com/office/drawing/2014/main" id="{3DE15424-E047-0A16-3E31-CB19EA6A7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3336788"/>
                  <a:ext cx="995301" cy="535531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 Box 98">
                  <a:extLst>
                    <a:ext uri="{FF2B5EF4-FFF2-40B4-BE49-F238E27FC236}">
                      <a16:creationId xmlns:a16="http://schemas.microsoft.com/office/drawing/2014/main" id="{6D42FFF1-D669-64CE-338D-7D06309DD2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4134111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 Box 98">
                  <a:extLst>
                    <a:ext uri="{FF2B5EF4-FFF2-40B4-BE49-F238E27FC236}">
                      <a16:creationId xmlns:a16="http://schemas.microsoft.com/office/drawing/2014/main" id="{6D42FFF1-D669-64CE-338D-7D06309DD2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4134111"/>
                  <a:ext cx="995301" cy="53553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 Box 98">
                  <a:extLst>
                    <a:ext uri="{FF2B5EF4-FFF2-40B4-BE49-F238E27FC236}">
                      <a16:creationId xmlns:a16="http://schemas.microsoft.com/office/drawing/2014/main" id="{12518047-0E0A-6934-C058-8D4984F79E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4929762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Text Box 98">
                  <a:extLst>
                    <a:ext uri="{FF2B5EF4-FFF2-40B4-BE49-F238E27FC236}">
                      <a16:creationId xmlns:a16="http://schemas.microsoft.com/office/drawing/2014/main" id="{12518047-0E0A-6934-C058-8D4984F79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4929762"/>
                  <a:ext cx="995301" cy="53553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Line 38">
              <a:extLst>
                <a:ext uri="{FF2B5EF4-FFF2-40B4-BE49-F238E27FC236}">
                  <a16:creationId xmlns:a16="http://schemas.microsoft.com/office/drawing/2014/main" id="{22E74AF3-204B-2871-C72E-74B0F6E84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70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39">
              <a:extLst>
                <a:ext uri="{FF2B5EF4-FFF2-40B4-BE49-F238E27FC236}">
                  <a16:creationId xmlns:a16="http://schemas.microsoft.com/office/drawing/2014/main" id="{4BB3899E-D91D-7F78-5662-8D1D456E1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2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" name="Line 40">
              <a:extLst>
                <a:ext uri="{FF2B5EF4-FFF2-40B4-BE49-F238E27FC236}">
                  <a16:creationId xmlns:a16="http://schemas.microsoft.com/office/drawing/2014/main" id="{0BF69C9F-D2D7-4FED-AFF7-6041FFF6A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47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41">
              <a:extLst>
                <a:ext uri="{FF2B5EF4-FFF2-40B4-BE49-F238E27FC236}">
                  <a16:creationId xmlns:a16="http://schemas.microsoft.com/office/drawing/2014/main" id="{2D69245F-9FA2-2556-8548-B386CFA7B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479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42">
              <a:extLst>
                <a:ext uri="{FF2B5EF4-FFF2-40B4-BE49-F238E27FC236}">
                  <a16:creationId xmlns:a16="http://schemas.microsoft.com/office/drawing/2014/main" id="{29DB1900-FB0E-303D-A63F-020132ECC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425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Line 43">
              <a:extLst>
                <a:ext uri="{FF2B5EF4-FFF2-40B4-BE49-F238E27FC236}">
                  <a16:creationId xmlns:a16="http://schemas.microsoft.com/office/drawing/2014/main" id="{62396577-052B-1E9D-7BF8-E5AB3193C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256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" name="Line 44">
              <a:extLst>
                <a:ext uri="{FF2B5EF4-FFF2-40B4-BE49-F238E27FC236}">
                  <a16:creationId xmlns:a16="http://schemas.microsoft.com/office/drawing/2014/main" id="{BF144410-6258-7EA2-1EF9-18DE3790C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96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45">
              <a:extLst>
                <a:ext uri="{FF2B5EF4-FFF2-40B4-BE49-F238E27FC236}">
                  <a16:creationId xmlns:a16="http://schemas.microsoft.com/office/drawing/2014/main" id="{ABAB32FD-814A-2C0A-899A-55F031326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962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Line 46">
              <a:extLst>
                <a:ext uri="{FF2B5EF4-FFF2-40B4-BE49-F238E27FC236}">
                  <a16:creationId xmlns:a16="http://schemas.microsoft.com/office/drawing/2014/main" id="{37987D5B-6EC2-5F96-ABAC-3146982AE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073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47">
              <a:extLst>
                <a:ext uri="{FF2B5EF4-FFF2-40B4-BE49-F238E27FC236}">
                  <a16:creationId xmlns:a16="http://schemas.microsoft.com/office/drawing/2014/main" id="{60DA4A8A-0BF2-B61E-D46C-C639DC313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739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14">
              <a:extLst>
                <a:ext uri="{FF2B5EF4-FFF2-40B4-BE49-F238E27FC236}">
                  <a16:creationId xmlns:a16="http://schemas.microsoft.com/office/drawing/2014/main" id="{6F24BA0B-6661-F93B-E125-F878C568F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691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Line 15">
              <a:extLst>
                <a:ext uri="{FF2B5EF4-FFF2-40B4-BE49-F238E27FC236}">
                  <a16:creationId xmlns:a16="http://schemas.microsoft.com/office/drawing/2014/main" id="{5B2EBBC1-2FD8-0444-A0A3-9BDE8B307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691" y="3760125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Line 16">
              <a:extLst>
                <a:ext uri="{FF2B5EF4-FFF2-40B4-BE49-F238E27FC236}">
                  <a16:creationId xmlns:a16="http://schemas.microsoft.com/office/drawing/2014/main" id="{674CF56B-5CB5-B371-1552-32FB95A7B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3735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19">
              <a:extLst>
                <a:ext uri="{FF2B5EF4-FFF2-40B4-BE49-F238E27FC236}">
                  <a16:creationId xmlns:a16="http://schemas.microsoft.com/office/drawing/2014/main" id="{BC318D5F-8063-AA78-B1DB-A7811E4F5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735" y="3760125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" name="Line 13">
              <a:extLst>
                <a:ext uri="{FF2B5EF4-FFF2-40B4-BE49-F238E27FC236}">
                  <a16:creationId xmlns:a16="http://schemas.microsoft.com/office/drawing/2014/main" id="{27B978CB-36DD-9831-BCDF-E4C6E9C59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457" y="4233040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Line 14">
              <a:extLst>
                <a:ext uri="{FF2B5EF4-FFF2-40B4-BE49-F238E27FC236}">
                  <a16:creationId xmlns:a16="http://schemas.microsoft.com/office/drawing/2014/main" id="{4241FB8D-82CC-7EB0-BF23-6D357DA15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457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Line 15">
              <a:extLst>
                <a:ext uri="{FF2B5EF4-FFF2-40B4-BE49-F238E27FC236}">
                  <a16:creationId xmlns:a16="http://schemas.microsoft.com/office/drawing/2014/main" id="{21E46544-8EDE-26E2-E7B0-F65AFA67E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412" y="4555302"/>
              <a:ext cx="8150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Line 16">
              <a:extLst>
                <a:ext uri="{FF2B5EF4-FFF2-40B4-BE49-F238E27FC236}">
                  <a16:creationId xmlns:a16="http://schemas.microsoft.com/office/drawing/2014/main" id="{8574DB79-4B8E-9AF2-5B49-27844E5DE1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4978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17">
              <a:extLst>
                <a:ext uri="{FF2B5EF4-FFF2-40B4-BE49-F238E27FC236}">
                  <a16:creationId xmlns:a16="http://schemas.microsoft.com/office/drawing/2014/main" id="{620FE00D-78E0-FA3D-A76A-BD399CDAE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528" y="4233040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Line 18">
              <a:extLst>
                <a:ext uri="{FF2B5EF4-FFF2-40B4-BE49-F238E27FC236}">
                  <a16:creationId xmlns:a16="http://schemas.microsoft.com/office/drawing/2014/main" id="{482FD382-720A-92EC-F7E7-F7B2F549D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500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Line 19">
              <a:extLst>
                <a:ext uri="{FF2B5EF4-FFF2-40B4-BE49-F238E27FC236}">
                  <a16:creationId xmlns:a16="http://schemas.microsoft.com/office/drawing/2014/main" id="{9EAC16AA-9140-FCA4-4196-FD630FAAA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3053" y="4555302"/>
              <a:ext cx="2514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" name="Line 20">
              <a:extLst>
                <a:ext uri="{FF2B5EF4-FFF2-40B4-BE49-F238E27FC236}">
                  <a16:creationId xmlns:a16="http://schemas.microsoft.com/office/drawing/2014/main" id="{4CA572CF-A471-871F-69C2-3FDA8F9A3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3054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7" name="Line 21">
              <a:extLst>
                <a:ext uri="{FF2B5EF4-FFF2-40B4-BE49-F238E27FC236}">
                  <a16:creationId xmlns:a16="http://schemas.microsoft.com/office/drawing/2014/main" id="{A712EB0D-8981-E505-E45A-14D0615F7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501" y="4233040"/>
              <a:ext cx="5075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Line 14">
              <a:extLst>
                <a:ext uri="{FF2B5EF4-FFF2-40B4-BE49-F238E27FC236}">
                  <a16:creationId xmlns:a16="http://schemas.microsoft.com/office/drawing/2014/main" id="{A7728AE8-C849-2A0F-88D6-6B9BD32D6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Line 15">
              <a:extLst>
                <a:ext uri="{FF2B5EF4-FFF2-40B4-BE49-F238E27FC236}">
                  <a16:creationId xmlns:a16="http://schemas.microsoft.com/office/drawing/2014/main" id="{3F787594-6FD4-9D29-7DC2-0F08B51EA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4555302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16">
              <a:extLst>
                <a:ext uri="{FF2B5EF4-FFF2-40B4-BE49-F238E27FC236}">
                  <a16:creationId xmlns:a16="http://schemas.microsoft.com/office/drawing/2014/main" id="{827BB274-B4F5-64D6-18B0-CF8E03733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2533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19">
              <a:extLst>
                <a:ext uri="{FF2B5EF4-FFF2-40B4-BE49-F238E27FC236}">
                  <a16:creationId xmlns:a16="http://schemas.microsoft.com/office/drawing/2014/main" id="{2629BC30-2603-34FE-D250-7406BEE91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2533" y="4555302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13">
              <a:extLst>
                <a:ext uri="{FF2B5EF4-FFF2-40B4-BE49-F238E27FC236}">
                  <a16:creationId xmlns:a16="http://schemas.microsoft.com/office/drawing/2014/main" id="{04E48334-003F-997B-8C4B-82135B7F48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5030364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14">
              <a:extLst>
                <a:ext uri="{FF2B5EF4-FFF2-40B4-BE49-F238E27FC236}">
                  <a16:creationId xmlns:a16="http://schemas.microsoft.com/office/drawing/2014/main" id="{0843F566-B300-4E20-266E-1C061CEF3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15">
              <a:extLst>
                <a:ext uri="{FF2B5EF4-FFF2-40B4-BE49-F238E27FC236}">
                  <a16:creationId xmlns:a16="http://schemas.microsoft.com/office/drawing/2014/main" id="{8BE35F86-945A-14B4-E49B-540C6E42B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412" y="5352626"/>
              <a:ext cx="13200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" name="Line 16">
              <a:extLst>
                <a:ext uri="{FF2B5EF4-FFF2-40B4-BE49-F238E27FC236}">
                  <a16:creationId xmlns:a16="http://schemas.microsoft.com/office/drawing/2014/main" id="{1D24B982-B53F-0C70-F23E-D2315B88D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0010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Line 17">
              <a:extLst>
                <a:ext uri="{FF2B5EF4-FFF2-40B4-BE49-F238E27FC236}">
                  <a16:creationId xmlns:a16="http://schemas.microsoft.com/office/drawing/2014/main" id="{710168BA-1FA9-4D39-9FCB-97E53C55F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560" y="5030364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Line 18">
              <a:extLst>
                <a:ext uri="{FF2B5EF4-FFF2-40B4-BE49-F238E27FC236}">
                  <a16:creationId xmlns:a16="http://schemas.microsoft.com/office/drawing/2014/main" id="{3B67B383-62B6-1D2B-B8E4-7EB551B02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532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Line 21">
              <a:extLst>
                <a:ext uri="{FF2B5EF4-FFF2-40B4-BE49-F238E27FC236}">
                  <a16:creationId xmlns:a16="http://schemas.microsoft.com/office/drawing/2014/main" id="{50DF43FE-E550-3127-B0DD-81F3B5696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533" y="5030364"/>
              <a:ext cx="233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14">
              <a:extLst>
                <a:ext uri="{FF2B5EF4-FFF2-40B4-BE49-F238E27FC236}">
                  <a16:creationId xmlns:a16="http://schemas.microsoft.com/office/drawing/2014/main" id="{9E5F6874-BF81-BC08-B962-F570EDD0B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521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Line 15">
              <a:extLst>
                <a:ext uri="{FF2B5EF4-FFF2-40B4-BE49-F238E27FC236}">
                  <a16:creationId xmlns:a16="http://schemas.microsoft.com/office/drawing/2014/main" id="{6E24CBA3-8229-4D02-FBBB-D8903F065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521" y="5352626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Line 16">
              <a:extLst>
                <a:ext uri="{FF2B5EF4-FFF2-40B4-BE49-F238E27FC236}">
                  <a16:creationId xmlns:a16="http://schemas.microsoft.com/office/drawing/2014/main" id="{6EA2852D-000F-DEFF-384E-EDBB11C97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565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" name="Line 19">
              <a:extLst>
                <a:ext uri="{FF2B5EF4-FFF2-40B4-BE49-F238E27FC236}">
                  <a16:creationId xmlns:a16="http://schemas.microsoft.com/office/drawing/2014/main" id="{823F1AD3-715E-C7FF-C052-909FC4502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565" y="5352626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369FF572-9466-B21B-1679-6AB9FF8D100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DF2E3F-6B2D-E9E1-4993-A023C41FCA0F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1F9CC5D-35B8-C699-F4BB-7C072016659A}"/>
              </a:ext>
            </a:extLst>
          </p:cNvPr>
          <p:cNvGrpSpPr/>
          <p:nvPr/>
        </p:nvGrpSpPr>
        <p:grpSpPr>
          <a:xfrm>
            <a:off x="6120000" y="720000"/>
            <a:ext cx="6080007" cy="2456706"/>
            <a:chOff x="5491694" y="3361736"/>
            <a:chExt cx="6080007" cy="2456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BC6B4BC-77E5-2676-6C4D-0DBB5F13A2A3}"/>
                    </a:ext>
                  </a:extLst>
                </p:cNvPr>
                <p:cNvSpPr txBox="1"/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BC6B4BC-77E5-2676-6C4D-0DBB5F13A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3EADB34-E31B-DB8D-7963-F426C8F209DB}"/>
                    </a:ext>
                  </a:extLst>
                </p:cNvPr>
                <p:cNvSpPr/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43EADB34-E31B-DB8D-7963-F426C8F209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988AFFD5-F1C4-EB21-487C-93BB9507B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998" y="4251095"/>
              <a:ext cx="224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1690781C-BD22-DA8A-CA33-9672DDEAD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9769" y="4901467"/>
              <a:ext cx="385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AB914C5-031D-013D-800E-94585139D862}"/>
                    </a:ext>
                  </a:extLst>
                </p:cNvPr>
                <p:cNvSpPr txBox="1"/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AB914C5-031D-013D-800E-94585139D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D4EF46B9-8F1B-16B4-0D4A-CCA0E2AAB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7" y="4901466"/>
              <a:ext cx="40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4A9BAA8-F004-21F2-2635-3C3B2060F7D8}"/>
                    </a:ext>
                  </a:extLst>
                </p:cNvPr>
                <p:cNvSpPr txBox="1"/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4A9BAA8-F004-21F2-2635-3C3B2060F7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F6D85BDF-7E79-BF7E-0542-91F13517757F}"/>
                </a:ext>
              </a:extLst>
            </p:cNvPr>
            <p:cNvSpPr/>
            <p:nvPr/>
          </p:nvSpPr>
          <p:spPr>
            <a:xfrm rot="5400000">
              <a:off x="6310479" y="485350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694369E-281E-2D1D-9C90-FA7186AFD642}"/>
                </a:ext>
              </a:extLst>
            </p:cNvPr>
            <p:cNvSpPr/>
            <p:nvPr/>
          </p:nvSpPr>
          <p:spPr>
            <a:xfrm flipV="1">
              <a:off x="7277706" y="484731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261C44C-E293-71EA-C5D7-09EA77F67A7C}"/>
                    </a:ext>
                  </a:extLst>
                </p:cNvPr>
                <p:cNvSpPr txBox="1"/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261C44C-E293-71EA-C5D7-09EA77F67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D0BCECB7-4189-4CEC-8F81-6DBCE06A2DA1}"/>
                </a:ext>
              </a:extLst>
            </p:cNvPr>
            <p:cNvSpPr/>
            <p:nvPr/>
          </p:nvSpPr>
          <p:spPr>
            <a:xfrm flipV="1">
              <a:off x="6164165" y="485184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9" name="流程图: 延期 38">
              <a:extLst>
                <a:ext uri="{FF2B5EF4-FFF2-40B4-BE49-F238E27FC236}">
                  <a16:creationId xmlns:a16="http://schemas.microsoft.com/office/drawing/2014/main" id="{7458E26F-DF79-3A0B-EBD2-601F7D5F489A}"/>
                </a:ext>
              </a:extLst>
            </p:cNvPr>
            <p:cNvSpPr/>
            <p:nvPr/>
          </p:nvSpPr>
          <p:spPr>
            <a:xfrm flipH="1">
              <a:off x="6509222" y="336173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34776F72-AC80-BB2C-3EEC-51BF32307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477396"/>
              <a:ext cx="24281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2403F822-4482-9A7B-8652-5297C6EE8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783045"/>
              <a:ext cx="63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72DCDDFF-4A77-9E5F-FFF0-89B0BD3B4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998" y="3635739"/>
              <a:ext cx="398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943EEB02-DA68-2BAF-3BAF-5E2C0C09D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6" y="4251095"/>
              <a:ext cx="8293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F6304270-9E85-B271-E209-21C5F39EEA44}"/>
                    </a:ext>
                  </a:extLst>
                </p:cNvPr>
                <p:cNvSpPr/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F6304270-9E85-B271-E209-21C5F39EEA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0F8188E1-1D15-949C-334F-6BD0CDD83621}"/>
                    </a:ext>
                  </a:extLst>
                </p:cNvPr>
                <p:cNvSpPr txBox="1"/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0F8188E1-1D15-949C-334F-6BD0CDD83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blipFill>
                  <a:blip r:embed="rId30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EC980184-F17E-D5EA-BB76-BBD2D74BF7E2}"/>
                </a:ext>
              </a:extLst>
            </p:cNvPr>
            <p:cNvSpPr/>
            <p:nvPr/>
          </p:nvSpPr>
          <p:spPr>
            <a:xfrm rot="5400000">
              <a:off x="8077584" y="48532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ABA039A-A583-8EB5-2F2D-703AE19ECB3D}"/>
                </a:ext>
              </a:extLst>
            </p:cNvPr>
            <p:cNvSpPr/>
            <p:nvPr/>
          </p:nvSpPr>
          <p:spPr>
            <a:xfrm flipV="1">
              <a:off x="9044811" y="484707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41AD5EC0-26A6-1C35-59A7-6FC18DCC32F4}"/>
                    </a:ext>
                  </a:extLst>
                </p:cNvPr>
                <p:cNvSpPr txBox="1"/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41AD5EC0-26A6-1C35-59A7-6FC18DCC32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4E67D661-55DA-41EA-0FB1-8880AF495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6268" y="4901232"/>
              <a:ext cx="1261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65D0034F-13FD-CD7F-345F-AD516D7B16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9" y="4900229"/>
              <a:ext cx="424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C1B2183-0BFE-FCEF-CECB-707782C9D8A1}"/>
                </a:ext>
              </a:extLst>
            </p:cNvPr>
            <p:cNvSpPr/>
            <p:nvPr/>
          </p:nvSpPr>
          <p:spPr>
            <a:xfrm flipV="1">
              <a:off x="9044368" y="484607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D962EB22-FE26-C05A-F535-CF53E3F61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8" y="4249858"/>
              <a:ext cx="8280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4BABBD0F-EEBC-AD53-849F-D245C448D5A1}"/>
                    </a:ext>
                  </a:extLst>
                </p:cNvPr>
                <p:cNvSpPr/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4BABBD0F-EEBC-AD53-849F-D245C448D5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CEDDDFE-011A-1026-7982-36AC86B0D065}"/>
                    </a:ext>
                  </a:extLst>
                </p:cNvPr>
                <p:cNvSpPr txBox="1"/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0CEDDDFE-011A-1026-7982-36AC86B0D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27322817-49A7-8B86-D058-6A2EEF5AB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4" y="4899995"/>
              <a:ext cx="269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B6F0F1B1-0993-D03C-359C-78FD85C06C44}"/>
                </a:ext>
              </a:extLst>
            </p:cNvPr>
            <p:cNvSpPr/>
            <p:nvPr/>
          </p:nvSpPr>
          <p:spPr>
            <a:xfrm rot="5400000">
              <a:off x="9844246" y="485203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655850C-BC4C-411B-5924-1B44332F3CA9}"/>
                </a:ext>
              </a:extLst>
            </p:cNvPr>
            <p:cNvSpPr/>
            <p:nvPr/>
          </p:nvSpPr>
          <p:spPr>
            <a:xfrm flipV="1">
              <a:off x="10811473" y="484584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FAB4883-A57D-91B7-03D9-2ADC823C5AF7}"/>
                    </a:ext>
                  </a:extLst>
                </p:cNvPr>
                <p:cNvSpPr txBox="1"/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3FAB4883-A57D-91B7-03D9-2ADC823C5A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BC0EEBC1-50F5-0AC6-4309-64593E195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3" y="424962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31043277-0ACA-D621-975E-C036DE03C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9414" y="4899995"/>
              <a:ext cx="119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8842DF03-E5E2-4D42-8871-53D82AFC9A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21759" y="4338230"/>
              <a:ext cx="11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A8AB6360-95DE-CB09-E180-9F91BECA83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54599" y="4188696"/>
              <a:ext cx="1422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9A33FADF-C842-8B59-A3A6-EFEB1849B8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804055" y="3942681"/>
              <a:ext cx="6138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847BC45E-681D-2E7C-16B6-1E7E48BF64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31779" y="5070923"/>
              <a:ext cx="367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5123C100-43B7-021E-0B88-6C9628B7A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665" y="5256279"/>
              <a:ext cx="35417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032516C1-237D-ADDF-E97F-376719C129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0537" y="5075933"/>
              <a:ext cx="35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76CB3F58-C9F2-9C95-1A42-4E70982854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87226" y="5089036"/>
              <a:ext cx="378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5C96549A-5719-1369-6CFB-9D1E7EAD9A9B}"/>
                </a:ext>
              </a:extLst>
            </p:cNvPr>
            <p:cNvSpPr/>
            <p:nvPr/>
          </p:nvSpPr>
          <p:spPr>
            <a:xfrm flipV="1">
              <a:off x="7924242" y="520359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210E4B95-2EF4-49B5-7E5D-D91397FCC8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8183" y="4842404"/>
              <a:ext cx="11855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37745E2C-FD57-5C45-440F-9F4BBFABC5F4}"/>
                </a:ext>
              </a:extLst>
            </p:cNvPr>
            <p:cNvSpPr/>
            <p:nvPr/>
          </p:nvSpPr>
          <p:spPr>
            <a:xfrm flipV="1">
              <a:off x="7749829" y="4198306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06B0D184-E3FA-7ACF-9BC5-A529C6AB0C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91007" y="4842405"/>
              <a:ext cx="11855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FB1A55F-B783-380A-EC28-317EA67AD250}"/>
                </a:ext>
              </a:extLst>
            </p:cNvPr>
            <p:cNvSpPr/>
            <p:nvPr/>
          </p:nvSpPr>
          <p:spPr>
            <a:xfrm flipV="1">
              <a:off x="9532655" y="419830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5CD30D3A-14F2-6F71-5BFC-74D2CA9B7C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39460" y="4842403"/>
              <a:ext cx="1185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6221CFD0-D242-3608-4EC2-4F39C78B832D}"/>
                    </a:ext>
                  </a:extLst>
                </p:cNvPr>
                <p:cNvSpPr txBox="1"/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6221CFD0-D242-3608-4EC2-4F39C78B8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3697685-3B43-B900-FC1C-BCE2DC8853F5}"/>
                    </a:ext>
                  </a:extLst>
                </p:cNvPr>
                <p:cNvSpPr txBox="1"/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3697685-3B43-B900-FC1C-BCE2DC885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blipFill>
                  <a:blip r:embed="rId36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83E98AC-C0BF-4EC3-6901-F687716D1E40}"/>
                    </a:ext>
                  </a:extLst>
                </p:cNvPr>
                <p:cNvSpPr txBox="1"/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083E98AC-C0BF-4EC3-6901-F687716D1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5333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EE4360F-EFE8-C225-8202-5343AA4ADF8D}"/>
                    </a:ext>
                  </a:extLst>
                </p:cNvPr>
                <p:cNvSpPr txBox="1"/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EE4360F-EFE8-C225-8202-5343AA4AD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blipFill>
                  <a:blip r:embed="rId38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F718836A-87AD-2BAF-FB10-5B468874AD90}"/>
                    </a:ext>
                  </a:extLst>
                </p:cNvPr>
                <p:cNvSpPr txBox="1"/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F718836A-87AD-2BAF-FB10-5B468874A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23AF2C41-EF77-067F-9394-A1755265D570}"/>
                    </a:ext>
                  </a:extLst>
                </p:cNvPr>
                <p:cNvSpPr txBox="1"/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23AF2C41-EF77-067F-9394-A1755265D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blipFill>
                  <a:blip r:embed="rId40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CFD740B3-9E0D-FDC7-D7EB-E33C19618402}"/>
                    </a:ext>
                  </a:extLst>
                </p:cNvPr>
                <p:cNvSpPr txBox="1"/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CFD740B3-9E0D-FDC7-D7EB-E33C19618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F9EA8508-285E-46E7-A023-AB3C42A7AA11}"/>
                    </a:ext>
                  </a:extLst>
                </p:cNvPr>
                <p:cNvSpPr txBox="1"/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F9EA8508-285E-46E7-A023-AB3C42A7AA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blipFill>
                  <a:blip r:embed="rId42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8683FEE5-50D3-6E55-933F-FC4A5C470C84}"/>
                    </a:ext>
                  </a:extLst>
                </p:cNvPr>
                <p:cNvSpPr txBox="1"/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8683FEE5-50D3-6E55-933F-FC4A5C470C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F71EF4ED-3433-0657-9935-045DF139B1CD}"/>
                    </a:ext>
                  </a:extLst>
                </p:cNvPr>
                <p:cNvSpPr txBox="1"/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F71EF4ED-3433-0657-9935-045DF139B1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blipFill>
                  <a:blip r:embed="rId44"/>
                  <a:stretch>
                    <a:fillRect l="-18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947EDBAA-CCC4-6681-8174-35547E9A996C}"/>
                    </a:ext>
                  </a:extLst>
                </p:cNvPr>
                <p:cNvSpPr txBox="1"/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947EDBAA-CCC4-6681-8174-35547E9A9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blipFill>
                  <a:blip r:embed="rId45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07046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44256-4D51-276F-5B94-44ED1DB1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19EFD941-4777-FBA3-21E1-C744CF3357F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CE3B0E1-6D6A-E58E-5F11-BAD931606C6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214339E8-C3CA-C764-3C61-1ACAA9F240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C55768E8-0D06-6313-C68E-1ED5BF21E59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5D6DB224-A9F7-7672-6420-09EA68DD766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BAF50002-D8F5-2EC4-E61D-EF6251BF1832}"/>
              </a:ext>
            </a:extLst>
          </p:cNvPr>
          <p:cNvSpPr txBox="1"/>
          <p:nvPr/>
        </p:nvSpPr>
        <p:spPr>
          <a:xfrm>
            <a:off x="360000" y="1548000"/>
            <a:ext cx="5298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逻辑功能分析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68D61423-0C25-82E4-302C-49BEA53C60CE}"/>
              </a:ext>
            </a:extLst>
          </p:cNvPr>
          <p:cNvGrpSpPr/>
          <p:nvPr/>
        </p:nvGrpSpPr>
        <p:grpSpPr>
          <a:xfrm>
            <a:off x="6768000" y="3600000"/>
            <a:ext cx="4919674" cy="2882133"/>
            <a:chOff x="6765525" y="3602419"/>
            <a:chExt cx="4919674" cy="2882133"/>
          </a:xfrm>
        </p:grpSpPr>
        <p:sp>
          <p:nvSpPr>
            <p:cNvPr id="8" name="Oval 61">
              <a:extLst>
                <a:ext uri="{FF2B5EF4-FFF2-40B4-BE49-F238E27FC236}">
                  <a16:creationId xmlns:a16="http://schemas.microsoft.com/office/drawing/2014/main" id="{CFF3434D-DA9E-7000-1DF7-18D53D6B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3961" y="3602419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Oval 61">
              <a:extLst>
                <a:ext uri="{FF2B5EF4-FFF2-40B4-BE49-F238E27FC236}">
                  <a16:creationId xmlns:a16="http://schemas.microsoft.com/office/drawing/2014/main" id="{A1A87A53-9116-2F81-069E-1FB20F5A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9704" y="3607759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Oval 61">
              <a:extLst>
                <a:ext uri="{FF2B5EF4-FFF2-40B4-BE49-F238E27FC236}">
                  <a16:creationId xmlns:a16="http://schemas.microsoft.com/office/drawing/2014/main" id="{7B884B15-490B-DCCE-F8B4-CE14F56CB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5525" y="4695186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Oval 61">
              <a:extLst>
                <a:ext uri="{FF2B5EF4-FFF2-40B4-BE49-F238E27FC236}">
                  <a16:creationId xmlns:a16="http://schemas.microsoft.com/office/drawing/2014/main" id="{E6625F08-6CB1-4628-498D-C25BE2273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4530" y="4695186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Oval 61">
              <a:extLst>
                <a:ext uri="{FF2B5EF4-FFF2-40B4-BE49-F238E27FC236}">
                  <a16:creationId xmlns:a16="http://schemas.microsoft.com/office/drawing/2014/main" id="{11184E6B-3A89-8DBA-7BC6-000BB1D5E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3535" y="4695186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Oval 61">
              <a:extLst>
                <a:ext uri="{FF2B5EF4-FFF2-40B4-BE49-F238E27FC236}">
                  <a16:creationId xmlns:a16="http://schemas.microsoft.com/office/drawing/2014/main" id="{068945F4-6C83-B290-2052-B324EB1F0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2540" y="4695186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Oval 61">
              <a:extLst>
                <a:ext uri="{FF2B5EF4-FFF2-40B4-BE49-F238E27FC236}">
                  <a16:creationId xmlns:a16="http://schemas.microsoft.com/office/drawing/2014/main" id="{BEDEEC3B-9399-BCE1-9715-F48599303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1545" y="4695186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Oval 61">
              <a:extLst>
                <a:ext uri="{FF2B5EF4-FFF2-40B4-BE49-F238E27FC236}">
                  <a16:creationId xmlns:a16="http://schemas.microsoft.com/office/drawing/2014/main" id="{F912926C-1172-6B2F-2640-1A9F66D80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0186" y="5880898"/>
              <a:ext cx="603654" cy="60365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E55ACE38-FB26-C13D-5563-AD5A872C7A8A}"/>
                </a:ext>
              </a:extLst>
            </p:cNvPr>
            <p:cNvCxnSpPr>
              <a:cxnSpLocks/>
              <a:stCxn id="93" idx="6"/>
              <a:endCxn id="96" idx="2"/>
            </p:cNvCxnSpPr>
            <p:nvPr/>
          </p:nvCxnSpPr>
          <p:spPr>
            <a:xfrm>
              <a:off x="7369179" y="4997013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03FEF5BD-EC03-5F0D-5584-F731B81B1658}"/>
                </a:ext>
              </a:extLst>
            </p:cNvPr>
            <p:cNvCxnSpPr>
              <a:cxnSpLocks/>
              <a:stCxn id="96" idx="6"/>
              <a:endCxn id="97" idx="2"/>
            </p:cNvCxnSpPr>
            <p:nvPr/>
          </p:nvCxnSpPr>
          <p:spPr>
            <a:xfrm>
              <a:off x="8448184" y="4997013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755843B9-EA79-9F16-B157-BED96463441B}"/>
                </a:ext>
              </a:extLst>
            </p:cNvPr>
            <p:cNvCxnSpPr>
              <a:cxnSpLocks/>
              <a:stCxn id="98" idx="2"/>
              <a:endCxn id="97" idx="6"/>
            </p:cNvCxnSpPr>
            <p:nvPr/>
          </p:nvCxnSpPr>
          <p:spPr>
            <a:xfrm flipH="1">
              <a:off x="9527189" y="4997013"/>
              <a:ext cx="475351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24BB32AF-C53D-FE68-39C7-58440D41B0DB}"/>
                </a:ext>
              </a:extLst>
            </p:cNvPr>
            <p:cNvCxnSpPr>
              <a:cxnSpLocks/>
              <a:stCxn id="111" idx="2"/>
              <a:endCxn id="98" idx="6"/>
            </p:cNvCxnSpPr>
            <p:nvPr/>
          </p:nvCxnSpPr>
          <p:spPr>
            <a:xfrm flipH="1">
              <a:off x="10606194" y="4997013"/>
              <a:ext cx="4753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101E659C-94A2-98C8-4FBC-318F61D78959}"/>
                </a:ext>
              </a:extLst>
            </p:cNvPr>
            <p:cNvCxnSpPr>
              <a:cxnSpLocks/>
              <a:stCxn id="118" idx="0"/>
              <a:endCxn id="96" idx="4"/>
            </p:cNvCxnSpPr>
            <p:nvPr/>
          </p:nvCxnSpPr>
          <p:spPr>
            <a:xfrm flipV="1">
              <a:off x="8142013" y="5298840"/>
              <a:ext cx="4344" cy="5820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106B23E7-0BCB-61B0-79E3-74CB21466867}"/>
                </a:ext>
              </a:extLst>
            </p:cNvPr>
            <p:cNvCxnSpPr>
              <a:cxnSpLocks/>
              <a:stCxn id="8" idx="6"/>
              <a:endCxn id="92" idx="2"/>
            </p:cNvCxnSpPr>
            <p:nvPr/>
          </p:nvCxnSpPr>
          <p:spPr>
            <a:xfrm>
              <a:off x="8947615" y="3904246"/>
              <a:ext cx="502089" cy="53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5FF128AF-C91A-C887-218A-70E149F8DC53}"/>
                </a:ext>
              </a:extLst>
            </p:cNvPr>
            <p:cNvCxnSpPr>
              <a:cxnSpLocks/>
              <a:stCxn id="92" idx="5"/>
              <a:endCxn id="98" idx="0"/>
            </p:cNvCxnSpPr>
            <p:nvPr/>
          </p:nvCxnSpPr>
          <p:spPr>
            <a:xfrm>
              <a:off x="9964955" y="4123010"/>
              <a:ext cx="339412" cy="572176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74A04AF9-EABF-B5F1-4EF4-74DE3B11D36E}"/>
                </a:ext>
              </a:extLst>
            </p:cNvPr>
            <p:cNvCxnSpPr>
              <a:cxnSpLocks/>
              <a:stCxn id="97" idx="0"/>
              <a:endCxn id="92" idx="3"/>
            </p:cNvCxnSpPr>
            <p:nvPr/>
          </p:nvCxnSpPr>
          <p:spPr>
            <a:xfrm flipV="1">
              <a:off x="9225362" y="4123010"/>
              <a:ext cx="312745" cy="572176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8CDD601-60C0-2035-D94F-B8DECF267525}"/>
              </a:ext>
            </a:extLst>
          </p:cNvPr>
          <p:cNvGrpSpPr/>
          <p:nvPr/>
        </p:nvGrpSpPr>
        <p:grpSpPr>
          <a:xfrm>
            <a:off x="360000" y="4212000"/>
            <a:ext cx="5534998" cy="2296459"/>
            <a:chOff x="139518" y="2403854"/>
            <a:chExt cx="5534998" cy="3321605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A0D32061-71CF-0CAD-69FF-0E50091BAC75}"/>
                </a:ext>
              </a:extLst>
            </p:cNvPr>
            <p:cNvGrpSpPr/>
            <p:nvPr/>
          </p:nvGrpSpPr>
          <p:grpSpPr>
            <a:xfrm>
              <a:off x="1365659" y="2403854"/>
              <a:ext cx="4055081" cy="3321605"/>
              <a:chOff x="1365659" y="2403855"/>
              <a:chExt cx="4055081" cy="3501956"/>
            </a:xfrm>
          </p:grpSpPr>
          <p:sp>
            <p:nvSpPr>
              <p:cNvPr id="264" name="Line 5">
                <a:extLst>
                  <a:ext uri="{FF2B5EF4-FFF2-40B4-BE49-F238E27FC236}">
                    <a16:creationId xmlns:a16="http://schemas.microsoft.com/office/drawing/2014/main" id="{4C2DB093-D592-A0EB-B071-BF72D7BA3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6702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" name="Line 6">
                <a:extLst>
                  <a:ext uri="{FF2B5EF4-FFF2-40B4-BE49-F238E27FC236}">
                    <a16:creationId xmlns:a16="http://schemas.microsoft.com/office/drawing/2014/main" id="{559A39A2-5416-B5C0-A970-78C1100AD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13186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" name="Line 7">
                <a:extLst>
                  <a:ext uri="{FF2B5EF4-FFF2-40B4-BE49-F238E27FC236}">
                    <a16:creationId xmlns:a16="http://schemas.microsoft.com/office/drawing/2014/main" id="{D4FF3AA4-5C05-F4BC-F63F-727667EE3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20740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7" name="Line 3">
                <a:extLst>
                  <a:ext uri="{FF2B5EF4-FFF2-40B4-BE49-F238E27FC236}">
                    <a16:creationId xmlns:a16="http://schemas.microsoft.com/office/drawing/2014/main" id="{88062849-B99E-F4A0-2875-DE7DFCA26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565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8" name="Line 4">
                <a:extLst>
                  <a:ext uri="{FF2B5EF4-FFF2-40B4-BE49-F238E27FC236}">
                    <a16:creationId xmlns:a16="http://schemas.microsoft.com/office/drawing/2014/main" id="{35B43BF7-7BA3-8E51-4B40-1DC986151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143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9" name="Line 5">
                <a:extLst>
                  <a:ext uri="{FF2B5EF4-FFF2-40B4-BE49-F238E27FC236}">
                    <a16:creationId xmlns:a16="http://schemas.microsoft.com/office/drawing/2014/main" id="{31B1D464-B917-85E5-28B7-DF28A05BD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79697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0" name="Line 6">
                <a:extLst>
                  <a:ext uri="{FF2B5EF4-FFF2-40B4-BE49-F238E27FC236}">
                    <a16:creationId xmlns:a16="http://schemas.microsoft.com/office/drawing/2014/main" id="{40C5831B-DCEA-8BE7-BFA0-856D63D0C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6181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1" name="Line 7">
                <a:extLst>
                  <a:ext uri="{FF2B5EF4-FFF2-40B4-BE49-F238E27FC236}">
                    <a16:creationId xmlns:a16="http://schemas.microsoft.com/office/drawing/2014/main" id="{30F118D8-F37E-9A68-466C-C4227ECEE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93735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2" name="Line 8">
                <a:extLst>
                  <a:ext uri="{FF2B5EF4-FFF2-40B4-BE49-F238E27FC236}">
                    <a16:creationId xmlns:a16="http://schemas.microsoft.com/office/drawing/2014/main" id="{0B5E1AEB-48DE-95EB-A741-1EB3BF30F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0219" y="2403855"/>
                <a:ext cx="0" cy="3501956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0" name="Line 13">
              <a:extLst>
                <a:ext uri="{FF2B5EF4-FFF2-40B4-BE49-F238E27FC236}">
                  <a16:creationId xmlns:a16="http://schemas.microsoft.com/office/drawing/2014/main" id="{70618ABA-BFE2-76A2-08C5-4BD2C5915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3437863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" name="Line 14">
              <a:extLst>
                <a:ext uri="{FF2B5EF4-FFF2-40B4-BE49-F238E27FC236}">
                  <a16:creationId xmlns:a16="http://schemas.microsoft.com/office/drawing/2014/main" id="{BD84DFC0-B879-24F2-4E70-0FB80667E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15">
              <a:extLst>
                <a:ext uri="{FF2B5EF4-FFF2-40B4-BE49-F238E27FC236}">
                  <a16:creationId xmlns:a16="http://schemas.microsoft.com/office/drawing/2014/main" id="{2F342026-F62F-9A71-4BEE-1639BC7E8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638" y="3760125"/>
              <a:ext cx="255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16">
              <a:extLst>
                <a:ext uri="{FF2B5EF4-FFF2-40B4-BE49-F238E27FC236}">
                  <a16:creationId xmlns:a16="http://schemas.microsoft.com/office/drawing/2014/main" id="{09119465-B11A-C1AB-C76B-1C62FF29C3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180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17">
              <a:extLst>
                <a:ext uri="{FF2B5EF4-FFF2-40B4-BE49-F238E27FC236}">
                  <a16:creationId xmlns:a16="http://schemas.microsoft.com/office/drawing/2014/main" id="{6CA120A3-6080-FCA2-83F9-50F4FD97F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730" y="3437863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18">
              <a:extLst>
                <a:ext uri="{FF2B5EF4-FFF2-40B4-BE49-F238E27FC236}">
                  <a16:creationId xmlns:a16="http://schemas.microsoft.com/office/drawing/2014/main" id="{C62E234E-21BB-4E3F-9D67-B747A9249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2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Line 19">
              <a:extLst>
                <a:ext uri="{FF2B5EF4-FFF2-40B4-BE49-F238E27FC236}">
                  <a16:creationId xmlns:a16="http://schemas.microsoft.com/office/drawing/2014/main" id="{6353FA2C-6F5E-BA4C-8CDC-53532E698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255" y="3760125"/>
              <a:ext cx="7395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20">
              <a:extLst>
                <a:ext uri="{FF2B5EF4-FFF2-40B4-BE49-F238E27FC236}">
                  <a16:creationId xmlns:a16="http://schemas.microsoft.com/office/drawing/2014/main" id="{1C74CDC2-1AA8-2A4C-3985-E1EC752E52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4256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21">
              <a:extLst>
                <a:ext uri="{FF2B5EF4-FFF2-40B4-BE49-F238E27FC236}">
                  <a16:creationId xmlns:a16="http://schemas.microsoft.com/office/drawing/2014/main" id="{1E7105B8-02EA-E21A-D8AB-036336AB4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3" y="3437863"/>
              <a:ext cx="5075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25">
              <a:extLst>
                <a:ext uri="{FF2B5EF4-FFF2-40B4-BE49-F238E27FC236}">
                  <a16:creationId xmlns:a16="http://schemas.microsoft.com/office/drawing/2014/main" id="{AFC8E86E-40B0-C6A9-221B-ED14D4C91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882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Line 26">
              <a:extLst>
                <a:ext uri="{FF2B5EF4-FFF2-40B4-BE49-F238E27FC236}">
                  <a16:creationId xmlns:a16="http://schemas.microsoft.com/office/drawing/2014/main" id="{62B8416A-CAFC-C0FC-FC1A-0C53B6F50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565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Line 27">
              <a:extLst>
                <a:ext uri="{FF2B5EF4-FFF2-40B4-BE49-F238E27FC236}">
                  <a16:creationId xmlns:a16="http://schemas.microsoft.com/office/drawing/2014/main" id="{5BCB9B0D-3E4E-6CD2-19CB-370062FC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659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Line 28">
              <a:extLst>
                <a:ext uri="{FF2B5EF4-FFF2-40B4-BE49-F238E27FC236}">
                  <a16:creationId xmlns:a16="http://schemas.microsoft.com/office/drawing/2014/main" id="{D1848063-6B3B-CDD2-F620-358F8FBB0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3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Line 29">
              <a:extLst>
                <a:ext uri="{FF2B5EF4-FFF2-40B4-BE49-F238E27FC236}">
                  <a16:creationId xmlns:a16="http://schemas.microsoft.com/office/drawing/2014/main" id="{70224BE7-95E7-F1A9-A92E-79FE23737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9436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30">
              <a:extLst>
                <a:ext uri="{FF2B5EF4-FFF2-40B4-BE49-F238E27FC236}">
                  <a16:creationId xmlns:a16="http://schemas.microsoft.com/office/drawing/2014/main" id="{9718D55E-17F8-520D-5C09-CDDCB1706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14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Line 31">
              <a:extLst>
                <a:ext uri="{FF2B5EF4-FFF2-40B4-BE49-F238E27FC236}">
                  <a16:creationId xmlns:a16="http://schemas.microsoft.com/office/drawing/2014/main" id="{6B7C3D19-62EC-BF9E-AF00-937344B4F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143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Line 32">
              <a:extLst>
                <a:ext uri="{FF2B5EF4-FFF2-40B4-BE49-F238E27FC236}">
                  <a16:creationId xmlns:a16="http://schemas.microsoft.com/office/drawing/2014/main" id="{F4ED77AA-B308-16D4-6D85-E0043E0C7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920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Line 33">
              <a:extLst>
                <a:ext uri="{FF2B5EF4-FFF2-40B4-BE49-F238E27FC236}">
                  <a16:creationId xmlns:a16="http://schemas.microsoft.com/office/drawing/2014/main" id="{851C0DED-B1ED-D230-F5EB-4BBB8CEC2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5920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Line 34">
              <a:extLst>
                <a:ext uri="{FF2B5EF4-FFF2-40B4-BE49-F238E27FC236}">
                  <a16:creationId xmlns:a16="http://schemas.microsoft.com/office/drawing/2014/main" id="{3DB27C20-F5F9-5C22-9B23-8E77F1DA9C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9697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Line 35">
              <a:extLst>
                <a:ext uri="{FF2B5EF4-FFF2-40B4-BE49-F238E27FC236}">
                  <a16:creationId xmlns:a16="http://schemas.microsoft.com/office/drawing/2014/main" id="{DF98D63A-AA48-9D75-A316-117EEAC50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697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" name="Line 36">
              <a:extLst>
                <a:ext uri="{FF2B5EF4-FFF2-40B4-BE49-F238E27FC236}">
                  <a16:creationId xmlns:a16="http://schemas.microsoft.com/office/drawing/2014/main" id="{B12E9A62-5DFA-AF7F-524F-9A7045779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403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" name="Line 37">
              <a:extLst>
                <a:ext uri="{FF2B5EF4-FFF2-40B4-BE49-F238E27FC236}">
                  <a16:creationId xmlns:a16="http://schemas.microsoft.com/office/drawing/2014/main" id="{BA09FCF5-F08C-49B1-6295-3673D4129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403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Line 38">
              <a:extLst>
                <a:ext uri="{FF2B5EF4-FFF2-40B4-BE49-F238E27FC236}">
                  <a16:creationId xmlns:a16="http://schemas.microsoft.com/office/drawing/2014/main" id="{3038913C-1320-BA9E-0933-78E0556C8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6181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Line 39">
              <a:extLst>
                <a:ext uri="{FF2B5EF4-FFF2-40B4-BE49-F238E27FC236}">
                  <a16:creationId xmlns:a16="http://schemas.microsoft.com/office/drawing/2014/main" id="{424E43D4-9AEC-4771-F1A1-32E3BBA34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6181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" name="Line 40">
              <a:extLst>
                <a:ext uri="{FF2B5EF4-FFF2-40B4-BE49-F238E27FC236}">
                  <a16:creationId xmlns:a16="http://schemas.microsoft.com/office/drawing/2014/main" id="{9C065F92-7756-D304-3957-968A1A98F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958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Line 41">
              <a:extLst>
                <a:ext uri="{FF2B5EF4-FFF2-40B4-BE49-F238E27FC236}">
                  <a16:creationId xmlns:a16="http://schemas.microsoft.com/office/drawing/2014/main" id="{E8E2EB4F-B69A-3B30-5890-CC9E0CE16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958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4" name="Line 42">
              <a:extLst>
                <a:ext uri="{FF2B5EF4-FFF2-40B4-BE49-F238E27FC236}">
                  <a16:creationId xmlns:a16="http://schemas.microsoft.com/office/drawing/2014/main" id="{0EA43887-278E-5839-2757-BD3325661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3735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" name="Line 43">
              <a:extLst>
                <a:ext uri="{FF2B5EF4-FFF2-40B4-BE49-F238E27FC236}">
                  <a16:creationId xmlns:a16="http://schemas.microsoft.com/office/drawing/2014/main" id="{46E0CB88-D997-97E2-29B5-8552BE1C3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735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6" name="Line 44">
              <a:extLst>
                <a:ext uri="{FF2B5EF4-FFF2-40B4-BE49-F238E27FC236}">
                  <a16:creationId xmlns:a16="http://schemas.microsoft.com/office/drawing/2014/main" id="{5E3F153E-AF85-BB71-D2E8-876D1C482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441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" name="Line 45">
              <a:extLst>
                <a:ext uri="{FF2B5EF4-FFF2-40B4-BE49-F238E27FC236}">
                  <a16:creationId xmlns:a16="http://schemas.microsoft.com/office/drawing/2014/main" id="{2589045A-3600-18D0-C59A-02C0FE8A7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6441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Line 46">
              <a:extLst>
                <a:ext uri="{FF2B5EF4-FFF2-40B4-BE49-F238E27FC236}">
                  <a16:creationId xmlns:a16="http://schemas.microsoft.com/office/drawing/2014/main" id="{09D25F1F-F2CC-F23D-90B3-0E9094067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0218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Line 47">
              <a:extLst>
                <a:ext uri="{FF2B5EF4-FFF2-40B4-BE49-F238E27FC236}">
                  <a16:creationId xmlns:a16="http://schemas.microsoft.com/office/drawing/2014/main" id="{ECC7ABFE-FDC3-6D85-8573-854FD168C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218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" name="Line 48">
              <a:extLst>
                <a:ext uri="{FF2B5EF4-FFF2-40B4-BE49-F238E27FC236}">
                  <a16:creationId xmlns:a16="http://schemas.microsoft.com/office/drawing/2014/main" id="{59144056-B631-2B41-AB02-A2865E770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399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Line 49">
              <a:extLst>
                <a:ext uri="{FF2B5EF4-FFF2-40B4-BE49-F238E27FC236}">
                  <a16:creationId xmlns:a16="http://schemas.microsoft.com/office/drawing/2014/main" id="{292C426A-D3A9-6062-DBA0-3E0477D9D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3996" y="2966774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 Box 98">
                  <a:extLst>
                    <a:ext uri="{FF2B5EF4-FFF2-40B4-BE49-F238E27FC236}">
                      <a16:creationId xmlns:a16="http://schemas.microsoft.com/office/drawing/2014/main" id="{11733820-E4A0-24F6-87D4-712813B99A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1759" y="2539465"/>
                  <a:ext cx="623060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2" name="Text Box 98">
                  <a:extLst>
                    <a:ext uri="{FF2B5EF4-FFF2-40B4-BE49-F238E27FC236}">
                      <a16:creationId xmlns:a16="http://schemas.microsoft.com/office/drawing/2014/main" id="{11733820-E4A0-24F6-87D4-712813B99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1759" y="2539465"/>
                  <a:ext cx="623060" cy="53553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 Box 98">
                  <a:extLst>
                    <a:ext uri="{FF2B5EF4-FFF2-40B4-BE49-F238E27FC236}">
                      <a16:creationId xmlns:a16="http://schemas.microsoft.com/office/drawing/2014/main" id="{9BA79AE2-7C85-07E9-F07D-77186545E8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3336788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3" name="Text Box 98">
                  <a:extLst>
                    <a:ext uri="{FF2B5EF4-FFF2-40B4-BE49-F238E27FC236}">
                      <a16:creationId xmlns:a16="http://schemas.microsoft.com/office/drawing/2014/main" id="{9BA79AE2-7C85-07E9-F07D-77186545E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3336788"/>
                  <a:ext cx="995301" cy="535531"/>
                </a:xfrm>
                <a:prstGeom prst="rect">
                  <a:avLst/>
                </a:prstGeom>
                <a:blipFill>
                  <a:blip r:embed="rId20"/>
                  <a:stretch>
                    <a:fillRect b="-819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 Box 98">
                  <a:extLst>
                    <a:ext uri="{FF2B5EF4-FFF2-40B4-BE49-F238E27FC236}">
                      <a16:creationId xmlns:a16="http://schemas.microsoft.com/office/drawing/2014/main" id="{CA64AE10-BAB6-9AA9-F125-9C5739C419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4134111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Text Box 98">
                  <a:extLst>
                    <a:ext uri="{FF2B5EF4-FFF2-40B4-BE49-F238E27FC236}">
                      <a16:creationId xmlns:a16="http://schemas.microsoft.com/office/drawing/2014/main" id="{CA64AE10-BAB6-9AA9-F125-9C5739C41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4134111"/>
                  <a:ext cx="995301" cy="535531"/>
                </a:xfrm>
                <a:prstGeom prst="rect">
                  <a:avLst/>
                </a:prstGeom>
                <a:blipFill>
                  <a:blip r:embed="rId21"/>
                  <a:stretch>
                    <a:fillRect b="-983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 Box 98">
                  <a:extLst>
                    <a:ext uri="{FF2B5EF4-FFF2-40B4-BE49-F238E27FC236}">
                      <a16:creationId xmlns:a16="http://schemas.microsoft.com/office/drawing/2014/main" id="{D24CDC54-BE21-D45C-A969-54EE989611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518" y="4929762"/>
                  <a:ext cx="995301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5" name="Text Box 98">
                  <a:extLst>
                    <a:ext uri="{FF2B5EF4-FFF2-40B4-BE49-F238E27FC236}">
                      <a16:creationId xmlns:a16="http://schemas.microsoft.com/office/drawing/2014/main" id="{D24CDC54-BE21-D45C-A969-54EE98961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18" y="4929762"/>
                  <a:ext cx="995301" cy="535531"/>
                </a:xfrm>
                <a:prstGeom prst="rect">
                  <a:avLst/>
                </a:prstGeom>
                <a:blipFill>
                  <a:blip r:embed="rId22"/>
                  <a:stretch>
                    <a:fillRect b="-983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6" name="Line 38">
              <a:extLst>
                <a:ext uri="{FF2B5EF4-FFF2-40B4-BE49-F238E27FC236}">
                  <a16:creationId xmlns:a16="http://schemas.microsoft.com/office/drawing/2014/main" id="{9ECEAE1C-5B25-D4FC-00DE-0553641641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70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" name="Line 39">
              <a:extLst>
                <a:ext uri="{FF2B5EF4-FFF2-40B4-BE49-F238E27FC236}">
                  <a16:creationId xmlns:a16="http://schemas.microsoft.com/office/drawing/2014/main" id="{A70001FB-D638-3380-B796-9D2628661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6702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8" name="Line 40">
              <a:extLst>
                <a:ext uri="{FF2B5EF4-FFF2-40B4-BE49-F238E27FC236}">
                  <a16:creationId xmlns:a16="http://schemas.microsoft.com/office/drawing/2014/main" id="{D0051026-6923-D580-6B90-667887F4A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47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9" name="Line 41">
              <a:extLst>
                <a:ext uri="{FF2B5EF4-FFF2-40B4-BE49-F238E27FC236}">
                  <a16:creationId xmlns:a16="http://schemas.microsoft.com/office/drawing/2014/main" id="{6FBF7178-B0F7-D789-5603-643F5D797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479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0" name="Line 42">
              <a:extLst>
                <a:ext uri="{FF2B5EF4-FFF2-40B4-BE49-F238E27FC236}">
                  <a16:creationId xmlns:a16="http://schemas.microsoft.com/office/drawing/2014/main" id="{7EA50958-6DE6-7C70-DE24-9365B05410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4256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Line 43">
              <a:extLst>
                <a:ext uri="{FF2B5EF4-FFF2-40B4-BE49-F238E27FC236}">
                  <a16:creationId xmlns:a16="http://schemas.microsoft.com/office/drawing/2014/main" id="{5A839972-C32E-5A8F-2FB4-3B4FC5649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4256" y="2647686"/>
              <a:ext cx="25270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2" name="Line 44">
              <a:extLst>
                <a:ext uri="{FF2B5EF4-FFF2-40B4-BE49-F238E27FC236}">
                  <a16:creationId xmlns:a16="http://schemas.microsoft.com/office/drawing/2014/main" id="{A5D297B6-A7FB-0CCC-996F-C259ACECD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962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" name="Line 45">
              <a:extLst>
                <a:ext uri="{FF2B5EF4-FFF2-40B4-BE49-F238E27FC236}">
                  <a16:creationId xmlns:a16="http://schemas.microsoft.com/office/drawing/2014/main" id="{91762FD5-7BAE-5275-23E9-D1991DE43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962" y="2966774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4" name="Line 46">
              <a:extLst>
                <a:ext uri="{FF2B5EF4-FFF2-40B4-BE49-F238E27FC236}">
                  <a16:creationId xmlns:a16="http://schemas.microsoft.com/office/drawing/2014/main" id="{B64E3393-D63A-1CB2-0D17-CB605B8F8D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0739" y="2647686"/>
              <a:ext cx="0" cy="319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" name="Line 47">
              <a:extLst>
                <a:ext uri="{FF2B5EF4-FFF2-40B4-BE49-F238E27FC236}">
                  <a16:creationId xmlns:a16="http://schemas.microsoft.com/office/drawing/2014/main" id="{55B131B2-36D0-C967-2250-2C6FE0657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739" y="2647686"/>
              <a:ext cx="2537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" name="Line 14">
              <a:extLst>
                <a:ext uri="{FF2B5EF4-FFF2-40B4-BE49-F238E27FC236}">
                  <a16:creationId xmlns:a16="http://schemas.microsoft.com/office/drawing/2014/main" id="{467B0AD8-BA31-10D0-6881-BFE217D60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691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" name="Line 15">
              <a:extLst>
                <a:ext uri="{FF2B5EF4-FFF2-40B4-BE49-F238E27FC236}">
                  <a16:creationId xmlns:a16="http://schemas.microsoft.com/office/drawing/2014/main" id="{0616C9DD-F29B-3105-B2AC-4E64CCAC2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691" y="3760125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8" name="Line 16">
              <a:extLst>
                <a:ext uri="{FF2B5EF4-FFF2-40B4-BE49-F238E27FC236}">
                  <a16:creationId xmlns:a16="http://schemas.microsoft.com/office/drawing/2014/main" id="{053AE2EA-EAA4-8C7B-B0B0-93AB991FB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3735" y="3437863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19">
              <a:extLst>
                <a:ext uri="{FF2B5EF4-FFF2-40B4-BE49-F238E27FC236}">
                  <a16:creationId xmlns:a16="http://schemas.microsoft.com/office/drawing/2014/main" id="{EFCAA703-46E0-E40C-F45E-5F4DE0329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735" y="3760125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Line 13">
              <a:extLst>
                <a:ext uri="{FF2B5EF4-FFF2-40B4-BE49-F238E27FC236}">
                  <a16:creationId xmlns:a16="http://schemas.microsoft.com/office/drawing/2014/main" id="{30E75699-755A-986D-7D69-C27CBE47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457" y="4233040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1" name="Line 14">
              <a:extLst>
                <a:ext uri="{FF2B5EF4-FFF2-40B4-BE49-F238E27FC236}">
                  <a16:creationId xmlns:a16="http://schemas.microsoft.com/office/drawing/2014/main" id="{129E0310-7EF4-5EC2-8479-E56B443F6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457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" name="Line 15">
              <a:extLst>
                <a:ext uri="{FF2B5EF4-FFF2-40B4-BE49-F238E27FC236}">
                  <a16:creationId xmlns:a16="http://schemas.microsoft.com/office/drawing/2014/main" id="{8463283B-F2EE-185F-CA70-6935ACB22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412" y="4555302"/>
              <a:ext cx="8150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3" name="Line 16">
              <a:extLst>
                <a:ext uri="{FF2B5EF4-FFF2-40B4-BE49-F238E27FC236}">
                  <a16:creationId xmlns:a16="http://schemas.microsoft.com/office/drawing/2014/main" id="{F4E390E9-228E-E8DF-C17D-2B4FC27773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4978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" name="Line 17">
              <a:extLst>
                <a:ext uri="{FF2B5EF4-FFF2-40B4-BE49-F238E27FC236}">
                  <a16:creationId xmlns:a16="http://schemas.microsoft.com/office/drawing/2014/main" id="{28EAA906-4B7F-98F7-F2EE-B944E6DBC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3528" y="4233040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" name="Line 18">
              <a:extLst>
                <a:ext uri="{FF2B5EF4-FFF2-40B4-BE49-F238E27FC236}">
                  <a16:creationId xmlns:a16="http://schemas.microsoft.com/office/drawing/2014/main" id="{E3F9AC5E-0616-A338-0E97-8AF606171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500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" name="Line 19">
              <a:extLst>
                <a:ext uri="{FF2B5EF4-FFF2-40B4-BE49-F238E27FC236}">
                  <a16:creationId xmlns:a16="http://schemas.microsoft.com/office/drawing/2014/main" id="{95330475-60F5-011E-5818-902528DE8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3053" y="4555302"/>
              <a:ext cx="2514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" name="Line 20">
              <a:extLst>
                <a:ext uri="{FF2B5EF4-FFF2-40B4-BE49-F238E27FC236}">
                  <a16:creationId xmlns:a16="http://schemas.microsoft.com/office/drawing/2014/main" id="{C424AEEA-F15D-B9C5-4559-26551B386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3054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8" name="Line 21">
              <a:extLst>
                <a:ext uri="{FF2B5EF4-FFF2-40B4-BE49-F238E27FC236}">
                  <a16:creationId xmlns:a16="http://schemas.microsoft.com/office/drawing/2014/main" id="{0161E994-F070-74AD-0606-BB88C3C4A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501" y="4233040"/>
              <a:ext cx="5075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" name="Line 14">
              <a:extLst>
                <a:ext uri="{FF2B5EF4-FFF2-40B4-BE49-F238E27FC236}">
                  <a16:creationId xmlns:a16="http://schemas.microsoft.com/office/drawing/2014/main" id="{49708513-9FB9-50AF-D377-2498DB301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" name="Line 15">
              <a:extLst>
                <a:ext uri="{FF2B5EF4-FFF2-40B4-BE49-F238E27FC236}">
                  <a16:creationId xmlns:a16="http://schemas.microsoft.com/office/drawing/2014/main" id="{BD0DD2DA-8945-0647-46B0-EFB5C9B22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4555302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" name="Line 16">
              <a:extLst>
                <a:ext uri="{FF2B5EF4-FFF2-40B4-BE49-F238E27FC236}">
                  <a16:creationId xmlns:a16="http://schemas.microsoft.com/office/drawing/2014/main" id="{969E0B4A-A736-64EF-90E6-9FA6CA42AA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2533" y="4233040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" name="Line 19">
              <a:extLst>
                <a:ext uri="{FF2B5EF4-FFF2-40B4-BE49-F238E27FC236}">
                  <a16:creationId xmlns:a16="http://schemas.microsoft.com/office/drawing/2014/main" id="{BD67176D-8B6E-34D9-21D8-B053B06E9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2533" y="4555302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" name="Line 13">
              <a:extLst>
                <a:ext uri="{FF2B5EF4-FFF2-40B4-BE49-F238E27FC236}">
                  <a16:creationId xmlns:a16="http://schemas.microsoft.com/office/drawing/2014/main" id="{3AF31B36-3DF9-2F2B-EEFD-4D896CAFE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5030364"/>
              <a:ext cx="5050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" name="Line 14">
              <a:extLst>
                <a:ext uri="{FF2B5EF4-FFF2-40B4-BE49-F238E27FC236}">
                  <a16:creationId xmlns:a16="http://schemas.microsoft.com/office/drawing/2014/main" id="{9E35828C-69FF-B79B-7355-28015C9B3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9489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5" name="Line 15">
              <a:extLst>
                <a:ext uri="{FF2B5EF4-FFF2-40B4-BE49-F238E27FC236}">
                  <a16:creationId xmlns:a16="http://schemas.microsoft.com/office/drawing/2014/main" id="{4E01EE55-581F-D204-79E8-D8115AFAC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412" y="5352626"/>
              <a:ext cx="13200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" name="Line 16">
              <a:extLst>
                <a:ext uri="{FF2B5EF4-FFF2-40B4-BE49-F238E27FC236}">
                  <a16:creationId xmlns:a16="http://schemas.microsoft.com/office/drawing/2014/main" id="{BB049C08-5D5A-E3E4-DB9C-1B910B87D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0010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7" name="Line 17">
              <a:extLst>
                <a:ext uri="{FF2B5EF4-FFF2-40B4-BE49-F238E27FC236}">
                  <a16:creationId xmlns:a16="http://schemas.microsoft.com/office/drawing/2014/main" id="{1E114DDC-3F6D-605D-F923-5FC0DAC06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560" y="5030364"/>
              <a:ext cx="509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8" name="Line 18">
              <a:extLst>
                <a:ext uri="{FF2B5EF4-FFF2-40B4-BE49-F238E27FC236}">
                  <a16:creationId xmlns:a16="http://schemas.microsoft.com/office/drawing/2014/main" id="{D9822978-D65A-3F7F-30AF-2298D88F2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532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9" name="Line 21">
              <a:extLst>
                <a:ext uri="{FF2B5EF4-FFF2-40B4-BE49-F238E27FC236}">
                  <a16:creationId xmlns:a16="http://schemas.microsoft.com/office/drawing/2014/main" id="{EF9F31E8-E064-FADA-3B75-87F2C75B24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0533" y="5030364"/>
              <a:ext cx="233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0" name="Line 14">
              <a:extLst>
                <a:ext uri="{FF2B5EF4-FFF2-40B4-BE49-F238E27FC236}">
                  <a16:creationId xmlns:a16="http://schemas.microsoft.com/office/drawing/2014/main" id="{9D27F197-D449-2152-32FD-44AAFB685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521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1" name="Line 15">
              <a:extLst>
                <a:ext uri="{FF2B5EF4-FFF2-40B4-BE49-F238E27FC236}">
                  <a16:creationId xmlns:a16="http://schemas.microsoft.com/office/drawing/2014/main" id="{D6DB80E3-11B0-6E47-83BB-800EEE315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4521" y="5352626"/>
              <a:ext cx="10140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2" name="Line 16">
              <a:extLst>
                <a:ext uri="{FF2B5EF4-FFF2-40B4-BE49-F238E27FC236}">
                  <a16:creationId xmlns:a16="http://schemas.microsoft.com/office/drawing/2014/main" id="{7A17ED03-B761-A9CE-CEEE-032A24B084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565" y="5030364"/>
              <a:ext cx="0" cy="3222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" name="Line 19">
              <a:extLst>
                <a:ext uri="{FF2B5EF4-FFF2-40B4-BE49-F238E27FC236}">
                  <a16:creationId xmlns:a16="http://schemas.microsoft.com/office/drawing/2014/main" id="{7291D7DF-7AD2-0F3F-33A2-90F72BAAD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7565" y="5352626"/>
              <a:ext cx="10129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4" name="文本框 273">
            <a:extLst>
              <a:ext uri="{FF2B5EF4-FFF2-40B4-BE49-F238E27FC236}">
                <a16:creationId xmlns:a16="http://schemas.microsoft.com/office/drawing/2014/main" id="{F8230C1E-0C35-A860-39FF-0D6BB2F45235}"/>
              </a:ext>
            </a:extLst>
          </p:cNvPr>
          <p:cNvSpPr txBox="1"/>
          <p:nvPr/>
        </p:nvSpPr>
        <p:spPr>
          <a:xfrm>
            <a:off x="360000" y="2232000"/>
            <a:ext cx="532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电路最终会在三个状态中循环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9929C3BF-A6C0-3DF0-6957-0627C6DB7B98}"/>
              </a:ext>
            </a:extLst>
          </p:cNvPr>
          <p:cNvSpPr txBox="1"/>
          <p:nvPr/>
        </p:nvSpPr>
        <p:spPr>
          <a:xfrm>
            <a:off x="360000" y="3240000"/>
            <a:ext cx="5324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脉冲分配器或节拍脉冲产生器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7766C811-C7FE-2851-30D9-6545C1BCFC2C}"/>
                  </a:ext>
                </a:extLst>
              </p:cNvPr>
              <p:cNvSpPr txBox="1"/>
              <p:nvPr/>
            </p:nvSpPr>
            <p:spPr>
              <a:xfrm>
                <a:off x="360000" y="2736000"/>
                <a:ext cx="53244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端轮流产生同宽度脉冲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7766C811-C7FE-2851-30D9-6545C1BCF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36000"/>
                <a:ext cx="5324480" cy="461665"/>
              </a:xfrm>
              <a:prstGeom prst="rect">
                <a:avLst/>
              </a:prstGeom>
              <a:blipFill>
                <a:blip r:embed="rId2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987314E0-93F3-A066-E8E6-D4FCAD7238C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同步时序逻辑电路的分析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示例</a:t>
            </a:r>
            <a:endParaRPr lang="en-US" altLang="zh-CN" sz="3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B329BD-D222-C630-5044-7405E69E6F41}"/>
              </a:ext>
            </a:extLst>
          </p:cNvPr>
          <p:cNvSpPr txBox="1"/>
          <p:nvPr/>
        </p:nvSpPr>
        <p:spPr>
          <a:xfrm>
            <a:off x="360000" y="828000"/>
            <a:ext cx="626962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分析右图所示的同步时序逻辑电路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DC61C0E-2E65-ED56-A465-829992985AEB}"/>
              </a:ext>
            </a:extLst>
          </p:cNvPr>
          <p:cNvGrpSpPr/>
          <p:nvPr/>
        </p:nvGrpSpPr>
        <p:grpSpPr>
          <a:xfrm>
            <a:off x="6120000" y="720000"/>
            <a:ext cx="6080007" cy="2456706"/>
            <a:chOff x="5491694" y="3361736"/>
            <a:chExt cx="6080007" cy="2456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A87F172-4759-9573-3EE9-0C6E29054109}"/>
                    </a:ext>
                  </a:extLst>
                </p:cNvPr>
                <p:cNvSpPr txBox="1"/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A87F172-4759-9573-3EE9-0C6E29054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694" y="4672676"/>
                  <a:ext cx="458075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AC11305-CDE6-B38E-7591-A3E8EBA29F65}"/>
                    </a:ext>
                  </a:extLst>
                </p:cNvPr>
                <p:cNvSpPr/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7AC11305-CDE6-B38E-7591-A3E8EBA29F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5358" y="3990502"/>
                  <a:ext cx="937799" cy="116390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BC9D206B-8CCB-AE4B-7AE0-E7CDD392C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0998" y="4251095"/>
              <a:ext cx="2243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8C743991-F890-4110-ACF5-26C93AB5E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9769" y="4901467"/>
              <a:ext cx="385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432A686-5649-DA14-7216-816204608772}"/>
                    </a:ext>
                  </a:extLst>
                </p:cNvPr>
                <p:cNvSpPr txBox="1"/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B432A686-5649-DA14-7216-816204608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6480" y="4037036"/>
                  <a:ext cx="448351" cy="461665"/>
                </a:xfrm>
                <a:prstGeom prst="rect">
                  <a:avLst/>
                </a:prstGeom>
                <a:blipFill>
                  <a:blip r:embed="rId26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D7D68FBC-1B8C-3DD5-DBDE-0DF2F7AE1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7" y="4901466"/>
              <a:ext cx="4074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38856DA-6583-2D68-B62F-CD6979C44EC8}"/>
                    </a:ext>
                  </a:extLst>
                </p:cNvPr>
                <p:cNvSpPr txBox="1"/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38856DA-6583-2D68-B62F-CD6979C44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429" y="5356777"/>
                  <a:ext cx="458075" cy="461665"/>
                </a:xfrm>
                <a:prstGeom prst="rect">
                  <a:avLst/>
                </a:prstGeom>
                <a:blipFill>
                  <a:blip r:embed="rId27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68335968-9ABD-7FA0-3783-A9A7BA506B9C}"/>
                </a:ext>
              </a:extLst>
            </p:cNvPr>
            <p:cNvSpPr/>
            <p:nvPr/>
          </p:nvSpPr>
          <p:spPr>
            <a:xfrm rot="5400000">
              <a:off x="6310479" y="485350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ACC2D66A-36B2-A62B-1570-C4E7624B389E}"/>
                </a:ext>
              </a:extLst>
            </p:cNvPr>
            <p:cNvSpPr/>
            <p:nvPr/>
          </p:nvSpPr>
          <p:spPr>
            <a:xfrm flipV="1">
              <a:off x="7277706" y="4847311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2AD3FC4-D68A-851C-E6CF-AD96ED2DED8C}"/>
                    </a:ext>
                  </a:extLst>
                </p:cNvPr>
                <p:cNvSpPr txBox="1"/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F2AD3FC4-D68A-851C-E6CF-AD96ED2DE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490" y="4672677"/>
                  <a:ext cx="448351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C2E949E-B541-4DD0-61E1-CFD31A5A8024}"/>
                </a:ext>
              </a:extLst>
            </p:cNvPr>
            <p:cNvSpPr/>
            <p:nvPr/>
          </p:nvSpPr>
          <p:spPr>
            <a:xfrm flipV="1">
              <a:off x="6164165" y="485184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9" name="流程图: 延期 38">
              <a:extLst>
                <a:ext uri="{FF2B5EF4-FFF2-40B4-BE49-F238E27FC236}">
                  <a16:creationId xmlns:a16="http://schemas.microsoft.com/office/drawing/2014/main" id="{AEF2C320-B2A1-C7E1-F8C7-12B02AFB85EA}"/>
                </a:ext>
              </a:extLst>
            </p:cNvPr>
            <p:cNvSpPr/>
            <p:nvPr/>
          </p:nvSpPr>
          <p:spPr>
            <a:xfrm flipH="1">
              <a:off x="6509222" y="336173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FCF11636-EC5A-3659-9156-512672AB3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477396"/>
              <a:ext cx="24281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1B373C45-9C3C-AF33-3A26-29D624038A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43462" y="3783045"/>
              <a:ext cx="63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849664B1-2426-8D1B-35E2-B5C7CCDD7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0998" y="3635739"/>
              <a:ext cx="398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1F05E453-FEE3-7AA9-E99C-70AFE1FFA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73156" y="4251095"/>
              <a:ext cx="8293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3F89004-B92E-C3AF-23A4-A15A54DA997B}"/>
                    </a:ext>
                  </a:extLst>
                </p:cNvPr>
                <p:cNvSpPr/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D3F89004-B92E-C3AF-23A4-A15A54DA99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2463" y="3990268"/>
                  <a:ext cx="937799" cy="116390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34BFE45-64C9-86C8-81B9-8BEA3B0DD7CE}"/>
                    </a:ext>
                  </a:extLst>
                </p:cNvPr>
                <p:cNvSpPr txBox="1"/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34BFE45-64C9-86C8-81B9-8BEA3B0DD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3585" y="4036802"/>
                  <a:ext cx="448351" cy="461665"/>
                </a:xfrm>
                <a:prstGeom prst="rect">
                  <a:avLst/>
                </a:prstGeom>
                <a:blipFill>
                  <a:blip r:embed="rId30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EA65A2C8-0EF5-EE41-72B1-ED52EA1B1375}"/>
                </a:ext>
              </a:extLst>
            </p:cNvPr>
            <p:cNvSpPr/>
            <p:nvPr/>
          </p:nvSpPr>
          <p:spPr>
            <a:xfrm rot="5400000">
              <a:off x="8077584" y="48532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F0FE922D-6F9C-2321-19C1-FB550B6B3500}"/>
                </a:ext>
              </a:extLst>
            </p:cNvPr>
            <p:cNvSpPr/>
            <p:nvPr/>
          </p:nvSpPr>
          <p:spPr>
            <a:xfrm flipV="1">
              <a:off x="9044811" y="484707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55427FF-D50D-508B-AE5F-AB75020DE0B3}"/>
                    </a:ext>
                  </a:extLst>
                </p:cNvPr>
                <p:cNvSpPr txBox="1"/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55427FF-D50D-508B-AE5F-AB75020DE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595" y="4672443"/>
                  <a:ext cx="448351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05F01DE2-94A6-98D0-4F8B-2F639FFCD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6268" y="4901232"/>
              <a:ext cx="1261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F5130965-A763-FD9B-6D2D-964494E156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9" y="4900229"/>
              <a:ext cx="4242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A27E4F9-5033-25E5-4883-D15CEE369C04}"/>
                </a:ext>
              </a:extLst>
            </p:cNvPr>
            <p:cNvSpPr/>
            <p:nvPr/>
          </p:nvSpPr>
          <p:spPr>
            <a:xfrm flipV="1">
              <a:off x="9044368" y="484607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63ED3256-176F-329D-05F1-53B256483B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9818" y="4249858"/>
              <a:ext cx="8280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BDCDE88D-3A0A-8B47-C873-B5F4C962A1EA}"/>
                    </a:ext>
                  </a:extLst>
                </p:cNvPr>
                <p:cNvSpPr/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BDCDE88D-3A0A-8B47-C873-B5F4C962A1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125" y="3989031"/>
                  <a:ext cx="937799" cy="116390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D97DABB-7FB7-B908-0FD6-6351A37AA973}"/>
                    </a:ext>
                  </a:extLst>
                </p:cNvPr>
                <p:cNvSpPr txBox="1"/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2D97DABB-7FB7-B908-0FD6-6351A37AA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0247" y="4035565"/>
                  <a:ext cx="448351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6809201F-CFBD-CBEE-EF8A-D39BA54C0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4" y="4899995"/>
              <a:ext cx="269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FC041CB-052B-EE24-6539-F4205C509107}"/>
                </a:ext>
              </a:extLst>
            </p:cNvPr>
            <p:cNvSpPr/>
            <p:nvPr/>
          </p:nvSpPr>
          <p:spPr>
            <a:xfrm rot="5400000">
              <a:off x="9844246" y="485203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04E0FE41-2494-A348-1ACC-09D5F494FC1F}"/>
                </a:ext>
              </a:extLst>
            </p:cNvPr>
            <p:cNvSpPr/>
            <p:nvPr/>
          </p:nvSpPr>
          <p:spPr>
            <a:xfrm flipV="1">
              <a:off x="10811473" y="484584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47365E3-B35E-02AF-5D9A-415B3133D29D}"/>
                    </a:ext>
                  </a:extLst>
                </p:cNvPr>
                <p:cNvSpPr txBox="1"/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847365E3-B35E-02AF-5D9A-415B3133D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0257" y="4671206"/>
                  <a:ext cx="448351" cy="461665"/>
                </a:xfrm>
                <a:prstGeom prst="rect">
                  <a:avLst/>
                </a:prstGeom>
                <a:blipFill>
                  <a:blip r:embed="rId3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10E303D4-D7C1-9199-BDEE-3918ED835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6923" y="4249624"/>
              <a:ext cx="426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CDC4E2E3-3280-671F-FB80-D187CA1C3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9414" y="4899995"/>
              <a:ext cx="119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1F72E9BD-2630-4C68-ACC9-773B9B4A38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21759" y="4338230"/>
              <a:ext cx="11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7E01B25E-AC1E-CDDB-CDF3-43B008FE2E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54599" y="4188696"/>
              <a:ext cx="14226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F21ABE8D-C8A6-8F01-0E9F-7B3498DE4F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804055" y="3942681"/>
              <a:ext cx="6138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D5BA04EC-B9F2-6D4B-1F5F-11806A535C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031779" y="5070923"/>
              <a:ext cx="367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4A6F8CF5-6022-AB51-58E4-AD00F0532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5665" y="5256279"/>
              <a:ext cx="35417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40FD8C3D-F54B-28BE-6C28-30208B1B43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0537" y="5075933"/>
              <a:ext cx="35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6991CD2B-BB15-C157-80C2-1982F07934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87226" y="5089036"/>
              <a:ext cx="378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70933D62-FD9B-3CE8-BCDC-D516AA09A052}"/>
                </a:ext>
              </a:extLst>
            </p:cNvPr>
            <p:cNvSpPr/>
            <p:nvPr/>
          </p:nvSpPr>
          <p:spPr>
            <a:xfrm flipV="1">
              <a:off x="7924242" y="5203591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AFBA2723-40E6-11FB-CE1C-26AF8873A2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08183" y="4842404"/>
              <a:ext cx="11855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51253DA2-DD1A-7A0C-125A-EFE5A64DF832}"/>
                </a:ext>
              </a:extLst>
            </p:cNvPr>
            <p:cNvSpPr/>
            <p:nvPr/>
          </p:nvSpPr>
          <p:spPr>
            <a:xfrm flipV="1">
              <a:off x="7749829" y="4198306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BF4DDC6F-4AF6-E7DC-9674-C3018DA03E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91007" y="4842405"/>
              <a:ext cx="11855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3B3A6E5A-72E6-F0AE-7EFB-04D19DFF7939}"/>
                </a:ext>
              </a:extLst>
            </p:cNvPr>
            <p:cNvSpPr/>
            <p:nvPr/>
          </p:nvSpPr>
          <p:spPr>
            <a:xfrm flipV="1">
              <a:off x="9532655" y="419830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E08EE0DE-218F-D0A8-AF96-EF422E72C1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39460" y="4842403"/>
              <a:ext cx="1185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207ED04-8275-CC80-72F5-DD3920A377D9}"/>
                    </a:ext>
                  </a:extLst>
                </p:cNvPr>
                <p:cNvSpPr txBox="1"/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207ED04-8275-CC80-72F5-DD3920A37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8056" y="535677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40141B7-2D35-86F0-A655-FABB81AD2BD5}"/>
                    </a:ext>
                  </a:extLst>
                </p:cNvPr>
                <p:cNvSpPr txBox="1"/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40141B7-2D35-86F0-A655-FABB81AD2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3626" y="5356776"/>
                  <a:ext cx="458075" cy="461665"/>
                </a:xfrm>
                <a:prstGeom prst="rect">
                  <a:avLst/>
                </a:prstGeom>
                <a:blipFill>
                  <a:blip r:embed="rId36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43757EC-236D-A8DA-C0D6-A89DFF07A032}"/>
                    </a:ext>
                  </a:extLst>
                </p:cNvPr>
                <p:cNvSpPr txBox="1"/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D43757EC-236D-A8DA-C0D6-A89DFF07A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0031" y="3811989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5333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ADBE05A2-1761-2A9A-D79E-F5D3C39A3CD5}"/>
                    </a:ext>
                  </a:extLst>
                </p:cNvPr>
                <p:cNvSpPr txBox="1"/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ADBE05A2-1761-2A9A-D79E-F5D3C39A3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824" y="4454709"/>
                  <a:ext cx="458075" cy="462434"/>
                </a:xfrm>
                <a:prstGeom prst="rect">
                  <a:avLst/>
                </a:prstGeom>
                <a:blipFill>
                  <a:blip r:embed="rId38"/>
                  <a:stretch>
                    <a:fillRect l="-25333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B42FCEA9-3A29-99C2-BF1E-6406DC50CD8E}"/>
                    </a:ext>
                  </a:extLst>
                </p:cNvPr>
                <p:cNvSpPr txBox="1"/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B42FCEA9-3A29-99C2-BF1E-6406DC50C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2286" y="3806082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AAC6B03F-817C-EE50-EDD9-D2AA3C6622A7}"/>
                    </a:ext>
                  </a:extLst>
                </p:cNvPr>
                <p:cNvSpPr txBox="1"/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AAC6B03F-817C-EE50-EDD9-D2AA3C662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626" y="4447565"/>
                  <a:ext cx="458075" cy="462434"/>
                </a:xfrm>
                <a:prstGeom prst="rect">
                  <a:avLst/>
                </a:prstGeom>
                <a:blipFill>
                  <a:blip r:embed="rId40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EC18177B-0824-A696-4D94-447BAA3309EE}"/>
                    </a:ext>
                  </a:extLst>
                </p:cNvPr>
                <p:cNvSpPr txBox="1"/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EC18177B-0824-A696-4D94-447BAA330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7970" y="3801126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9C4D053A-9A57-668E-E536-DA609EF387EB}"/>
                    </a:ext>
                  </a:extLst>
                </p:cNvPr>
                <p:cNvSpPr txBox="1"/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9C4D053A-9A57-668E-E536-DA609EF38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3233" y="4466906"/>
                  <a:ext cx="458075" cy="462434"/>
                </a:xfrm>
                <a:prstGeom prst="rect">
                  <a:avLst/>
                </a:prstGeom>
                <a:blipFill>
                  <a:blip r:embed="rId42"/>
                  <a:stretch>
                    <a:fillRect l="-26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391ED43-B00F-5796-2F6E-A6DA8F436493}"/>
                    </a:ext>
                  </a:extLst>
                </p:cNvPr>
                <p:cNvSpPr txBox="1"/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3391ED43-B00F-5796-2F6E-A6DA8F4364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068" y="3808980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03343331-8657-F847-CAF5-6663BD0FB1C7}"/>
                    </a:ext>
                  </a:extLst>
                </p:cNvPr>
                <p:cNvSpPr txBox="1"/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03343331-8657-F847-CAF5-6663BD0FB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4896" y="3808980"/>
                  <a:ext cx="458075" cy="461665"/>
                </a:xfrm>
                <a:prstGeom prst="rect">
                  <a:avLst/>
                </a:prstGeom>
                <a:blipFill>
                  <a:blip r:embed="rId44"/>
                  <a:stretch>
                    <a:fillRect l="-18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9073951B-D92A-1F57-CA3C-1D84C782C9D9}"/>
                    </a:ext>
                  </a:extLst>
                </p:cNvPr>
                <p:cNvSpPr txBox="1"/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9073951B-D92A-1F57-CA3C-1D84C782C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8042" y="3808980"/>
                  <a:ext cx="458075" cy="461665"/>
                </a:xfrm>
                <a:prstGeom prst="rect">
                  <a:avLst/>
                </a:prstGeom>
                <a:blipFill>
                  <a:blip r:embed="rId45"/>
                  <a:stretch>
                    <a:fillRect l="-20000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6305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F74A1B-B3C6-77A8-0515-49E9E85EE1B6}"/>
              </a:ext>
            </a:extLst>
          </p:cNvPr>
          <p:cNvSpPr txBox="1"/>
          <p:nvPr/>
        </p:nvSpPr>
        <p:spPr>
          <a:xfrm>
            <a:off x="360001" y="828000"/>
            <a:ext cx="6012224" cy="35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P320 - 323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6.1.7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6.2.4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6.2.7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22215</TotalTime>
  <Words>2524</Words>
  <Application>Microsoft Office PowerPoint</Application>
  <PresentationFormat>宽屏</PresentationFormat>
  <Paragraphs>716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等线</vt:lpstr>
      <vt:lpstr>楷体_GB2312</vt:lpstr>
      <vt:lpstr>微软雅黑</vt:lpstr>
      <vt:lpstr>微软雅黑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1057</cp:revision>
  <dcterms:created xsi:type="dcterms:W3CDTF">2024-12-23T04:28:42Z</dcterms:created>
  <dcterms:modified xsi:type="dcterms:W3CDTF">2025-10-29T12:06:42Z</dcterms:modified>
</cp:coreProperties>
</file>