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1354" r:id="rId2"/>
    <p:sldId id="6935" r:id="rId3"/>
    <p:sldId id="7220" r:id="rId4"/>
    <p:sldId id="7221" r:id="rId5"/>
    <p:sldId id="7222" r:id="rId6"/>
    <p:sldId id="7225" r:id="rId7"/>
    <p:sldId id="7223" r:id="rId8"/>
    <p:sldId id="7228" r:id="rId9"/>
    <p:sldId id="7232" r:id="rId10"/>
    <p:sldId id="7233" r:id="rId11"/>
    <p:sldId id="7234" r:id="rId12"/>
    <p:sldId id="7235" r:id="rId13"/>
    <p:sldId id="7224" r:id="rId14"/>
    <p:sldId id="7237" r:id="rId15"/>
    <p:sldId id="7266" r:id="rId16"/>
    <p:sldId id="7267" r:id="rId17"/>
    <p:sldId id="7268" r:id="rId18"/>
    <p:sldId id="7269" r:id="rId19"/>
    <p:sldId id="7243" r:id="rId20"/>
    <p:sldId id="7205" r:id="rId21"/>
    <p:sldId id="7245" r:id="rId22"/>
    <p:sldId id="7230" r:id="rId23"/>
    <p:sldId id="7246" r:id="rId24"/>
    <p:sldId id="7247" r:id="rId25"/>
    <p:sldId id="7248" r:id="rId26"/>
    <p:sldId id="7251" r:id="rId27"/>
    <p:sldId id="7250" r:id="rId28"/>
    <p:sldId id="7249" r:id="rId29"/>
    <p:sldId id="7264" r:id="rId30"/>
    <p:sldId id="7252" r:id="rId31"/>
    <p:sldId id="7253" r:id="rId32"/>
    <p:sldId id="7255" r:id="rId33"/>
    <p:sldId id="7256" r:id="rId34"/>
    <p:sldId id="7257" r:id="rId35"/>
    <p:sldId id="7258" r:id="rId36"/>
    <p:sldId id="7260" r:id="rId37"/>
    <p:sldId id="7261" r:id="rId38"/>
    <p:sldId id="7263" r:id="rId39"/>
    <p:sldId id="700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B9BB"/>
    <a:srgbClr val="0000FF"/>
    <a:srgbClr val="FF00FF"/>
    <a:srgbClr val="A7E8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5" autoAdjust="0"/>
    <p:restoredTop sz="76059" autoAdjust="0"/>
  </p:normalViewPr>
  <p:slideViewPr>
    <p:cSldViewPr snapToGrid="0">
      <p:cViewPr varScale="1">
        <p:scale>
          <a:sx n="72" d="100"/>
          <a:sy n="72" d="100"/>
        </p:scale>
        <p:origin x="27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0066"/>
                </a:solidFill>
              </a:rPr>
              <a:t>教学基本要求：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1</a:t>
            </a:r>
            <a:r>
              <a:rPr kumimoji="1" lang="zh-CN" altLang="en-US" dirty="0">
                <a:solidFill>
                  <a:srgbClr val="000066"/>
                </a:solidFill>
              </a:rPr>
              <a:t>、了解半导体器件的开关特性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2</a:t>
            </a:r>
            <a:r>
              <a:rPr kumimoji="1" lang="zh-CN" altLang="en-US" dirty="0">
                <a:solidFill>
                  <a:srgbClr val="000066"/>
                </a:solidFill>
              </a:rPr>
              <a:t>、</a:t>
            </a:r>
            <a:r>
              <a:rPr kumimoji="1" lang="zh-CN" altLang="en-US" dirty="0">
                <a:solidFill>
                  <a:srgbClr val="CC0000"/>
                </a:solidFill>
              </a:rPr>
              <a:t>熟练掌握</a:t>
            </a:r>
            <a:r>
              <a:rPr kumimoji="1" lang="zh-CN" altLang="en-US" dirty="0">
                <a:solidFill>
                  <a:srgbClr val="000066"/>
                </a:solidFill>
              </a:rPr>
              <a:t>基本逻辑门（与、或、与非、或非、异或门）、三态门、</a:t>
            </a:r>
            <a:r>
              <a:rPr kumimoji="1" lang="en-US" altLang="zh-CN" dirty="0">
                <a:solidFill>
                  <a:srgbClr val="000066"/>
                </a:solidFill>
              </a:rPr>
              <a:t>OD</a:t>
            </a:r>
            <a:r>
              <a:rPr kumimoji="1" lang="zh-CN" altLang="en-US" dirty="0">
                <a:solidFill>
                  <a:srgbClr val="000066"/>
                </a:solidFill>
              </a:rPr>
              <a:t>门（</a:t>
            </a:r>
            <a:r>
              <a:rPr kumimoji="1" lang="en-US" altLang="zh-CN" dirty="0">
                <a:solidFill>
                  <a:srgbClr val="000066"/>
                </a:solidFill>
              </a:rPr>
              <a:t>OC</a:t>
            </a:r>
            <a:r>
              <a:rPr kumimoji="1" lang="zh-CN" altLang="en-US" dirty="0">
                <a:solidFill>
                  <a:srgbClr val="000066"/>
                </a:solidFill>
              </a:rPr>
              <a:t>门）和传输门的逻辑功能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3</a:t>
            </a:r>
            <a:r>
              <a:rPr kumimoji="1" lang="zh-CN" altLang="en-US" dirty="0">
                <a:solidFill>
                  <a:srgbClr val="000066"/>
                </a:solidFill>
              </a:rPr>
              <a:t>、学会门电路逻辑功能分析方法</a:t>
            </a:r>
          </a:p>
          <a:p>
            <a:r>
              <a:rPr kumimoji="1" lang="en-US" altLang="zh-CN" dirty="0">
                <a:solidFill>
                  <a:srgbClr val="000066"/>
                </a:solidFill>
              </a:rPr>
              <a:t>4</a:t>
            </a:r>
            <a:r>
              <a:rPr kumimoji="1" lang="zh-CN" altLang="en-US" dirty="0">
                <a:solidFill>
                  <a:srgbClr val="000066"/>
                </a:solidFill>
              </a:rPr>
              <a:t>、</a:t>
            </a:r>
            <a:r>
              <a:rPr kumimoji="1" lang="zh-CN" altLang="en-US" dirty="0">
                <a:solidFill>
                  <a:srgbClr val="CC0000"/>
                </a:solidFill>
              </a:rPr>
              <a:t>掌握</a:t>
            </a:r>
            <a:r>
              <a:rPr kumimoji="1" lang="zh-CN" altLang="en-US" dirty="0">
                <a:solidFill>
                  <a:srgbClr val="000066"/>
                </a:solidFill>
              </a:rPr>
              <a:t>逻辑门的主要参数及在应用中的接口问题</a:t>
            </a:r>
          </a:p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cs typeface="Times New Roman" panose="02020603050405020304" pitchFamily="18" charset="0"/>
              </a:rPr>
              <a:t>CMOS </a:t>
            </a:r>
            <a:r>
              <a:rPr lang="zh-CN" altLang="en-US" dirty="0">
                <a:cs typeface="Times New Roman" panose="02020603050405020304" pitchFamily="18" charset="0"/>
              </a:rPr>
              <a:t>逻辑门电路是目前使用最广泛、占主导地位的集成电路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恒流区也</a:t>
            </a:r>
            <a:r>
              <a:rPr lang="zh-CN" altLang="en-US"/>
              <a:t>叫饱和区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32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439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一个截止，一个导通，导通电阻小，功耗低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34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dirty="0" err="1"/>
              <a:t>v_I</a:t>
            </a:r>
            <a:r>
              <a:rPr kumimoji="1" lang="en-US" altLang="zh-CN" i="0" dirty="0"/>
              <a:t> </a:t>
            </a:r>
            <a:r>
              <a:rPr kumimoji="1" lang="zh-CN" altLang="en-US" i="0" dirty="0"/>
              <a:t>无论</a:t>
            </a:r>
            <a:r>
              <a:rPr kumimoji="1" lang="zh-CN" altLang="en-US" dirty="0"/>
              <a:t>是高电平还是低电平，</a:t>
            </a:r>
            <a:r>
              <a:rPr kumimoji="1" lang="en-US" altLang="zh-CN" dirty="0"/>
              <a:t>TN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TP </a:t>
            </a:r>
            <a:r>
              <a:rPr kumimoji="1" lang="zh-CN" altLang="en-US" dirty="0"/>
              <a:t>中总是一个导通而另一个截止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CMOS </a:t>
            </a:r>
            <a:r>
              <a:rPr kumimoji="1" lang="zh-CN" altLang="en-US" dirty="0"/>
              <a:t>反相器的静态功耗几乎为零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  <a:p>
            <a:r>
              <a:rPr lang="en-US" altLang="zh-CN" dirty="0"/>
              <a:t>V_DD/2 </a:t>
            </a:r>
            <a:r>
              <a:rPr lang="zh-CN" altLang="en-US" dirty="0"/>
              <a:t>是 </a:t>
            </a:r>
            <a:r>
              <a:rPr lang="en-US" altLang="zh-CN" dirty="0"/>
              <a:t>CMOS </a:t>
            </a:r>
            <a:r>
              <a:rPr lang="zh-CN" altLang="en-US" dirty="0"/>
              <a:t>反相器的阈值电压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反相器尽量不要工作在 </a:t>
            </a:r>
            <a:r>
              <a:rPr lang="en-US" altLang="zh-CN" dirty="0"/>
              <a:t>CD </a:t>
            </a:r>
            <a:r>
              <a:rPr lang="zh-CN" altLang="en-US"/>
              <a:t>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02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644A1-2C06-7FB9-E011-DD8A0C84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026DAD-0968-5932-5F23-8498EE8D8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56DA0E-0ED6-9D7E-FDED-91C653657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 </a:t>
            </a:r>
            <a:r>
              <a:rPr lang="en-US" altLang="zh-CN" dirty="0"/>
              <a:t>NMOS </a:t>
            </a:r>
            <a:r>
              <a:rPr lang="zh-CN" altLang="en-US" dirty="0"/>
              <a:t>管，</a:t>
            </a:r>
            <a:r>
              <a:rPr lang="en-US" altLang="zh-CN" dirty="0"/>
              <a:t>V_GS </a:t>
            </a:r>
            <a:r>
              <a:rPr lang="zh-CN" altLang="en-US" dirty="0"/>
              <a:t>的值为正且绝对值够大（大于阈值电压的绝对值），就满足了导通的必要条件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 </a:t>
            </a:r>
            <a:r>
              <a:rPr lang="en-US" altLang="zh-CN" dirty="0"/>
              <a:t>PMOS </a:t>
            </a:r>
            <a:r>
              <a:rPr lang="zh-CN" altLang="en-US" dirty="0"/>
              <a:t>管，</a:t>
            </a:r>
            <a:r>
              <a:rPr lang="en-US" altLang="zh-CN" dirty="0"/>
              <a:t>V_GS </a:t>
            </a:r>
            <a:r>
              <a:rPr lang="zh-CN" altLang="en-US" dirty="0"/>
              <a:t>的值为负且绝对值够大（大于阈值电压的绝对值），就满足了导通的必要条件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29C399-105F-AB7F-DFAE-B382986B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37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8265-5CC5-D200-F628-00F03EF1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C1BC74-7681-EA15-ECF7-33448A0F0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BDFAEA-986E-282B-F72B-109BED686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7A8685-284C-0BED-1B3D-9F5F02B26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66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08CA-E0E2-ABC2-6CA1-867F9BFE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829469-37E5-C394-B860-69DC712DA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1712B7-8561-A981-8565-7C428D087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766CE-8528-443F-24EE-F149054D0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25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8F71-C289-8C82-8E33-3554853F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FA5046-8E20-6CDC-195E-C1600055A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C9A0E0-E6AB-5E16-0F6D-59095ABBE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56F5DD-B7F9-8FAC-556A-1E4B02C66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20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DE33-A710-A16D-4C19-A9780379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959E65-CBFC-D7BF-C140-9F5C5041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AAA92-3084-BB1B-5350-9F4EF883A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 </a:t>
            </a:r>
            <a:r>
              <a:rPr lang="zh-CN" altLang="en-US" dirty="0"/>
              <a:t>个输入端的与非门必须有 </a:t>
            </a:r>
            <a:r>
              <a:rPr lang="en-US" altLang="zh-CN" dirty="0"/>
              <a:t>n </a:t>
            </a:r>
            <a:r>
              <a:rPr lang="zh-CN" altLang="en-US" dirty="0"/>
              <a:t>个 </a:t>
            </a:r>
            <a:r>
              <a:rPr lang="en-US" altLang="zh-CN" dirty="0"/>
              <a:t>NMOS </a:t>
            </a:r>
            <a:r>
              <a:rPr lang="zh-CN" altLang="en-US" dirty="0"/>
              <a:t>管串联和 </a:t>
            </a:r>
            <a:r>
              <a:rPr lang="en-US" altLang="zh-CN" dirty="0"/>
              <a:t>n </a:t>
            </a:r>
            <a:r>
              <a:rPr lang="zh-CN" altLang="en-US" dirty="0"/>
              <a:t>个</a:t>
            </a:r>
            <a:r>
              <a:rPr lang="en-US" altLang="zh-CN" dirty="0"/>
              <a:t>PMOS </a:t>
            </a:r>
            <a:r>
              <a:rPr lang="zh-CN" altLang="en-US" dirty="0"/>
              <a:t>管并联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AA3411-F2AB-61A6-24F6-628C35A73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609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 </a:t>
            </a:r>
            <a:r>
              <a:rPr lang="zh-CN" altLang="en-US" dirty="0"/>
              <a:t>个输入端的或非门必须有 </a:t>
            </a:r>
            <a:r>
              <a:rPr lang="en-US" altLang="zh-CN" dirty="0"/>
              <a:t>n </a:t>
            </a:r>
            <a:r>
              <a:rPr lang="zh-CN" altLang="en-US" dirty="0"/>
              <a:t>个 </a:t>
            </a:r>
            <a:r>
              <a:rPr lang="en-US" altLang="zh-CN" dirty="0"/>
              <a:t>NMOS </a:t>
            </a:r>
            <a:r>
              <a:rPr lang="zh-CN" altLang="en-US" dirty="0"/>
              <a:t>管并联和 </a:t>
            </a:r>
            <a:r>
              <a:rPr lang="en-US" altLang="zh-CN" dirty="0"/>
              <a:t>n </a:t>
            </a:r>
            <a:r>
              <a:rPr lang="zh-CN" altLang="en-US" dirty="0"/>
              <a:t>个</a:t>
            </a:r>
            <a:r>
              <a:rPr lang="en-US" altLang="zh-CN" dirty="0"/>
              <a:t>PMOS </a:t>
            </a:r>
            <a:r>
              <a:rPr lang="zh-CN" altLang="en-US" dirty="0"/>
              <a:t>管串联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74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输入端数目越多，串联的 </a:t>
            </a:r>
            <a:r>
              <a:rPr lang="en-US" altLang="zh-CN" dirty="0"/>
              <a:t>MOS </a:t>
            </a:r>
            <a:r>
              <a:rPr lang="zh-CN" altLang="en-US" dirty="0"/>
              <a:t>管也越多，全部导通时，导通电阻会变很大，会影响输出电平，使得与非门的低电平升高、或非门的高电平降低</a:t>
            </a:r>
            <a:endParaRPr lang="en-US" altLang="zh-CN" dirty="0"/>
          </a:p>
          <a:p>
            <a:r>
              <a:rPr lang="zh-CN" altLang="en-US" dirty="0"/>
              <a:t>因此，</a:t>
            </a:r>
            <a:r>
              <a:rPr lang="en-US" altLang="zh-CN" dirty="0"/>
              <a:t>CMOS </a:t>
            </a:r>
            <a:r>
              <a:rPr lang="zh-CN" altLang="en-US" dirty="0"/>
              <a:t>逻辑门的输入端不宜过多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3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20F8-336E-C840-D32D-20E87E91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8EADA2-CA93-B393-538C-CDA9F9E31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7C3CC-06B8-B4EE-BDA0-D0BBFB2E3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FF58D-5F9D-9F7A-FDAF-6FFC23B99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854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BD2B-091F-45C6-162F-A20686F9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C0EDE6-0DC3-A5BE-E9B1-22C14575E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E614D3-3520-4B8F-BAF2-6D32E501A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B41FB-A5B5-EC1F-2663-63A55BDE5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56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84C6-6716-383F-9845-4236016C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BF3BC0-50C1-FD19-5355-D536AE871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7B96A2-FD1C-49F0-1D94-C7504F55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在异或门后加一级反相器，就可得到同或功能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81D197-C83C-B645-D23F-B3569CBA3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964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输入、输出端加了反相器作为缓冲电路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采用缓冲电路能统一参数，使不同内部逻辑的集成逻辑门电路具有相同的输入和输出特性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851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OD </a:t>
            </a:r>
            <a:r>
              <a:rPr lang="zh-CN" altLang="en-US" dirty="0"/>
              <a:t>门作为驱动门时，其输出电容、负载门的输入电容以及接线电容的存在，上拉电阻 </a:t>
            </a:r>
            <a:r>
              <a:rPr lang="en-US" altLang="zh-CN" dirty="0"/>
              <a:t>R_P </a:t>
            </a:r>
            <a:r>
              <a:rPr lang="zh-CN" altLang="en-US" dirty="0"/>
              <a:t>的大小必将影响 </a:t>
            </a:r>
            <a:r>
              <a:rPr lang="en-US" altLang="zh-CN" dirty="0"/>
              <a:t>OD </a:t>
            </a:r>
            <a:r>
              <a:rPr lang="zh-CN" altLang="en-US" dirty="0"/>
              <a:t>门的开关速度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R_P </a:t>
            </a:r>
            <a:r>
              <a:rPr lang="zh-CN" altLang="en-US" dirty="0"/>
              <a:t>越小，负载电容的充电时间常数越小，开关速度就越快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 </a:t>
            </a:r>
            <a:r>
              <a:rPr lang="en-US" altLang="zh-CN" dirty="0"/>
              <a:t>R_P </a:t>
            </a:r>
            <a:r>
              <a:rPr lang="zh-CN" altLang="en-US" dirty="0"/>
              <a:t>不能太小，要保证 </a:t>
            </a:r>
            <a:r>
              <a:rPr lang="en-US" altLang="zh-CN" dirty="0"/>
              <a:t>OD </a:t>
            </a:r>
            <a:r>
              <a:rPr lang="zh-CN" altLang="en-US" dirty="0"/>
              <a:t>门输出端的电流不能超过允许的最大值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09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三态门主要用到总线传输，如计算机或微处理器系统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032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6C0A-7936-C17D-A5D9-99BD7632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CF0B79-9EEF-179D-384B-B3C34B1EE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0B116-7D8D-6C8F-D0F0-8078F37D5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三态门主要用到总线传输，如计算机或微处理器系统</a:t>
            </a:r>
            <a:endParaRPr lang="en-US" altLang="zh-CN" dirty="0"/>
          </a:p>
          <a:p>
            <a:r>
              <a:rPr lang="zh-CN" altLang="en-US"/>
              <a:t>要求某个与总线进行数据传输的三态门必须关断以后，另一个三态门才允许与总线进行数据传输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08A25-B449-EA88-5039-FB98FB1BB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64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参数是我们了解</a:t>
            </a:r>
            <a:r>
              <a:rPr lang="en-US" altLang="zh-CN" dirty="0"/>
              <a:t>TTL</a:t>
            </a:r>
            <a:r>
              <a:rPr lang="zh-CN" altLang="en-US" dirty="0"/>
              <a:t>电路性能并正确使用的依据。</a:t>
            </a:r>
          </a:p>
          <a:p>
            <a:pPr eaLnBrk="1" hangingPunct="1"/>
            <a:r>
              <a:rPr lang="en-US" altLang="zh-CN" dirty="0"/>
              <a:t>V_IL(max)</a:t>
            </a:r>
            <a:r>
              <a:rPr lang="zh-CN" altLang="en-US" dirty="0"/>
              <a:t>：输入低电平的上限值</a:t>
            </a:r>
          </a:p>
          <a:p>
            <a:pPr eaLnBrk="1" hangingPunct="1"/>
            <a:r>
              <a:rPr lang="en-US" altLang="zh-CN" dirty="0"/>
              <a:t>V_IH(min)</a:t>
            </a:r>
            <a:r>
              <a:rPr lang="zh-CN" altLang="en-US" dirty="0"/>
              <a:t>：输入高电平的下限值</a:t>
            </a:r>
          </a:p>
          <a:p>
            <a:pPr eaLnBrk="1" hangingPunct="1"/>
            <a:r>
              <a:rPr lang="en-US" altLang="zh-CN" dirty="0"/>
              <a:t>V_OL(max)</a:t>
            </a:r>
            <a:r>
              <a:rPr lang="zh-CN" altLang="en-US" dirty="0"/>
              <a:t>：输出低电平的上限值</a:t>
            </a:r>
          </a:p>
          <a:p>
            <a:pPr eaLnBrk="1" hangingPunct="1"/>
            <a:r>
              <a:rPr lang="en-US" altLang="zh-CN" dirty="0"/>
              <a:t>V_OH(min)</a:t>
            </a:r>
            <a:r>
              <a:rPr lang="zh-CN" altLang="en-US" dirty="0"/>
              <a:t>：输出高电平的下限值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噪声容限：</a:t>
            </a:r>
            <a:r>
              <a:rPr lang="zh-CN" altLang="en-US" dirty="0">
                <a:solidFill>
                  <a:srgbClr val="000066"/>
                </a:solidFill>
              </a:rPr>
              <a:t>在保证输出电平不变的条件下，输入电平允许波动的范围</a:t>
            </a:r>
          </a:p>
          <a:p>
            <a:pPr eaLnBrk="1" hangingPunct="1"/>
            <a:r>
              <a:rPr kumimoji="1" lang="en-US" altLang="zh-CN" i="0" dirty="0">
                <a:solidFill>
                  <a:srgbClr val="000066"/>
                </a:solidFill>
              </a:rPr>
              <a:t>V</a:t>
            </a:r>
            <a:r>
              <a:rPr lang="en-US" altLang="zh-CN" dirty="0"/>
              <a:t>_</a:t>
            </a:r>
            <a:r>
              <a:rPr kumimoji="1" lang="en-US" altLang="zh-CN" dirty="0">
                <a:solidFill>
                  <a:srgbClr val="000066"/>
                </a:solidFill>
              </a:rPr>
              <a:t>NH</a:t>
            </a:r>
            <a:r>
              <a:rPr kumimoji="1" lang="zh-CN" altLang="en-US" dirty="0">
                <a:solidFill>
                  <a:srgbClr val="000066"/>
                </a:solidFill>
              </a:rPr>
              <a:t>：输出高电平的最小值时允许负向噪声电压的最大值</a:t>
            </a:r>
          </a:p>
          <a:p>
            <a:pPr eaLnBrk="1" hangingPunct="1"/>
            <a:r>
              <a:rPr kumimoji="1" lang="en-US" altLang="zh-CN" i="0" dirty="0">
                <a:solidFill>
                  <a:srgbClr val="000066"/>
                </a:solidFill>
              </a:rPr>
              <a:t>V</a:t>
            </a:r>
            <a:r>
              <a:rPr lang="en-US" altLang="zh-CN" dirty="0"/>
              <a:t>_</a:t>
            </a:r>
            <a:r>
              <a:rPr kumimoji="1" lang="en-US" altLang="zh-CN" dirty="0">
                <a:solidFill>
                  <a:srgbClr val="000066"/>
                </a:solidFill>
              </a:rPr>
              <a:t>NL</a:t>
            </a:r>
            <a:r>
              <a:rPr kumimoji="1" lang="zh-CN" altLang="en-US" dirty="0">
                <a:solidFill>
                  <a:srgbClr val="000066"/>
                </a:solidFill>
              </a:rPr>
              <a:t>： 输出低电平的最大值时允许正向噪声电压的最大值</a:t>
            </a:r>
          </a:p>
          <a:p>
            <a:pPr eaLnBrk="1" hangingPunct="1"/>
            <a:r>
              <a:rPr lang="zh-CN" altLang="en-US" dirty="0"/>
              <a:t>可以通过提高 </a:t>
            </a:r>
            <a:r>
              <a:rPr lang="en-US" altLang="zh-CN" dirty="0"/>
              <a:t>V</a:t>
            </a:r>
            <a:r>
              <a:rPr lang="en-US" altLang="zh-CN" baseline="-25000" dirty="0"/>
              <a:t>DD</a:t>
            </a:r>
            <a:r>
              <a:rPr lang="zh-CN" altLang="en-US" dirty="0"/>
              <a:t> 来提高噪声容限</a:t>
            </a:r>
            <a:endParaRPr lang="en-US" altLang="zh-CN" dirty="0"/>
          </a:p>
          <a:p>
            <a:pPr eaLnBrk="1" hangingPunct="1"/>
            <a:endParaRPr lang="zh-CN" altLang="en-US" dirty="0">
              <a:solidFill>
                <a:srgbClr val="000066"/>
              </a:solidFill>
            </a:endParaRPr>
          </a:p>
          <a:p>
            <a:pPr eaLnBrk="1" hangingPunct="1"/>
            <a:r>
              <a:rPr lang="zh-CN" altLang="en-US" dirty="0"/>
              <a:t>扇出系数：门电路的输出端所能连接的下一级门电路输入端的个数，也称负载能力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传输延迟时间：在输入脉冲波形的作用下，其输出波形相对于输入波形延迟了多长的时间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336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AE98-0567-E20C-9D3E-D3804F17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907D78-C21F-F1AB-AC6F-6AE628C6C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E23787-6332-3A17-621F-D5A221605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不同系列的集成电路，输入和输出为逻辑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0 </a:t>
            </a:r>
            <a:r>
              <a:rPr lang="zh-CN" altLang="en-US" dirty="0"/>
              <a:t>所对应额电压范围也不同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082D-147F-8BEA-7ED8-FFA34CBFD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702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28E6-60C8-C526-BECC-DDFA5BB1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0475C4-8BD3-9982-3301-34168112E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93FEE5-B464-67AD-6D9E-7AEFA0AD1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为了不影响输出逻辑状态</a:t>
            </a:r>
            <a:endParaRPr lang="en-US" altLang="zh-CN" dirty="0"/>
          </a:p>
          <a:p>
            <a:r>
              <a:rPr lang="zh-CN" altLang="en-US" dirty="0"/>
              <a:t>高电平信号</a:t>
            </a:r>
            <a:r>
              <a:rPr lang="en-US" altLang="zh-CN" dirty="0"/>
              <a:t>+</a:t>
            </a:r>
            <a:r>
              <a:rPr lang="zh-CN" altLang="en-US" dirty="0"/>
              <a:t>噪声不能低于规定为高电平的最小值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低电平信号</a:t>
            </a:r>
            <a:r>
              <a:rPr lang="en-US" altLang="zh-CN" dirty="0"/>
              <a:t>+</a:t>
            </a:r>
            <a:r>
              <a:rPr lang="zh-CN" altLang="en-US" dirty="0"/>
              <a:t>噪声不能高于规定为低电平的最大值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噪声容限越大，电路的抗干扰能力越强</a:t>
            </a:r>
            <a:endParaRPr lang="en-US" altLang="zh-CN" dirty="0"/>
          </a:p>
          <a:p>
            <a:r>
              <a:rPr lang="zh-CN" altLang="en-US" dirty="0"/>
              <a:t>前一级驱动门电路的输出就是后一级负载门电路的输入</a:t>
            </a:r>
            <a:endParaRPr lang="en-US" altLang="zh-CN" dirty="0"/>
          </a:p>
          <a:p>
            <a:r>
              <a:rPr lang="en-US" altLang="zh-CN" dirty="0"/>
              <a:t>V_NH </a:t>
            </a:r>
            <a:r>
              <a:rPr lang="zh-CN" altLang="en-US" dirty="0"/>
              <a:t>反应了驱动门输出高电平时，容许叠加在其上的负向噪声电压的最大值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V_NL  </a:t>
            </a:r>
            <a:r>
              <a:rPr lang="zh-CN" altLang="en-US" dirty="0"/>
              <a:t>反应了驱动门输出低电平时，容许叠加在其上的正向噪声电压的最大值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71502-1940-B8F4-98EF-0A5CF559C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685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C689-3136-E68F-E342-DAFE3557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6F51F1-C39C-E30F-CA2B-8196BD005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2647D5-F0E9-E56A-8C42-F29B48091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Propagation Delay</a:t>
            </a:r>
          </a:p>
          <a:p>
            <a:pPr eaLnBrk="1" hangingPunct="1"/>
            <a:r>
              <a:rPr lang="zh-CN" altLang="en-US" sz="1400" dirty="0"/>
              <a:t>与电源电压及容性负载大小有关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76F63C-20ED-86AA-BC95-A5E953A81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26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7E302-B475-4CF9-BEF7-49F3BA17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186AE1-386C-9C03-356A-4D9799B09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37CBE4-82B4-98A7-DDC9-2929100C9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dirty="0"/>
              <a:t>CMOS</a:t>
            </a:r>
            <a:r>
              <a:rPr kumimoji="1" lang="zh-CN" altLang="en-US" sz="1400" dirty="0"/>
              <a:t>动态总功耗：</a:t>
            </a:r>
            <a:r>
              <a:rPr kumimoji="1" lang="en-US" altLang="zh-CN" sz="1400" dirty="0"/>
              <a:t>P_D=(C_PD + C_L)*VDD^2 * f </a:t>
            </a:r>
            <a:r>
              <a:rPr kumimoji="1" lang="zh-CN" altLang="en-US" sz="1400" dirty="0"/>
              <a:t>，与</a:t>
            </a: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功耗电容（电路本身），负载电容（</a:t>
            </a:r>
            <a:r>
              <a:rPr kumimoji="1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C_L</a:t>
            </a:r>
            <a:r>
              <a:rPr kumimoji="1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康简宋" charset="-122"/>
              </a:rPr>
              <a:t>，后续电路），电压和工作频率相关</a:t>
            </a:r>
            <a:endParaRPr kumimoji="1" lang="en-US" altLang="zh-CN" sz="1400" b="0" dirty="0"/>
          </a:p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CE5BCC-1FCC-C3DD-3F79-06B9F2FE4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08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942E-1350-3833-68CD-F516432E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4B8799-BF33-B0C2-9CC2-9F3B1530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566E22-5D6E-1744-CD7C-D882B3877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CC03-AE00-B405-8699-9C4AAA508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7364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3C86-7C7E-DB16-331B-851ABABB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3B57E8-3481-0A18-829A-51B079EAC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CFA007-97C9-A3C6-6A27-ADEBB1BD0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307522-45C9-209C-2EEC-FC05B08F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109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54E3-FC2B-5B7F-9F10-84E3812A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1512D7-90E8-FC90-51DF-05198AB2B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17C307-74A7-23CC-4509-3085A04AB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94D4D3-D61B-7C7D-64F3-F318E5C61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1866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9" Type="http://schemas.openxmlformats.org/officeDocument/2006/relationships/image" Target="NULL"/><Relationship Id="rId3" Type="http://schemas.openxmlformats.org/officeDocument/2006/relationships/image" Target="../media/image5.png"/><Relationship Id="rId21" Type="http://schemas.openxmlformats.org/officeDocument/2006/relationships/image" Target="../media/image7.png"/><Relationship Id="rId42" Type="http://schemas.openxmlformats.org/officeDocument/2006/relationships/image" Target="NUL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38" Type="http://schemas.openxmlformats.org/officeDocument/2006/relationships/image" Target="NUL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20" Type="http://schemas.openxmlformats.org/officeDocument/2006/relationships/image" Target="../media/image6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37" Type="http://schemas.openxmlformats.org/officeDocument/2006/relationships/image" Target="NULL"/><Relationship Id="rId40" Type="http://schemas.openxmlformats.org/officeDocument/2006/relationships/image" Target="../media/image25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8.png"/><Relationship Id="rId43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0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2510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11" Type="http://schemas.openxmlformats.org/officeDocument/2006/relationships/image" Target="../media/image29.png"/><Relationship Id="rId5" Type="http://schemas.openxmlformats.org/officeDocument/2006/relationships/image" Target="../media/image71.png"/><Relationship Id="rId15" Type="http://schemas.openxmlformats.org/officeDocument/2006/relationships/image" Target="../media/image33.png"/><Relationship Id="rId10" Type="http://schemas.openxmlformats.org/officeDocument/2006/relationships/image" Target="../media/image2811.png"/><Relationship Id="rId19" Type="http://schemas.openxmlformats.org/officeDocument/2006/relationships/image" Target="../media/image710.png"/><Relationship Id="rId4" Type="http://schemas.openxmlformats.org/officeDocument/2006/relationships/image" Target="../media/image811.png"/><Relationship Id="rId9" Type="http://schemas.openxmlformats.org/officeDocument/2006/relationships/image" Target="../media/image2710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50" Type="http://schemas.openxmlformats.org/officeDocument/2006/relationships/image" Target="../media/image66.png"/><Relationship Id="rId55" Type="http://schemas.openxmlformats.org/officeDocument/2006/relationships/image" Target="../media/image72.png"/><Relationship Id="rId63" Type="http://schemas.openxmlformats.org/officeDocument/2006/relationships/image" Target="../media/image80.png"/><Relationship Id="rId68" Type="http://schemas.openxmlformats.org/officeDocument/2006/relationships/image" Target="../media/image43.png"/><Relationship Id="rId7" Type="http://schemas.openxmlformats.org/officeDocument/2006/relationships/image" Target="../media/image59.png"/><Relationship Id="rId71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54" Type="http://schemas.openxmlformats.org/officeDocument/2006/relationships/image" Target="../media/image70.png"/><Relationship Id="rId62" Type="http://schemas.openxmlformats.org/officeDocument/2006/relationships/image" Target="../media/image79.png"/><Relationship Id="rId70" Type="http://schemas.openxmlformats.org/officeDocument/2006/relationships/image" Target="../media/image45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3" Type="http://schemas.openxmlformats.org/officeDocument/2006/relationships/image" Target="../media/image69.png"/><Relationship Id="rId58" Type="http://schemas.openxmlformats.org/officeDocument/2006/relationships/image" Target="../media/image75.png"/><Relationship Id="rId66" Type="http://schemas.openxmlformats.org/officeDocument/2006/relationships/image" Target="../media/image83.png"/><Relationship Id="rId5" Type="http://schemas.openxmlformats.org/officeDocument/2006/relationships/image" Target="../media/image57.png"/><Relationship Id="rId49" Type="http://schemas.openxmlformats.org/officeDocument/2006/relationships/image" Target="../media/image65.png"/><Relationship Id="rId57" Type="http://schemas.openxmlformats.org/officeDocument/2006/relationships/image" Target="../media/image74.png"/><Relationship Id="rId61" Type="http://schemas.openxmlformats.org/officeDocument/2006/relationships/image" Target="../media/image78.png"/><Relationship Id="rId15" Type="http://schemas.openxmlformats.org/officeDocument/2006/relationships/image" Target="../media/image49.png"/><Relationship Id="rId10" Type="http://schemas.openxmlformats.org/officeDocument/2006/relationships/image" Target="../media/image62.png"/><Relationship Id="rId52" Type="http://schemas.openxmlformats.org/officeDocument/2006/relationships/image" Target="../media/image68.png"/><Relationship Id="rId60" Type="http://schemas.openxmlformats.org/officeDocument/2006/relationships/image" Target="../media/image77.png"/><Relationship Id="rId65" Type="http://schemas.openxmlformats.org/officeDocument/2006/relationships/image" Target="../media/image8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56" Type="http://schemas.openxmlformats.org/officeDocument/2006/relationships/image" Target="../media/image73.png"/><Relationship Id="rId64" Type="http://schemas.openxmlformats.org/officeDocument/2006/relationships/image" Target="../media/image81.png"/><Relationship Id="rId69" Type="http://schemas.openxmlformats.org/officeDocument/2006/relationships/image" Target="../media/image44.png"/><Relationship Id="rId14" Type="http://schemas.openxmlformats.org/officeDocument/2006/relationships/image" Target="../media/image48.png"/><Relationship Id="rId8" Type="http://schemas.openxmlformats.org/officeDocument/2006/relationships/image" Target="../media/image60.png"/><Relationship Id="rId51" Type="http://schemas.openxmlformats.org/officeDocument/2006/relationships/image" Target="../media/image67.png"/><Relationship Id="rId72" Type="http://schemas.openxmlformats.org/officeDocument/2006/relationships/image" Target="../media/image53.png"/><Relationship Id="rId3" Type="http://schemas.openxmlformats.org/officeDocument/2006/relationships/image" Target="../media/image55.png"/><Relationship Id="rId12" Type="http://schemas.openxmlformats.org/officeDocument/2006/relationships/image" Target="../media/image64.png"/><Relationship Id="rId59" Type="http://schemas.openxmlformats.org/officeDocument/2006/relationships/image" Target="../media/image76.png"/><Relationship Id="rId67" Type="http://schemas.openxmlformats.org/officeDocument/2006/relationships/image" Target="../media/image84.png"/><Relationship Id="rId17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60.png"/><Relationship Id="rId15" Type="http://schemas.openxmlformats.org/officeDocument/2006/relationships/image" Target="../media/image88.png"/><Relationship Id="rId19" Type="http://schemas.openxmlformats.org/officeDocument/2006/relationships/image" Target="../media/image92.png"/><Relationship Id="rId14" Type="http://schemas.openxmlformats.org/officeDocument/2006/relationships/image" Target="../media/image8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92.png"/><Relationship Id="rId12" Type="http://schemas.openxmlformats.org/officeDocument/2006/relationships/image" Target="../media/image85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80.png"/><Relationship Id="rId15" Type="http://schemas.openxmlformats.org/officeDocument/2006/relationships/image" Target="../media/image89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2.png"/><Relationship Id="rId12" Type="http://schemas.openxmlformats.org/officeDocument/2006/relationships/image" Target="../media/image94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00.png"/><Relationship Id="rId15" Type="http://schemas.openxmlformats.org/officeDocument/2006/relationships/image" Target="../media/image88.png"/><Relationship Id="rId14" Type="http://schemas.openxmlformats.org/officeDocument/2006/relationships/image" Target="../media/image8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91.png"/><Relationship Id="rId12" Type="http://schemas.openxmlformats.org/officeDocument/2006/relationships/image" Target="../media/image94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20.png"/><Relationship Id="rId15" Type="http://schemas.openxmlformats.org/officeDocument/2006/relationships/image" Target="../media/image88.png"/><Relationship Id="rId14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90.png"/><Relationship Id="rId3" Type="http://schemas.openxmlformats.org/officeDocument/2006/relationships/image" Target="../media/image920.png"/><Relationship Id="rId7" Type="http://schemas.openxmlformats.org/officeDocument/2006/relationships/image" Target="../media/image98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88.png"/><Relationship Id="rId5" Type="http://schemas.openxmlformats.org/officeDocument/2006/relationships/image" Target="../media/image96.png"/><Relationship Id="rId10" Type="http://schemas.openxmlformats.org/officeDocument/2006/relationships/image" Target="../media/image87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920.png"/><Relationship Id="rId7" Type="http://schemas.openxmlformats.org/officeDocument/2006/relationships/image" Target="../media/image98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88.png"/><Relationship Id="rId5" Type="http://schemas.openxmlformats.org/officeDocument/2006/relationships/image" Target="../media/image96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870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8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4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9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36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9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41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42.png"/><Relationship Id="rId9" Type="http://schemas.openxmlformats.org/officeDocument/2006/relationships/image" Target="../media/image1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jpe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4.png"/><Relationship Id="rId18" Type="http://schemas.openxmlformats.org/officeDocument/2006/relationships/image" Target="../media/image1190.png"/><Relationship Id="rId26" Type="http://schemas.openxmlformats.org/officeDocument/2006/relationships/image" Target="../media/image151.png"/><Relationship Id="rId21" Type="http://schemas.openxmlformats.org/officeDocument/2006/relationships/image" Target="../media/image146.jpeg"/><Relationship Id="rId12" Type="http://schemas.openxmlformats.org/officeDocument/2006/relationships/image" Target="../media/image1530.png"/><Relationship Id="rId17" Type="http://schemas.openxmlformats.org/officeDocument/2006/relationships/image" Target="../media/image990.png"/><Relationship Id="rId25" Type="http://schemas.openxmlformats.org/officeDocument/2006/relationships/image" Target="../media/image15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57.png"/><Relationship Id="rId20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20.png"/><Relationship Id="rId24" Type="http://schemas.openxmlformats.org/officeDocument/2006/relationships/image" Target="../media/image149.png"/><Relationship Id="rId15" Type="http://schemas.openxmlformats.org/officeDocument/2006/relationships/image" Target="../media/image156.png"/><Relationship Id="rId23" Type="http://schemas.openxmlformats.org/officeDocument/2006/relationships/image" Target="../media/image148.png"/><Relationship Id="rId19" Type="http://schemas.openxmlformats.org/officeDocument/2006/relationships/image" Target="../media/image1200.png"/><Relationship Id="rId14" Type="http://schemas.openxmlformats.org/officeDocument/2006/relationships/image" Target="../media/image155.png"/><Relationship Id="rId22" Type="http://schemas.openxmlformats.org/officeDocument/2006/relationships/image" Target="../media/image1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80.png"/><Relationship Id="rId3" Type="http://schemas.openxmlformats.org/officeDocument/2006/relationships/image" Target="../media/image176.png"/><Relationship Id="rId7" Type="http://schemas.openxmlformats.org/officeDocument/2006/relationships/image" Target="../media/image170.png"/><Relationship Id="rId12" Type="http://schemas.openxmlformats.org/officeDocument/2006/relationships/image" Target="../media/image179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78.png"/><Relationship Id="rId15" Type="http://schemas.openxmlformats.org/officeDocument/2006/relationships/image" Target="../media/image182.png"/><Relationship Id="rId10" Type="http://schemas.openxmlformats.org/officeDocument/2006/relationships/image" Target="../media/image173.png"/><Relationship Id="rId4" Type="http://schemas.openxmlformats.org/officeDocument/2006/relationships/image" Target="../media/image177.png"/><Relationship Id="rId9" Type="http://schemas.openxmlformats.org/officeDocument/2006/relationships/image" Target="../media/image172.png"/><Relationship Id="rId14" Type="http://schemas.openxmlformats.org/officeDocument/2006/relationships/image" Target="../media/image18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0.png"/><Relationship Id="rId13" Type="http://schemas.openxmlformats.org/officeDocument/2006/relationships/image" Target="../media/image1760.png"/><Relationship Id="rId3" Type="http://schemas.openxmlformats.org/officeDocument/2006/relationships/image" Target="../media/image1280.png"/><Relationship Id="rId7" Type="http://schemas.openxmlformats.org/officeDocument/2006/relationships/image" Target="../media/image1490.png"/><Relationship Id="rId12" Type="http://schemas.openxmlformats.org/officeDocument/2006/relationships/image" Target="../media/image1720.png"/><Relationship Id="rId2" Type="http://schemas.openxmlformats.org/officeDocument/2006/relationships/image" Target="../media/image1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0.png"/><Relationship Id="rId11" Type="http://schemas.openxmlformats.org/officeDocument/2006/relationships/image" Target="../media/image1640.png"/><Relationship Id="rId5" Type="http://schemas.openxmlformats.org/officeDocument/2006/relationships/image" Target="../media/image1430.png"/><Relationship Id="rId10" Type="http://schemas.openxmlformats.org/officeDocument/2006/relationships/image" Target="../media/image1600.png"/><Relationship Id="rId4" Type="http://schemas.openxmlformats.org/officeDocument/2006/relationships/image" Target="../media/image1290.png"/><Relationship Id="rId9" Type="http://schemas.openxmlformats.org/officeDocument/2006/relationships/image" Target="../media/image1580.png"/><Relationship Id="rId14" Type="http://schemas.openxmlformats.org/officeDocument/2006/relationships/image" Target="../media/image183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.png"/><Relationship Id="rId18" Type="http://schemas.openxmlformats.org/officeDocument/2006/relationships/image" Target="../media/image188.png"/><Relationship Id="rId3" Type="http://schemas.openxmlformats.org/officeDocument/2006/relationships/image" Target="../media/image185.png"/><Relationship Id="rId21" Type="http://schemas.openxmlformats.org/officeDocument/2006/relationships/image" Target="../media/image191.png"/><Relationship Id="rId12" Type="http://schemas.openxmlformats.org/officeDocument/2006/relationships/image" Target="../media/image194.png"/><Relationship Id="rId17" Type="http://schemas.openxmlformats.org/officeDocument/2006/relationships/image" Target="../media/image199.png"/><Relationship Id="rId2" Type="http://schemas.openxmlformats.org/officeDocument/2006/relationships/image" Target="../media/image184.png"/><Relationship Id="rId16" Type="http://schemas.openxmlformats.org/officeDocument/2006/relationships/image" Target="../media/image198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5" Type="http://schemas.openxmlformats.org/officeDocument/2006/relationships/image" Target="../media/image197.png"/><Relationship Id="rId19" Type="http://schemas.openxmlformats.org/officeDocument/2006/relationships/image" Target="../media/image189.png"/><Relationship Id="rId4" Type="http://schemas.openxmlformats.org/officeDocument/2006/relationships/image" Target="../media/image186.png"/><Relationship Id="rId14" Type="http://schemas.openxmlformats.org/officeDocument/2006/relationships/image" Target="../media/image196.png"/><Relationship Id="rId22" Type="http://schemas.openxmlformats.org/officeDocument/2006/relationships/image" Target="../media/image1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10.png"/><Relationship Id="rId2" Type="http://schemas.openxmlformats.org/officeDocument/2006/relationships/image" Target="../media/image200.png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5" Type="http://schemas.openxmlformats.org/officeDocument/2006/relationships/image" Target="../media/image213.png"/><Relationship Id="rId10" Type="http://schemas.openxmlformats.org/officeDocument/2006/relationships/image" Target="../media/image208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8" Type="http://schemas.openxmlformats.org/officeDocument/2006/relationships/image" Target="../media/image231.png"/><Relationship Id="rId26" Type="http://schemas.openxmlformats.org/officeDocument/2006/relationships/image" Target="../media/image225.png"/><Relationship Id="rId3" Type="http://schemas.openxmlformats.org/officeDocument/2006/relationships/image" Target="../media/image216.png"/><Relationship Id="rId21" Type="http://schemas.openxmlformats.org/officeDocument/2006/relationships/image" Target="../media/image234.png"/><Relationship Id="rId7" Type="http://schemas.openxmlformats.org/officeDocument/2006/relationships/image" Target="../media/image220.png"/><Relationship Id="rId17" Type="http://schemas.openxmlformats.org/officeDocument/2006/relationships/image" Target="../media/image230.png"/><Relationship Id="rId25" Type="http://schemas.openxmlformats.org/officeDocument/2006/relationships/image" Target="../media/image224.png"/><Relationship Id="rId2" Type="http://schemas.openxmlformats.org/officeDocument/2006/relationships/notesSlide" Target="../notesSlides/notesSlide19.xml"/><Relationship Id="rId20" Type="http://schemas.openxmlformats.org/officeDocument/2006/relationships/image" Target="../media/image233.png"/><Relationship Id="rId29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24" Type="http://schemas.openxmlformats.org/officeDocument/2006/relationships/image" Target="../media/image223.png"/><Relationship Id="rId5" Type="http://schemas.openxmlformats.org/officeDocument/2006/relationships/image" Target="../media/image218.png"/><Relationship Id="rId23" Type="http://schemas.openxmlformats.org/officeDocument/2006/relationships/image" Target="../media/image215.png"/><Relationship Id="rId28" Type="http://schemas.openxmlformats.org/officeDocument/2006/relationships/image" Target="../media/image227.png"/><Relationship Id="rId19" Type="http://schemas.openxmlformats.org/officeDocument/2006/relationships/image" Target="../media/image232.png"/><Relationship Id="rId4" Type="http://schemas.openxmlformats.org/officeDocument/2006/relationships/image" Target="../media/image217.png"/><Relationship Id="rId9" Type="http://schemas.openxmlformats.org/officeDocument/2006/relationships/image" Target="../media/image222.png"/><Relationship Id="rId22" Type="http://schemas.openxmlformats.org/officeDocument/2006/relationships/image" Target="../media/image235.png"/><Relationship Id="rId27" Type="http://schemas.openxmlformats.org/officeDocument/2006/relationships/image" Target="../media/image2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6.png"/><Relationship Id="rId18" Type="http://schemas.openxmlformats.org/officeDocument/2006/relationships/image" Target="../media/image251.png"/><Relationship Id="rId26" Type="http://schemas.openxmlformats.org/officeDocument/2006/relationships/image" Target="../media/image259.png"/><Relationship Id="rId3" Type="http://schemas.openxmlformats.org/officeDocument/2006/relationships/image" Target="../media/image236.png"/><Relationship Id="rId21" Type="http://schemas.openxmlformats.org/officeDocument/2006/relationships/image" Target="../media/image254.png"/><Relationship Id="rId7" Type="http://schemas.openxmlformats.org/officeDocument/2006/relationships/image" Target="../media/image240.png"/><Relationship Id="rId12" Type="http://schemas.openxmlformats.org/officeDocument/2006/relationships/image" Target="../media/image245.png"/><Relationship Id="rId17" Type="http://schemas.openxmlformats.org/officeDocument/2006/relationships/image" Target="../media/image250.png"/><Relationship Id="rId25" Type="http://schemas.openxmlformats.org/officeDocument/2006/relationships/image" Target="../media/image25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49.png"/><Relationship Id="rId20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.png"/><Relationship Id="rId11" Type="http://schemas.openxmlformats.org/officeDocument/2006/relationships/image" Target="../media/image244.png"/><Relationship Id="rId24" Type="http://schemas.openxmlformats.org/officeDocument/2006/relationships/image" Target="../media/image257.png"/><Relationship Id="rId5" Type="http://schemas.openxmlformats.org/officeDocument/2006/relationships/image" Target="../media/image238.png"/><Relationship Id="rId15" Type="http://schemas.openxmlformats.org/officeDocument/2006/relationships/image" Target="../media/image248.png"/><Relationship Id="rId23" Type="http://schemas.openxmlformats.org/officeDocument/2006/relationships/image" Target="../media/image256.png"/><Relationship Id="rId10" Type="http://schemas.openxmlformats.org/officeDocument/2006/relationships/image" Target="../media/image243.png"/><Relationship Id="rId19" Type="http://schemas.openxmlformats.org/officeDocument/2006/relationships/image" Target="../media/image252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Relationship Id="rId14" Type="http://schemas.openxmlformats.org/officeDocument/2006/relationships/image" Target="../media/image247.png"/><Relationship Id="rId22" Type="http://schemas.openxmlformats.org/officeDocument/2006/relationships/image" Target="../media/image25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3" Type="http://schemas.openxmlformats.org/officeDocument/2006/relationships/image" Target="../media/image260.png"/><Relationship Id="rId7" Type="http://schemas.openxmlformats.org/officeDocument/2006/relationships/image" Target="../media/image2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5" Type="http://schemas.openxmlformats.org/officeDocument/2006/relationships/image" Target="../media/image262.png"/><Relationship Id="rId4" Type="http://schemas.openxmlformats.org/officeDocument/2006/relationships/image" Target="../media/image2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3" Type="http://schemas.openxmlformats.org/officeDocument/2006/relationships/image" Target="../media/image267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5" Type="http://schemas.openxmlformats.org/officeDocument/2006/relationships/image" Target="../media/image269.png"/><Relationship Id="rId10" Type="http://schemas.openxmlformats.org/officeDocument/2006/relationships/image" Target="../media/image274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image" Target="../media/image288.png"/><Relationship Id="rId3" Type="http://schemas.openxmlformats.org/officeDocument/2006/relationships/image" Target="../media/image280.png"/><Relationship Id="rId7" Type="http://schemas.openxmlformats.org/officeDocument/2006/relationships/image" Target="../media/image282.png"/><Relationship Id="rId12" Type="http://schemas.openxmlformats.org/officeDocument/2006/relationships/image" Target="../media/image28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1" Type="http://schemas.openxmlformats.org/officeDocument/2006/relationships/image" Target="../media/image286.png"/><Relationship Id="rId5" Type="http://schemas.openxmlformats.org/officeDocument/2006/relationships/image" Target="../media/image279.png"/><Relationship Id="rId10" Type="http://schemas.openxmlformats.org/officeDocument/2006/relationships/image" Target="../media/image285.png"/><Relationship Id="rId4" Type="http://schemas.openxmlformats.org/officeDocument/2006/relationships/image" Target="../media/image278.png"/><Relationship Id="rId9" Type="http://schemas.openxmlformats.org/officeDocument/2006/relationships/image" Target="../media/image284.png"/></Relationships>
</file>

<file path=ppt/slides/_rels/slide3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1.png"/><Relationship Id="rId21" Type="http://schemas.openxmlformats.org/officeDocument/2006/relationships/image" Target="../media/image285.png"/><Relationship Id="rId17" Type="http://schemas.openxmlformats.org/officeDocument/2006/relationships/image" Target="../media/image289.png"/><Relationship Id="rId25" Type="http://schemas.openxmlformats.org/officeDocument/2006/relationships/image" Target="../media/image29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790.png"/><Relationship Id="rId20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88.png"/><Relationship Id="rId15" Type="http://schemas.openxmlformats.org/officeDocument/2006/relationships/image" Target="../media/image2780.png"/><Relationship Id="rId23" Type="http://schemas.openxmlformats.org/officeDocument/2006/relationships/image" Target="../media/image287.png"/><Relationship Id="rId19" Type="http://schemas.openxmlformats.org/officeDocument/2006/relationships/image" Target="../media/image282.png"/><Relationship Id="rId4" Type="http://schemas.openxmlformats.org/officeDocument/2006/relationships/image" Target="../media/image2840.png"/><Relationship Id="rId22" Type="http://schemas.openxmlformats.org/officeDocument/2006/relationships/image" Target="../media/image28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13" Type="http://schemas.openxmlformats.org/officeDocument/2006/relationships/image" Target="../media/image304.png"/><Relationship Id="rId3" Type="http://schemas.openxmlformats.org/officeDocument/2006/relationships/image" Target="../media/image296.png"/><Relationship Id="rId7" Type="http://schemas.openxmlformats.org/officeDocument/2006/relationships/image" Target="../media/image297.png"/><Relationship Id="rId12" Type="http://schemas.openxmlformats.org/officeDocument/2006/relationships/image" Target="../media/image303.png"/><Relationship Id="rId17" Type="http://schemas.openxmlformats.org/officeDocument/2006/relationships/image" Target="../media/image313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0.png"/><Relationship Id="rId11" Type="http://schemas.openxmlformats.org/officeDocument/2006/relationships/image" Target="../media/image302.png"/><Relationship Id="rId5" Type="http://schemas.openxmlformats.org/officeDocument/2006/relationships/image" Target="../media/image2820.png"/><Relationship Id="rId15" Type="http://schemas.openxmlformats.org/officeDocument/2006/relationships/image" Target="../media/image306.png"/><Relationship Id="rId10" Type="http://schemas.openxmlformats.org/officeDocument/2006/relationships/image" Target="../media/image301.png"/><Relationship Id="rId4" Type="http://schemas.openxmlformats.org/officeDocument/2006/relationships/image" Target="../media/image2810.png"/><Relationship Id="rId9" Type="http://schemas.openxmlformats.org/officeDocument/2006/relationships/image" Target="../media/image300.png"/><Relationship Id="rId14" Type="http://schemas.openxmlformats.org/officeDocument/2006/relationships/image" Target="../media/image30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13" Type="http://schemas.openxmlformats.org/officeDocument/2006/relationships/image" Target="../media/image310.png"/><Relationship Id="rId3" Type="http://schemas.openxmlformats.org/officeDocument/2006/relationships/image" Target="../media/image307.png"/><Relationship Id="rId12" Type="http://schemas.openxmlformats.org/officeDocument/2006/relationships/image" Target="../media/image30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08.png"/><Relationship Id="rId10" Type="http://schemas.openxmlformats.org/officeDocument/2006/relationships/image" Target="../media/image3070.png"/><Relationship Id="rId9" Type="http://schemas.openxmlformats.org/officeDocument/2006/relationships/image" Target="../media/image321.png"/><Relationship Id="rId14" Type="http://schemas.openxmlformats.org/officeDocument/2006/relationships/image" Target="../media/image3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13" Type="http://schemas.openxmlformats.org/officeDocument/2006/relationships/image" Target="../media/image308.png"/><Relationship Id="rId12" Type="http://schemas.openxmlformats.org/officeDocument/2006/relationships/image" Target="../media/image312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29.png"/><Relationship Id="rId15" Type="http://schemas.openxmlformats.org/officeDocument/2006/relationships/image" Target="../media/image318.png"/><Relationship Id="rId10" Type="http://schemas.openxmlformats.org/officeDocument/2006/relationships/image" Target="../media/image312.png"/><Relationship Id="rId9" Type="http://schemas.openxmlformats.org/officeDocument/2006/relationships/image" Target="../media/image328.png"/><Relationship Id="rId14" Type="http://schemas.openxmlformats.org/officeDocument/2006/relationships/image" Target="../media/image3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逻辑门电路</a:t>
            </a:r>
            <a:endParaRPr lang="en-US" altLang="zh-CN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P78 – 106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CB97C02-E938-96AA-D829-9C495D82A622}"/>
              </a:ext>
            </a:extLst>
          </p:cNvPr>
          <p:cNvSpPr txBox="1"/>
          <p:nvPr/>
        </p:nvSpPr>
        <p:spPr>
          <a:xfrm>
            <a:off x="1296000" y="1296000"/>
            <a:ext cx="6615331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逻辑门电路简介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 </a:t>
            </a:r>
            <a:r>
              <a:rPr lang="en-US" altLang="zh-CN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逻辑门电路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逻辑门主要参数</a:t>
            </a:r>
            <a:endParaRPr lang="en-US" altLang="zh-CN" sz="3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7AA4CD-7648-9DE7-DC47-BC70F161B773}"/>
              </a:ext>
            </a:extLst>
          </p:cNvPr>
          <p:cNvSpPr txBox="1"/>
          <p:nvPr/>
        </p:nvSpPr>
        <p:spPr>
          <a:xfrm>
            <a:off x="360000" y="827142"/>
            <a:ext cx="10713822" cy="532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逻辑门电路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：实现基本逻辑运算和常用逻辑运算的单元电路，简称门电路。常用的集成逻辑门电路如下：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Transistor-Transistor Logic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BJT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Bipolar Junction Transistor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）管定义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74ALS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等系列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Complementary Metal Oxide Semiconductor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管定义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4000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74HC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74HCT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74VHC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74VHCT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74LVC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74AC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74ACT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74AUC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等系列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18FF7C6-A94E-A2D4-840B-C0A99D11F7D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242DCD4-6993-0F89-5538-BEAA19905D5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B4D2784A-23FF-49EC-4DC9-97BBDD1AA67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1458FDB1-FB37-691C-43E4-532F40FEA02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2335053E-5424-B3E9-9B6E-9142275687F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4F432A1-4889-242F-311A-5D42A9A6788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逻辑门电路简介</a:t>
            </a:r>
          </a:p>
        </p:txBody>
      </p:sp>
    </p:spTree>
    <p:extLst>
      <p:ext uri="{BB962C8B-B14F-4D97-AF65-F5344CB8AC3E}">
        <p14:creationId xmlns:p14="http://schemas.microsoft.com/office/powerpoint/2010/main" val="426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B3C58C3-01DC-BDCE-B5FD-D87BF2B36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2520000"/>
            <a:ext cx="6028982" cy="298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129A8CD-1A1C-81AD-A1FB-BCDDE8845EE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CC58CC2-BC25-3777-4D2C-E320A6B4F83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78A61E93-8403-5902-3DD5-3A0B661F0FF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77F530B-9DD3-EDBE-C546-C1B410D1C47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C31ACEF4-F61C-C2AA-E8BE-A7CB8CCE968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7E7396D-4B49-4D72-4787-889BA29A1EAB}"/>
              </a:ext>
            </a:extLst>
          </p:cNvPr>
          <p:cNvSpPr txBox="1"/>
          <p:nvPr/>
        </p:nvSpPr>
        <p:spPr>
          <a:xfrm>
            <a:off x="360000" y="827142"/>
            <a:ext cx="7200000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管回顾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逻辑门电路以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管作为开关器件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56443A5-1D8B-465C-AB3C-F1906BC00FFE}"/>
              </a:ext>
            </a:extLst>
          </p:cNvPr>
          <p:cNvSpPr txBox="1"/>
          <p:nvPr/>
        </p:nvSpPr>
        <p:spPr>
          <a:xfrm>
            <a:off x="648000" y="3780000"/>
            <a:ext cx="3598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沟道增强型和耗尽型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387A2DB-CD9B-C8BF-820F-98B14C6635C0}"/>
              </a:ext>
            </a:extLst>
          </p:cNvPr>
          <p:cNvSpPr txBox="1"/>
          <p:nvPr/>
        </p:nvSpPr>
        <p:spPr>
          <a:xfrm>
            <a:off x="648000" y="6120000"/>
            <a:ext cx="3598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沟道增强型和耗尽型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5276475-7EC8-88B5-5FBF-110E99AF55D2}"/>
              </a:ext>
            </a:extLst>
          </p:cNvPr>
          <p:cNvSpPr txBox="1"/>
          <p:nvPr/>
        </p:nvSpPr>
        <p:spPr>
          <a:xfrm>
            <a:off x="6588000" y="5760000"/>
            <a:ext cx="3685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沟道增强型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输出特性和转移特性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48ACE6F0-6189-BB07-944B-769AF935769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0F19AD7-1159-CD46-CB56-2E7AD68522F4}"/>
              </a:ext>
            </a:extLst>
          </p:cNvPr>
          <p:cNvGrpSpPr/>
          <p:nvPr/>
        </p:nvGrpSpPr>
        <p:grpSpPr>
          <a:xfrm>
            <a:off x="540000" y="1980000"/>
            <a:ext cx="1836000" cy="1865665"/>
            <a:chOff x="1332000" y="1872000"/>
            <a:chExt cx="1836000" cy="1865665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8B188BE-E221-278B-EF76-D3E10E243C04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D2FE161-3579-FE15-8DA0-EE49833B44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2000" y="2808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1BEF799-48BA-188D-EC65-C139ACF8CE6D}"/>
                </a:ext>
              </a:extLst>
            </p:cNvPr>
            <p:cNvCxnSpPr>
              <a:cxnSpLocks/>
            </p:cNvCxnSpPr>
            <p:nvPr/>
          </p:nvCxnSpPr>
          <p:spPr>
            <a:xfrm>
              <a:off x="1872000" y="25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0849069-9076-BC1E-CAA9-2AE5184D7582}"/>
                </a:ext>
              </a:extLst>
            </p:cNvPr>
            <p:cNvCxnSpPr>
              <a:cxnSpLocks/>
            </p:cNvCxnSpPr>
            <p:nvPr/>
          </p:nvCxnSpPr>
          <p:spPr>
            <a:xfrm>
              <a:off x="2051999" y="252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8">
                  <a:extLst>
                    <a:ext uri="{FF2B5EF4-FFF2-40B4-BE49-F238E27FC236}">
                      <a16:creationId xmlns:a16="http://schemas.microsoft.com/office/drawing/2014/main" id="{65AC8C62-471F-5948-20CB-D376352567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9F016AE2-30EE-5931-4DA6-6F267A74FD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8">
                  <a:extLst>
                    <a:ext uri="{FF2B5EF4-FFF2-40B4-BE49-F238E27FC236}">
                      <a16:creationId xmlns:a16="http://schemas.microsoft.com/office/drawing/2014/main" id="{ADF92BCC-EEE2-16C1-67ED-141A72695B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3" name="Rectangle 8">
                  <a:extLst>
                    <a:ext uri="{FF2B5EF4-FFF2-40B4-BE49-F238E27FC236}">
                      <a16:creationId xmlns:a16="http://schemas.microsoft.com/office/drawing/2014/main" id="{C4E414F8-3CA5-2B86-9F07-827DCB2638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694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8">
                  <a:extLst>
                    <a:ext uri="{FF2B5EF4-FFF2-40B4-BE49-F238E27FC236}">
                      <a16:creationId xmlns:a16="http://schemas.microsoft.com/office/drawing/2014/main" id="{16736245-30DC-6B2C-499A-4DDAA73709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4" name="Rectangle 8">
                  <a:extLst>
                    <a:ext uri="{FF2B5EF4-FFF2-40B4-BE49-F238E27FC236}">
                      <a16:creationId xmlns:a16="http://schemas.microsoft.com/office/drawing/2014/main" id="{A4ABCD9D-EB66-CE61-7E2B-F13B26B141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6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8">
                  <a:extLst>
                    <a:ext uri="{FF2B5EF4-FFF2-40B4-BE49-F238E27FC236}">
                      <a16:creationId xmlns:a16="http://schemas.microsoft.com/office/drawing/2014/main" id="{EEC31D9B-3850-4487-0F87-05920273E6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5" name="Rectangle 8">
                  <a:extLst>
                    <a:ext uri="{FF2B5EF4-FFF2-40B4-BE49-F238E27FC236}">
                      <a16:creationId xmlns:a16="http://schemas.microsoft.com/office/drawing/2014/main" id="{2B3D9A5E-E453-26DC-DF17-686111860F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995E1D7-DF0D-406D-2DA3-F4A543039EE9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43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F0052D95-4218-7D71-2753-AD3B4236D058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BCED10BE-88FC-EB07-7FFF-BCD7B6985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7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524D714-B8B1-DB47-BB6E-D54F293558D3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2E2E19F-A650-CA51-B5E4-948DD839EC82}"/>
                </a:ext>
              </a:extLst>
            </p:cNvPr>
            <p:cNvCxnSpPr/>
            <p:nvPr/>
          </p:nvCxnSpPr>
          <p:spPr>
            <a:xfrm>
              <a:off x="2412000" y="21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81019F5-36BC-ADC6-AD90-EE1ACE90ABB4}"/>
                </a:ext>
              </a:extLst>
            </p:cNvPr>
            <p:cNvCxnSpPr/>
            <p:nvPr/>
          </p:nvCxnSpPr>
          <p:spPr>
            <a:xfrm>
              <a:off x="2412000" y="309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F50A07E-1773-1188-7C7A-D97A08C24DE0}"/>
              </a:ext>
            </a:extLst>
          </p:cNvPr>
          <p:cNvGrpSpPr/>
          <p:nvPr/>
        </p:nvGrpSpPr>
        <p:grpSpPr>
          <a:xfrm>
            <a:off x="2880000" y="1980000"/>
            <a:ext cx="1836000" cy="1865665"/>
            <a:chOff x="1332000" y="1872000"/>
            <a:chExt cx="1836000" cy="1865665"/>
          </a:xfrm>
        </p:grpSpPr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75A9A9AA-A247-82AD-D75E-EECFEB8A265F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0593EAC-666D-6EF9-1329-629F92C3E9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2000" y="2808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790D29C4-E41B-D0AB-D141-BE12333245EB}"/>
                </a:ext>
              </a:extLst>
            </p:cNvPr>
            <p:cNvCxnSpPr>
              <a:cxnSpLocks/>
            </p:cNvCxnSpPr>
            <p:nvPr/>
          </p:nvCxnSpPr>
          <p:spPr>
            <a:xfrm>
              <a:off x="1872000" y="25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14936AAF-5109-A5B9-A8D9-F39446B9BBFF}"/>
                </a:ext>
              </a:extLst>
            </p:cNvPr>
            <p:cNvCxnSpPr>
              <a:cxnSpLocks/>
            </p:cNvCxnSpPr>
            <p:nvPr/>
          </p:nvCxnSpPr>
          <p:spPr>
            <a:xfrm>
              <a:off x="2051999" y="252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8">
                  <a:extLst>
                    <a:ext uri="{FF2B5EF4-FFF2-40B4-BE49-F238E27FC236}">
                      <a16:creationId xmlns:a16="http://schemas.microsoft.com/office/drawing/2014/main" id="{FBA9C000-6C33-6D3B-557C-B7157D8CCD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7" name="Rectangle 8">
                  <a:extLst>
                    <a:ext uri="{FF2B5EF4-FFF2-40B4-BE49-F238E27FC236}">
                      <a16:creationId xmlns:a16="http://schemas.microsoft.com/office/drawing/2014/main" id="{C65B1157-0A98-E742-CF0A-76A64DF99C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Rectangle 8">
                  <a:extLst>
                    <a:ext uri="{FF2B5EF4-FFF2-40B4-BE49-F238E27FC236}">
                      <a16:creationId xmlns:a16="http://schemas.microsoft.com/office/drawing/2014/main" id="{AEAB3627-5D74-DE4A-A114-67DC76CDD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8" name="Rectangle 8">
                  <a:extLst>
                    <a:ext uri="{FF2B5EF4-FFF2-40B4-BE49-F238E27FC236}">
                      <a16:creationId xmlns:a16="http://schemas.microsoft.com/office/drawing/2014/main" id="{10534006-8CF0-16A9-5EF5-0E734CEA24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2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8">
                  <a:extLst>
                    <a:ext uri="{FF2B5EF4-FFF2-40B4-BE49-F238E27FC236}">
                      <a16:creationId xmlns:a16="http://schemas.microsoft.com/office/drawing/2014/main" id="{0919F16D-DBEA-4B0B-B11E-86E0C177A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9" name="Rectangle 8">
                  <a:extLst>
                    <a:ext uri="{FF2B5EF4-FFF2-40B4-BE49-F238E27FC236}">
                      <a16:creationId xmlns:a16="http://schemas.microsoft.com/office/drawing/2014/main" id="{C0660E28-E718-E77A-97DF-95CE1764A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6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Rectangle 8">
                  <a:extLst>
                    <a:ext uri="{FF2B5EF4-FFF2-40B4-BE49-F238E27FC236}">
                      <a16:creationId xmlns:a16="http://schemas.microsoft.com/office/drawing/2014/main" id="{1CF0B63E-F253-FD56-0EFF-0336B66A78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0" name="Rectangle 8">
                  <a:extLst>
                    <a:ext uri="{FF2B5EF4-FFF2-40B4-BE49-F238E27FC236}">
                      <a16:creationId xmlns:a16="http://schemas.microsoft.com/office/drawing/2014/main" id="{47C41BE2-928B-0B84-E0CB-B665E8A150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3C76B61-558B-B321-2BBC-28AAEEC493A2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430000"/>
              <a:ext cx="0" cy="75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75DD42E0-EE77-6C50-21A8-156C2F7D2D1B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50E3997-1993-5934-86C5-1B2871B6AAB6}"/>
                </a:ext>
              </a:extLst>
            </p:cNvPr>
            <p:cNvCxnSpPr/>
            <p:nvPr/>
          </p:nvCxnSpPr>
          <p:spPr>
            <a:xfrm>
              <a:off x="2412000" y="21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EB2A210E-580D-01D4-56CF-CCA53CE34951}"/>
                </a:ext>
              </a:extLst>
            </p:cNvPr>
            <p:cNvCxnSpPr/>
            <p:nvPr/>
          </p:nvCxnSpPr>
          <p:spPr>
            <a:xfrm>
              <a:off x="2412000" y="309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7CC1F42D-826B-61BD-11B7-3035866E1137}"/>
              </a:ext>
            </a:extLst>
          </p:cNvPr>
          <p:cNvGrpSpPr/>
          <p:nvPr/>
        </p:nvGrpSpPr>
        <p:grpSpPr>
          <a:xfrm>
            <a:off x="540000" y="4320000"/>
            <a:ext cx="1836000" cy="1865665"/>
            <a:chOff x="1332000" y="1872000"/>
            <a:chExt cx="1836000" cy="1865665"/>
          </a:xfrm>
        </p:grpSpPr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89DC0878-A169-4733-6BAE-C3DE3633F852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F7ABE23-5AD0-20F9-6341-941455C68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2000" y="2808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5AC473AC-4F60-50FA-14AD-63E73BC27139}"/>
                </a:ext>
              </a:extLst>
            </p:cNvPr>
            <p:cNvCxnSpPr>
              <a:cxnSpLocks/>
            </p:cNvCxnSpPr>
            <p:nvPr/>
          </p:nvCxnSpPr>
          <p:spPr>
            <a:xfrm>
              <a:off x="1872000" y="25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9FE1D31A-64F7-90D3-E2F0-445C85CFE159}"/>
                </a:ext>
              </a:extLst>
            </p:cNvPr>
            <p:cNvCxnSpPr>
              <a:cxnSpLocks/>
            </p:cNvCxnSpPr>
            <p:nvPr/>
          </p:nvCxnSpPr>
          <p:spPr>
            <a:xfrm>
              <a:off x="2051999" y="252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8">
                  <a:extLst>
                    <a:ext uri="{FF2B5EF4-FFF2-40B4-BE49-F238E27FC236}">
                      <a16:creationId xmlns:a16="http://schemas.microsoft.com/office/drawing/2014/main" id="{B2A51253-F295-13E9-5840-F9B02E34A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2" name="Rectangle 8">
                  <a:extLst>
                    <a:ext uri="{FF2B5EF4-FFF2-40B4-BE49-F238E27FC236}">
                      <a16:creationId xmlns:a16="http://schemas.microsoft.com/office/drawing/2014/main" id="{415C79A2-2E3D-2F1A-6D7B-3C897C8C78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8">
                  <a:extLst>
                    <a:ext uri="{FF2B5EF4-FFF2-40B4-BE49-F238E27FC236}">
                      <a16:creationId xmlns:a16="http://schemas.microsoft.com/office/drawing/2014/main" id="{9308B303-9978-70EB-478A-0968A88715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3" name="Rectangle 8">
                  <a:extLst>
                    <a:ext uri="{FF2B5EF4-FFF2-40B4-BE49-F238E27FC236}">
                      <a16:creationId xmlns:a16="http://schemas.microsoft.com/office/drawing/2014/main" id="{7622E1F4-CA52-E00F-77B7-7A42A68089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694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Rectangle 8">
                  <a:extLst>
                    <a:ext uri="{FF2B5EF4-FFF2-40B4-BE49-F238E27FC236}">
                      <a16:creationId xmlns:a16="http://schemas.microsoft.com/office/drawing/2014/main" id="{B560AF24-EC2D-2D6E-C7F4-85E196F46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Rectangle 8">
                  <a:extLst>
                    <a:ext uri="{FF2B5EF4-FFF2-40B4-BE49-F238E27FC236}">
                      <a16:creationId xmlns:a16="http://schemas.microsoft.com/office/drawing/2014/main" id="{A1E7BC6F-B246-C2D2-86C3-270C530F68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6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8">
                  <a:extLst>
                    <a:ext uri="{FF2B5EF4-FFF2-40B4-BE49-F238E27FC236}">
                      <a16:creationId xmlns:a16="http://schemas.microsoft.com/office/drawing/2014/main" id="{16F1D154-A111-DBAD-B806-82BA6704F7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FE90B22B-19BE-5C71-B812-F3FA301BA4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E89ECA4A-FF99-B834-2AE7-9E5D2BC7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43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5D06E2EB-B873-0A85-170C-0FD3D7E907D7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C44B575C-24F4-90A7-BEBB-6E4F766FC1AB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7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76D8BA36-0EC7-E141-5D72-5AE4D558AEB3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BCCB1D69-551A-1F29-606A-A674DEA1E353}"/>
                </a:ext>
              </a:extLst>
            </p:cNvPr>
            <p:cNvCxnSpPr/>
            <p:nvPr/>
          </p:nvCxnSpPr>
          <p:spPr>
            <a:xfrm>
              <a:off x="2412000" y="21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E9CF6434-6DED-D972-DA6F-B1D0C839FABD}"/>
                </a:ext>
              </a:extLst>
            </p:cNvPr>
            <p:cNvCxnSpPr/>
            <p:nvPr/>
          </p:nvCxnSpPr>
          <p:spPr>
            <a:xfrm>
              <a:off x="2412000" y="309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EE31BF20-00E0-84C7-0F4C-198BC08B209A}"/>
              </a:ext>
            </a:extLst>
          </p:cNvPr>
          <p:cNvGrpSpPr/>
          <p:nvPr/>
        </p:nvGrpSpPr>
        <p:grpSpPr>
          <a:xfrm>
            <a:off x="2880000" y="4320000"/>
            <a:ext cx="1836000" cy="1865665"/>
            <a:chOff x="1332000" y="1872000"/>
            <a:chExt cx="1836000" cy="1865665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169490C1-37E5-6962-A748-E9AB3A0E14EA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44E89884-96B1-2BC3-5C1E-713F7661F3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2000" y="2808000"/>
              <a:ext cx="7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DC3FF90-EFA3-9F1A-22B0-6361264916C4}"/>
                </a:ext>
              </a:extLst>
            </p:cNvPr>
            <p:cNvCxnSpPr>
              <a:cxnSpLocks/>
            </p:cNvCxnSpPr>
            <p:nvPr/>
          </p:nvCxnSpPr>
          <p:spPr>
            <a:xfrm>
              <a:off x="1872000" y="25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22B72DD6-8ABA-C0AE-D6DF-AB69383E7B04}"/>
                </a:ext>
              </a:extLst>
            </p:cNvPr>
            <p:cNvCxnSpPr>
              <a:cxnSpLocks/>
            </p:cNvCxnSpPr>
            <p:nvPr/>
          </p:nvCxnSpPr>
          <p:spPr>
            <a:xfrm>
              <a:off x="2051999" y="252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8">
                  <a:extLst>
                    <a:ext uri="{FF2B5EF4-FFF2-40B4-BE49-F238E27FC236}">
                      <a16:creationId xmlns:a16="http://schemas.microsoft.com/office/drawing/2014/main" id="{3ED9BB74-FAF3-EB4E-1941-85DF48191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7" name="Rectangle 8">
                  <a:extLst>
                    <a:ext uri="{FF2B5EF4-FFF2-40B4-BE49-F238E27FC236}">
                      <a16:creationId xmlns:a16="http://schemas.microsoft.com/office/drawing/2014/main" id="{DD4D77B9-0B7A-8E06-61C3-DEE2B385B4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2000" y="2628000"/>
                  <a:ext cx="360000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8">
                  <a:extLst>
                    <a:ext uri="{FF2B5EF4-FFF2-40B4-BE49-F238E27FC236}">
                      <a16:creationId xmlns:a16="http://schemas.microsoft.com/office/drawing/2014/main" id="{22E64341-27FC-CCF6-C43B-B58E7943E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8" name="Rectangle 8">
                  <a:extLst>
                    <a:ext uri="{FF2B5EF4-FFF2-40B4-BE49-F238E27FC236}">
                      <a16:creationId xmlns:a16="http://schemas.microsoft.com/office/drawing/2014/main" id="{0B7C93C6-8354-270F-64EF-F40E5357B3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2000" y="1872000"/>
                  <a:ext cx="360000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152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Rectangle 8">
                  <a:extLst>
                    <a:ext uri="{FF2B5EF4-FFF2-40B4-BE49-F238E27FC236}">
                      <a16:creationId xmlns:a16="http://schemas.microsoft.com/office/drawing/2014/main" id="{8DCC4472-1097-AD59-F77F-612F5E280A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9" name="Rectangle 8">
                  <a:extLst>
                    <a:ext uri="{FF2B5EF4-FFF2-40B4-BE49-F238E27FC236}">
                      <a16:creationId xmlns:a16="http://schemas.microsoft.com/office/drawing/2014/main" id="{0E48582B-00A2-045C-F529-344F8FF233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6000" y="3276000"/>
                  <a:ext cx="360000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16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Rectangle 8">
                  <a:extLst>
                    <a:ext uri="{FF2B5EF4-FFF2-40B4-BE49-F238E27FC236}">
                      <a16:creationId xmlns:a16="http://schemas.microsoft.com/office/drawing/2014/main" id="{5F63277F-3AD7-72EF-AA81-37B793B040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0" name="Rectangle 8">
                  <a:extLst>
                    <a:ext uri="{FF2B5EF4-FFF2-40B4-BE49-F238E27FC236}">
                      <a16:creationId xmlns:a16="http://schemas.microsoft.com/office/drawing/2014/main" id="{5ADAA06C-F4CB-272A-7280-6C93C0AC31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2000" y="2577600"/>
                  <a:ext cx="396000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1230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6ED208E5-1F0C-B04E-2400-F53E2C87A41D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2430000"/>
              <a:ext cx="0" cy="75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241657D-E43A-2129-43EB-4C2D7DB9B12A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309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F0BB03E5-F92B-1188-EC4E-6CFF170B1EE7}"/>
                </a:ext>
              </a:extLst>
            </p:cNvPr>
            <p:cNvCxnSpPr/>
            <p:nvPr/>
          </p:nvCxnSpPr>
          <p:spPr>
            <a:xfrm>
              <a:off x="2412000" y="21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4060910D-7A44-B9D9-4551-7AFA89667D36}"/>
                </a:ext>
              </a:extLst>
            </p:cNvPr>
            <p:cNvCxnSpPr/>
            <p:nvPr/>
          </p:nvCxnSpPr>
          <p:spPr>
            <a:xfrm>
              <a:off x="2412000" y="309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51DEAB6-CA7A-298D-ABE2-37F4D0CB477C}"/>
              </a:ext>
            </a:extLst>
          </p:cNvPr>
          <p:cNvGrpSpPr/>
          <p:nvPr/>
        </p:nvGrpSpPr>
        <p:grpSpPr>
          <a:xfrm>
            <a:off x="10080000" y="540000"/>
            <a:ext cx="2051203" cy="2232358"/>
            <a:chOff x="576000" y="4644507"/>
            <a:chExt cx="2051203" cy="2232358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0AFE5B8-A821-FA4B-1DE8-C43A970EE833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" y="6048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CBAA9683-D193-7FF6-92B2-BE1220280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0000" y="5760000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00E7430-0011-6585-E2E9-C5964189770A}"/>
                </a:ext>
              </a:extLst>
            </p:cNvPr>
            <p:cNvCxnSpPr>
              <a:cxnSpLocks/>
            </p:cNvCxnSpPr>
            <p:nvPr/>
          </p:nvCxnSpPr>
          <p:spPr>
            <a:xfrm>
              <a:off x="1260000" y="5472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7EBBF12-4065-586A-BD72-ED768277FF1F}"/>
                </a:ext>
              </a:extLst>
            </p:cNvPr>
            <p:cNvCxnSpPr>
              <a:cxnSpLocks/>
            </p:cNvCxnSpPr>
            <p:nvPr/>
          </p:nvCxnSpPr>
          <p:spPr>
            <a:xfrm>
              <a:off x="1439999" y="5472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8">
                  <a:extLst>
                    <a:ext uri="{FF2B5EF4-FFF2-40B4-BE49-F238E27FC236}">
                      <a16:creationId xmlns:a16="http://schemas.microsoft.com/office/drawing/2014/main" id="{82449B8F-C08E-1D63-E788-38EE2019E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6000" y="5580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Rectangle 8">
                  <a:extLst>
                    <a:ext uri="{FF2B5EF4-FFF2-40B4-BE49-F238E27FC236}">
                      <a16:creationId xmlns:a16="http://schemas.microsoft.com/office/drawing/2014/main" id="{82449B8F-C08E-1D63-E788-38EE2019E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6000" y="5580000"/>
                  <a:ext cx="360000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8">
                  <a:extLst>
                    <a:ext uri="{FF2B5EF4-FFF2-40B4-BE49-F238E27FC236}">
                      <a16:creationId xmlns:a16="http://schemas.microsoft.com/office/drawing/2014/main" id="{3C73AA25-D7E3-3D9F-909A-F5034E5B7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2000" y="4968507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Rectangle 8">
                  <a:extLst>
                    <a:ext uri="{FF2B5EF4-FFF2-40B4-BE49-F238E27FC236}">
                      <a16:creationId xmlns:a16="http://schemas.microsoft.com/office/drawing/2014/main" id="{3C73AA25-D7E3-3D9F-909A-F5034E5B7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12000" y="4968507"/>
                  <a:ext cx="360000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152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1B7BC2B6-5269-ECE2-1586-51B8818BC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000" y="6084507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1B7BC2B6-5269-ECE2-1586-51B8818BCD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76000" y="6084507"/>
                  <a:ext cx="360000" cy="46166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1D34844-7718-046F-8B96-B3704D9B7052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538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FB73D5C-7EA9-7C2D-E1AF-BCDAF2F93B7B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595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D763384-A297-8091-ABE2-F0D6F2536EED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567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EBE3CD0-85ED-4A15-B743-46F91F0F6D02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6048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640EABD-1707-6395-6D74-F2DFDAFA50DE}"/>
                </a:ext>
              </a:extLst>
            </p:cNvPr>
            <p:cNvCxnSpPr/>
            <p:nvPr/>
          </p:nvCxnSpPr>
          <p:spPr>
            <a:xfrm>
              <a:off x="1800000" y="5184507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599061C-9349-72FD-F926-2427B33AD4E2}"/>
                </a:ext>
              </a:extLst>
            </p:cNvPr>
            <p:cNvCxnSpPr/>
            <p:nvPr/>
          </p:nvCxnSpPr>
          <p:spPr>
            <a:xfrm>
              <a:off x="1800000" y="5760000"/>
              <a:ext cx="0" cy="9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931D77F-0E7D-05ED-7DC7-E0734BD1781D}"/>
                </a:ext>
              </a:extLst>
            </p:cNvPr>
            <p:cNvCxnSpPr>
              <a:cxnSpLocks/>
            </p:cNvCxnSpPr>
            <p:nvPr/>
          </p:nvCxnSpPr>
          <p:spPr>
            <a:xfrm>
              <a:off x="1800000" y="5184507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41B3A70-8A9E-472D-03A9-D2315F418249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" y="666000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F89AEAA-955E-D434-B3C9-CA023C79CF5C}"/>
                </a:ext>
              </a:extLst>
            </p:cNvPr>
            <p:cNvSpPr/>
            <p:nvPr/>
          </p:nvSpPr>
          <p:spPr>
            <a:xfrm>
              <a:off x="1746000" y="599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4190D47-2AEE-45A5-6232-697792F42B54}"/>
                </a:ext>
              </a:extLst>
            </p:cNvPr>
            <p:cNvSpPr/>
            <p:nvPr/>
          </p:nvSpPr>
          <p:spPr>
            <a:xfrm>
              <a:off x="1746000" y="66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58B315D-E13B-5A29-3CEF-063F3F6F2006}"/>
                    </a:ext>
                  </a:extLst>
                </p:cNvPr>
                <p:cNvSpPr txBox="1"/>
                <p:nvPr/>
              </p:nvSpPr>
              <p:spPr>
                <a:xfrm>
                  <a:off x="576000" y="5806800"/>
                  <a:ext cx="3582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5B78C64-F843-2A16-DA00-691C2EECA1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" y="5806800"/>
                  <a:ext cx="358269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03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B5599FE-52DE-8EBB-9142-936C05A63DCD}"/>
                    </a:ext>
                  </a:extLst>
                </p:cNvPr>
                <p:cNvSpPr txBox="1"/>
                <p:nvPr/>
              </p:nvSpPr>
              <p:spPr>
                <a:xfrm>
                  <a:off x="576000" y="6415200"/>
                  <a:ext cx="3582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3368C70-7F65-1FFC-065C-A7F8CFCD7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" y="6415200"/>
                  <a:ext cx="358269" cy="461665"/>
                </a:xfrm>
                <a:prstGeom prst="rect">
                  <a:avLst/>
                </a:prstGeom>
                <a:blipFill>
                  <a:blip r:embed="rId38"/>
                  <a:stretch>
                    <a:fillRect l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9F3847B-8326-D17B-7973-0DECBDD57AD3}"/>
                    </a:ext>
                  </a:extLst>
                </p:cNvPr>
                <p:cNvSpPr txBox="1"/>
                <p:nvPr/>
              </p:nvSpPr>
              <p:spPr>
                <a:xfrm>
                  <a:off x="576000" y="6094800"/>
                  <a:ext cx="4672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GS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8CE13D2-7AE6-1220-264D-FE7DE12FF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" y="6094800"/>
                  <a:ext cx="467203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14286" r="-14286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8E4C28F-B9C3-63CB-CE4B-947E22A01B79}"/>
                    </a:ext>
                  </a:extLst>
                </p:cNvPr>
                <p:cNvSpPr txBox="1"/>
                <p:nvPr/>
              </p:nvSpPr>
              <p:spPr>
                <a:xfrm>
                  <a:off x="2160000" y="5112507"/>
                  <a:ext cx="3582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8E4C28F-B9C3-63CB-CE4B-947E22A01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5112507"/>
                  <a:ext cx="358269" cy="461665"/>
                </a:xfrm>
                <a:prstGeom prst="rect">
                  <a:avLst/>
                </a:prstGeom>
                <a:blipFill>
                  <a:blip r:embed="rId40"/>
                  <a:stretch>
                    <a:fillRect l="-203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A98FB59-0C78-C511-F857-CB2D4B7AA335}"/>
                    </a:ext>
                  </a:extLst>
                </p:cNvPr>
                <p:cNvSpPr txBox="1"/>
                <p:nvPr/>
              </p:nvSpPr>
              <p:spPr>
                <a:xfrm>
                  <a:off x="2160000" y="5724507"/>
                  <a:ext cx="467203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DS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A98FB59-0C78-C511-F857-CB2D4B7AA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5724507"/>
                  <a:ext cx="467203" cy="432000"/>
                </a:xfrm>
                <a:prstGeom prst="rect">
                  <a:avLst/>
                </a:prstGeom>
                <a:blipFill>
                  <a:blip r:embed="rId41"/>
                  <a:stretch>
                    <a:fillRect l="-15584" r="-15584"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575A53E-A36C-6B08-DC18-DD6940766411}"/>
                    </a:ext>
                  </a:extLst>
                </p:cNvPr>
                <p:cNvSpPr txBox="1"/>
                <p:nvPr/>
              </p:nvSpPr>
              <p:spPr>
                <a:xfrm>
                  <a:off x="2160000" y="6300000"/>
                  <a:ext cx="3582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lang="en-US" altLang="zh-C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8EB7911-CA61-C8B6-3586-963668E14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000" y="6300000"/>
                  <a:ext cx="358269" cy="461665"/>
                </a:xfrm>
                <a:prstGeom prst="rect">
                  <a:avLst/>
                </a:prstGeom>
                <a:blipFill>
                  <a:blip r:embed="rId42"/>
                  <a:stretch>
                    <a:fillRect l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ADC4B8C-DFC3-6476-B38A-94FA9CF291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8000" y="5112507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6C1FAB9B-307D-0A15-5FC1-05A877CEDD9C}"/>
                    </a:ext>
                  </a:extLst>
                </p:cNvPr>
                <p:cNvSpPr txBox="1"/>
                <p:nvPr/>
              </p:nvSpPr>
              <p:spPr>
                <a:xfrm>
                  <a:off x="1980000" y="4644507"/>
                  <a:ext cx="36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6C1FAB9B-307D-0A15-5FC1-05A877CED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000" y="4644507"/>
                  <a:ext cx="360000" cy="432000"/>
                </a:xfrm>
                <a:prstGeom prst="rect">
                  <a:avLst/>
                </a:prstGeom>
                <a:blipFill>
                  <a:blip r:embed="rId43"/>
                  <a:stretch>
                    <a:fillRect l="-5085" r="-20339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5461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E37CA3-1B5D-6C76-4C4D-E6C6F343CF7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FF47818-1526-F484-B1AE-DB2BB7DC0BE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64506FDC-8086-7D7F-4791-CF3A936AEB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1783E96-E0CC-CF5E-12CD-CFFB76DD6B3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333E236-33D3-6E88-41D6-2B4DF497460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0A7888E6-2DCF-4121-7DE7-7F3EF724F82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MOS </a:t>
            </a:r>
            <a:r>
              <a:rPr lang="zh-CN" altLang="en-US" sz="3000" dirty="0">
                <a:solidFill>
                  <a:srgbClr val="FFFF00"/>
                </a:solidFill>
              </a:rPr>
              <a:t>管开关电路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0424F5-239C-EB6A-B949-224612FF9FD4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11159597" cy="2055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MOS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管可以构成开关电路，速度和可靠性优于机械开关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（低电平）时，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MOS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管在截止区，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为高电平，相当于开关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断开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且足够大（高电平），使得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MOS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管工作在可变电阻区，导通电阻很小，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为低电平，相当于开关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闭合</a:t>
                </a:r>
                <a:endPara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0424F5-239C-EB6A-B949-224612FF9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11159597" cy="2055306"/>
              </a:xfrm>
              <a:prstGeom prst="rect">
                <a:avLst/>
              </a:prstGeom>
              <a:blipFill>
                <a:blip r:embed="rId3"/>
                <a:stretch>
                  <a:fillRect l="-1092" t="-1187" b="-5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38C56109-4428-66BB-F297-16EE24D8DF2D}"/>
              </a:ext>
            </a:extLst>
          </p:cNvPr>
          <p:cNvSpPr txBox="1"/>
          <p:nvPr/>
        </p:nvSpPr>
        <p:spPr>
          <a:xfrm>
            <a:off x="1080000" y="5832000"/>
            <a:ext cx="24000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增强型 </a:t>
            </a:r>
            <a:r>
              <a:rPr lang="en-US" altLang="zh-CN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NMOS </a:t>
            </a:r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管开关电路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B65C930-07F7-60B0-FC30-C52793596EFD}"/>
                  </a:ext>
                </a:extLst>
              </p:cNvPr>
              <p:cNvSpPr txBox="1"/>
              <p:nvPr/>
            </p:nvSpPr>
            <p:spPr>
              <a:xfrm>
                <a:off x="5148000" y="5976000"/>
                <a:ext cx="5760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MOS </a:t>
                </a:r>
                <a:r>
                  <a: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管相当于一个由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GS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控制的无触点开关</a:t>
                </a:r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B65C930-07F7-60B0-FC30-C52793596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00" y="5976000"/>
                <a:ext cx="5760000" cy="430887"/>
              </a:xfrm>
              <a:prstGeom prst="rect">
                <a:avLst/>
              </a:prstGeom>
              <a:blipFill>
                <a:blip r:embed="rId4"/>
                <a:stretch>
                  <a:fillRect l="-847" t="-9859" r="-1058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D167BBA-B9D2-64F5-BC9D-BB260DCDABF1}"/>
              </a:ext>
            </a:extLst>
          </p:cNvPr>
          <p:cNvGrpSpPr/>
          <p:nvPr/>
        </p:nvGrpSpPr>
        <p:grpSpPr>
          <a:xfrm>
            <a:off x="1080000" y="3060000"/>
            <a:ext cx="2501389" cy="2592000"/>
            <a:chOff x="3492000" y="3096000"/>
            <a:chExt cx="2501389" cy="259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6434F836-CB52-AF16-D9FE-6067F633F590}"/>
                    </a:ext>
                  </a:extLst>
                </p:cNvPr>
                <p:cNvSpPr txBox="1"/>
                <p:nvPr/>
              </p:nvSpPr>
              <p:spPr>
                <a:xfrm>
                  <a:off x="3492000" y="5004000"/>
                  <a:ext cx="467203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6434F836-CB52-AF16-D9FE-6067F633F5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5004000"/>
                  <a:ext cx="467203" cy="432000"/>
                </a:xfrm>
                <a:prstGeom prst="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 8">
                  <a:extLst>
                    <a:ext uri="{FF2B5EF4-FFF2-40B4-BE49-F238E27FC236}">
                      <a16:creationId xmlns:a16="http://schemas.microsoft.com/office/drawing/2014/main" id="{212A12D1-958D-A0B4-7074-A5C6D55E99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50186" y="4823493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Rectangle 8">
                  <a:extLst>
                    <a:ext uri="{FF2B5EF4-FFF2-40B4-BE49-F238E27FC236}">
                      <a16:creationId xmlns:a16="http://schemas.microsoft.com/office/drawing/2014/main" id="{212A12D1-958D-A0B4-7074-A5C6D55E99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0186" y="4823493"/>
                  <a:ext cx="36000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5254" b="-1184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A5BFE848-D85E-F420-23B0-3AD924D89FA5}"/>
                </a:ext>
              </a:extLst>
            </p:cNvPr>
            <p:cNvCxnSpPr>
              <a:cxnSpLocks/>
            </p:cNvCxnSpPr>
            <p:nvPr/>
          </p:nvCxnSpPr>
          <p:spPr>
            <a:xfrm>
              <a:off x="3906186" y="5291493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AB802594-F108-ED6F-A4E3-284F95969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6186" y="500349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8FBD2892-F377-DC58-ED39-4F7C32039209}"/>
                </a:ext>
              </a:extLst>
            </p:cNvPr>
            <p:cNvCxnSpPr>
              <a:cxnSpLocks/>
            </p:cNvCxnSpPr>
            <p:nvPr/>
          </p:nvCxnSpPr>
          <p:spPr>
            <a:xfrm>
              <a:off x="4446186" y="4715493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D937B32D-1544-52D7-E1D4-F1CE80299877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85" y="4715493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8">
                  <a:extLst>
                    <a:ext uri="{FF2B5EF4-FFF2-40B4-BE49-F238E27FC236}">
                      <a16:creationId xmlns:a16="http://schemas.microsoft.com/office/drawing/2014/main" id="{659D6E7B-BA03-0615-EC61-9706D6161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0627" y="4284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2" name="Rectangle 8">
                  <a:extLst>
                    <a:ext uri="{FF2B5EF4-FFF2-40B4-BE49-F238E27FC236}">
                      <a16:creationId xmlns:a16="http://schemas.microsoft.com/office/drawing/2014/main" id="{659D6E7B-BA03-0615-EC61-9706D61615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00627" y="4284000"/>
                  <a:ext cx="36000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2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8">
                  <a:extLst>
                    <a:ext uri="{FF2B5EF4-FFF2-40B4-BE49-F238E27FC236}">
                      <a16:creationId xmlns:a16="http://schemas.microsoft.com/office/drawing/2014/main" id="{679B1418-D3CA-2AA0-53F3-7FBC6745B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2186" y="5184000"/>
                  <a:ext cx="36000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4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3" name="Rectangle 8">
                  <a:extLst>
                    <a:ext uri="{FF2B5EF4-FFF2-40B4-BE49-F238E27FC236}">
                      <a16:creationId xmlns:a16="http://schemas.microsoft.com/office/drawing/2014/main" id="{679B1418-D3CA-2AA0-53F3-7FBC6745BE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62186" y="5184000"/>
                  <a:ext cx="360000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53FF1580-AD4C-A2C3-B76E-243A57D4E25F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86" y="4625493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7B3BFF81-9AD8-D17C-AFD0-23BA8C7C2F4C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86" y="5201493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357087DA-4057-492C-CFBD-A034D6C7429D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86" y="4913493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AC5C40AD-5DE3-B06A-D829-65988C0A7070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86" y="5291493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1CE83B28-2FD3-BA6A-EAE1-C929ABE22868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>
              <a:off x="4986185" y="3564000"/>
              <a:ext cx="1" cy="11514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CFF7F059-6056-5DEF-AC1C-CE81EA564296}"/>
                </a:ext>
              </a:extLst>
            </p:cNvPr>
            <p:cNvCxnSpPr>
              <a:cxnSpLocks/>
            </p:cNvCxnSpPr>
            <p:nvPr/>
          </p:nvCxnSpPr>
          <p:spPr>
            <a:xfrm>
              <a:off x="4986186" y="5003493"/>
              <a:ext cx="0" cy="68450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BC62F18-7AD7-81C2-3F6C-6911B2EC70A3}"/>
                </a:ext>
              </a:extLst>
            </p:cNvPr>
            <p:cNvCxnSpPr>
              <a:cxnSpLocks/>
            </p:cNvCxnSpPr>
            <p:nvPr/>
          </p:nvCxnSpPr>
          <p:spPr>
            <a:xfrm>
              <a:off x="4986186" y="4355493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3D7B2000-6094-C511-E971-D5697AF1A692}"/>
                </a:ext>
              </a:extLst>
            </p:cNvPr>
            <p:cNvCxnSpPr>
              <a:cxnSpLocks/>
            </p:cNvCxnSpPr>
            <p:nvPr/>
          </p:nvCxnSpPr>
          <p:spPr>
            <a:xfrm>
              <a:off x="4842186" y="568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41CBA170-0D21-1C56-A061-6992548FC038}"/>
                </a:ext>
              </a:extLst>
            </p:cNvPr>
            <p:cNvSpPr/>
            <p:nvPr/>
          </p:nvSpPr>
          <p:spPr>
            <a:xfrm>
              <a:off x="4932186" y="5237493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A6A4434F-74D8-21A9-E68A-73A84484BF99}"/>
                    </a:ext>
                  </a:extLst>
                </p:cNvPr>
                <p:cNvSpPr txBox="1"/>
                <p:nvPr/>
              </p:nvSpPr>
              <p:spPr>
                <a:xfrm>
                  <a:off x="5526186" y="4068000"/>
                  <a:ext cx="467203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A6A4434F-74D8-21A9-E68A-73A84484B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186" y="4068000"/>
                  <a:ext cx="467203" cy="432000"/>
                </a:xfrm>
                <a:prstGeom prst="rect">
                  <a:avLst/>
                </a:prstGeom>
                <a:blipFill>
                  <a:blip r:embed="rId9"/>
                  <a:stretch>
                    <a:fillRect l="-2632" r="-2632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05F7FBC3-5F10-FEE1-720F-0D62BA70E487}"/>
                </a:ext>
              </a:extLst>
            </p:cNvPr>
            <p:cNvSpPr/>
            <p:nvPr/>
          </p:nvSpPr>
          <p:spPr>
            <a:xfrm>
              <a:off x="4921386" y="3780000"/>
              <a:ext cx="129600" cy="43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FEB44676-D873-D095-73C1-AC1F349A9E73}"/>
                </a:ext>
              </a:extLst>
            </p:cNvPr>
            <p:cNvSpPr/>
            <p:nvPr/>
          </p:nvSpPr>
          <p:spPr>
            <a:xfrm>
              <a:off x="4932186" y="43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16E80D4-4373-7A6D-D648-C8C5FBEE1040}"/>
                </a:ext>
              </a:extLst>
            </p:cNvPr>
            <p:cNvSpPr/>
            <p:nvPr/>
          </p:nvSpPr>
          <p:spPr>
            <a:xfrm>
              <a:off x="4932185" y="3564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BDACDE67-D88E-9726-B56A-A856959D3259}"/>
                    </a:ext>
                  </a:extLst>
                </p:cNvPr>
                <p:cNvSpPr txBox="1"/>
                <p:nvPr/>
              </p:nvSpPr>
              <p:spPr>
                <a:xfrm>
                  <a:off x="4590186" y="3096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BDACDE67-D88E-9726-B56A-A856959D3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0186" y="3096000"/>
                  <a:ext cx="79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A3A20F5-6D59-7F82-7E12-C9FFC1DF7843}"/>
                    </a:ext>
                  </a:extLst>
                </p:cNvPr>
                <p:cNvSpPr txBox="1"/>
                <p:nvPr/>
              </p:nvSpPr>
              <p:spPr>
                <a:xfrm>
                  <a:off x="4482186" y="3708000"/>
                  <a:ext cx="48395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A3A20F5-6D59-7F82-7E12-C9FFC1DF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2186" y="3708000"/>
                  <a:ext cx="48395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2532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24B0C151-3CCD-E80D-AE7A-F44092AA7B25}"/>
              </a:ext>
            </a:extLst>
          </p:cNvPr>
          <p:cNvGrpSpPr/>
          <p:nvPr/>
        </p:nvGrpSpPr>
        <p:grpSpPr>
          <a:xfrm>
            <a:off x="5400000" y="3060000"/>
            <a:ext cx="2141389" cy="2592000"/>
            <a:chOff x="8748000" y="3060000"/>
            <a:chExt cx="2141389" cy="2592000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945AC914-11E9-256F-FDBE-1750CB2048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2185" y="4679493"/>
              <a:ext cx="288000" cy="46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FDB8D3AE-916D-2D34-8BE0-036F8714BF12}"/>
                </a:ext>
              </a:extLst>
            </p:cNvPr>
            <p:cNvCxnSpPr>
              <a:cxnSpLocks/>
              <a:stCxn id="189" idx="0"/>
            </p:cNvCxnSpPr>
            <p:nvPr/>
          </p:nvCxnSpPr>
          <p:spPr>
            <a:xfrm>
              <a:off x="9882185" y="3528000"/>
              <a:ext cx="1" cy="11514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A3D840B8-4CC0-2FA8-6835-EFB0641DA6BD}"/>
                </a:ext>
              </a:extLst>
            </p:cNvPr>
            <p:cNvCxnSpPr>
              <a:cxnSpLocks/>
            </p:cNvCxnSpPr>
            <p:nvPr/>
          </p:nvCxnSpPr>
          <p:spPr>
            <a:xfrm>
              <a:off x="9882186" y="5256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5D00BC4F-F43E-A59D-F574-2773D58A7DB6}"/>
                </a:ext>
              </a:extLst>
            </p:cNvPr>
            <p:cNvCxnSpPr>
              <a:cxnSpLocks/>
            </p:cNvCxnSpPr>
            <p:nvPr/>
          </p:nvCxnSpPr>
          <p:spPr>
            <a:xfrm>
              <a:off x="9882186" y="4319493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F341DB7B-7CAD-E624-3626-0AD4D62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9738186" y="565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70401707-6361-3B99-C27C-B3944FDBE0E3}"/>
                </a:ext>
              </a:extLst>
            </p:cNvPr>
            <p:cNvSpPr/>
            <p:nvPr/>
          </p:nvSpPr>
          <p:spPr>
            <a:xfrm>
              <a:off x="9828186" y="5201493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03256B8E-11F8-D8FA-FB55-F211B5D1E4AE}"/>
                    </a:ext>
                  </a:extLst>
                </p:cNvPr>
                <p:cNvSpPr txBox="1"/>
                <p:nvPr/>
              </p:nvSpPr>
              <p:spPr>
                <a:xfrm>
                  <a:off x="10422186" y="4032000"/>
                  <a:ext cx="4672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03256B8E-11F8-D8FA-FB55-F211B5D1E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186" y="4032000"/>
                  <a:ext cx="467203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597" r="-1299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DBFDBCC9-94B0-CDD6-2C6E-AF66BFE979D3}"/>
                </a:ext>
              </a:extLst>
            </p:cNvPr>
            <p:cNvSpPr/>
            <p:nvPr/>
          </p:nvSpPr>
          <p:spPr>
            <a:xfrm>
              <a:off x="9817386" y="3744000"/>
              <a:ext cx="129600" cy="43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E412B8E1-ADF4-9D82-27B0-C7D5C8F169DC}"/>
                </a:ext>
              </a:extLst>
            </p:cNvPr>
            <p:cNvSpPr/>
            <p:nvPr/>
          </p:nvSpPr>
          <p:spPr>
            <a:xfrm>
              <a:off x="9828186" y="42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A915EA3E-15D3-D34D-B1E8-7D3D4E0D6DBC}"/>
                </a:ext>
              </a:extLst>
            </p:cNvPr>
            <p:cNvSpPr/>
            <p:nvPr/>
          </p:nvSpPr>
          <p:spPr>
            <a:xfrm>
              <a:off x="9828185" y="352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54E8499A-C876-80B9-E632-058B304A1B58}"/>
                    </a:ext>
                  </a:extLst>
                </p:cNvPr>
                <p:cNvSpPr txBox="1"/>
                <p:nvPr/>
              </p:nvSpPr>
              <p:spPr>
                <a:xfrm>
                  <a:off x="9486186" y="3060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54E8499A-C876-80B9-E632-058B304A1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86" y="3060000"/>
                  <a:ext cx="792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7F79A446-7CB0-B146-50B8-1D0862070578}"/>
                    </a:ext>
                  </a:extLst>
                </p:cNvPr>
                <p:cNvSpPr txBox="1"/>
                <p:nvPr/>
              </p:nvSpPr>
              <p:spPr>
                <a:xfrm>
                  <a:off x="9378186" y="3672000"/>
                  <a:ext cx="48395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7F79A446-7CB0-B146-50B8-1D0862070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8186" y="3672000"/>
                  <a:ext cx="483957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2500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2442DA23-120C-0CBF-BA04-F6C328C341E4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860000"/>
              <a:ext cx="1152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BC3BB805-89D1-3CCA-A438-E9E7322139AF}"/>
                    </a:ext>
                  </a:extLst>
                </p:cNvPr>
                <p:cNvSpPr txBox="1"/>
                <p:nvPr/>
              </p:nvSpPr>
              <p:spPr>
                <a:xfrm>
                  <a:off x="8748000" y="4860000"/>
                  <a:ext cx="1036143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  <m: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L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BC3BB805-89D1-3CCA-A438-E9E7322139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000" y="4860000"/>
                  <a:ext cx="1036143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68E06490-322D-E5A5-515C-A49DB2E3D6EE}"/>
              </a:ext>
            </a:extLst>
          </p:cNvPr>
          <p:cNvGrpSpPr/>
          <p:nvPr/>
        </p:nvGrpSpPr>
        <p:grpSpPr>
          <a:xfrm>
            <a:off x="8640000" y="3060000"/>
            <a:ext cx="2141389" cy="2592000"/>
            <a:chOff x="8748000" y="3060000"/>
            <a:chExt cx="2141389" cy="2592000"/>
          </a:xfrm>
        </p:grpSpPr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A5265C1A-070B-0FEE-E047-A11A72CD2E40}"/>
                </a:ext>
              </a:extLst>
            </p:cNvPr>
            <p:cNvCxnSpPr>
              <a:cxnSpLocks/>
              <a:stCxn id="163" idx="6"/>
            </p:cNvCxnSpPr>
            <p:nvPr/>
          </p:nvCxnSpPr>
          <p:spPr>
            <a:xfrm flipH="1" flipV="1">
              <a:off x="9882185" y="4679493"/>
              <a:ext cx="54001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628A9BD8-699B-F524-2488-A34DD819E5F0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>
              <a:off x="9882185" y="3528000"/>
              <a:ext cx="1" cy="11514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C3C0B7D8-14B0-D785-7B15-BDA6A910425C}"/>
                </a:ext>
              </a:extLst>
            </p:cNvPr>
            <p:cNvCxnSpPr>
              <a:cxnSpLocks/>
            </p:cNvCxnSpPr>
            <p:nvPr/>
          </p:nvCxnSpPr>
          <p:spPr>
            <a:xfrm>
              <a:off x="9882186" y="5256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8C61CB86-3329-FB7E-6C95-4D5E9ABA026E}"/>
                </a:ext>
              </a:extLst>
            </p:cNvPr>
            <p:cNvCxnSpPr>
              <a:cxnSpLocks/>
            </p:cNvCxnSpPr>
            <p:nvPr/>
          </p:nvCxnSpPr>
          <p:spPr>
            <a:xfrm>
              <a:off x="9882186" y="4319493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63CA4AB0-DAC3-2F72-07A7-945F03101960}"/>
                </a:ext>
              </a:extLst>
            </p:cNvPr>
            <p:cNvCxnSpPr>
              <a:cxnSpLocks/>
            </p:cNvCxnSpPr>
            <p:nvPr/>
          </p:nvCxnSpPr>
          <p:spPr>
            <a:xfrm>
              <a:off x="9738186" y="565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D269DF35-761C-089E-0944-BDA76D381C6D}"/>
                </a:ext>
              </a:extLst>
            </p:cNvPr>
            <p:cNvSpPr/>
            <p:nvPr/>
          </p:nvSpPr>
          <p:spPr>
            <a:xfrm>
              <a:off x="9828186" y="5201493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5851EF5-748C-8D99-B07B-5926E6CE51A2}"/>
                    </a:ext>
                  </a:extLst>
                </p:cNvPr>
                <p:cNvSpPr txBox="1"/>
                <p:nvPr/>
              </p:nvSpPr>
              <p:spPr>
                <a:xfrm>
                  <a:off x="10422186" y="4032000"/>
                  <a:ext cx="46720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5851EF5-748C-8D99-B07B-5926E6CE5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186" y="4032000"/>
                  <a:ext cx="467203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597" r="-1299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3AA0918A-8113-327C-4C1E-3BA344ADCAB9}"/>
                </a:ext>
              </a:extLst>
            </p:cNvPr>
            <p:cNvSpPr/>
            <p:nvPr/>
          </p:nvSpPr>
          <p:spPr>
            <a:xfrm>
              <a:off x="9817386" y="3744000"/>
              <a:ext cx="129600" cy="43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1A06E275-0CEF-6379-903C-8D4FDCA1825E}"/>
                </a:ext>
              </a:extLst>
            </p:cNvPr>
            <p:cNvSpPr/>
            <p:nvPr/>
          </p:nvSpPr>
          <p:spPr>
            <a:xfrm>
              <a:off x="9828186" y="42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29C54B46-305A-D876-5E8F-793EC81375E7}"/>
                </a:ext>
              </a:extLst>
            </p:cNvPr>
            <p:cNvSpPr/>
            <p:nvPr/>
          </p:nvSpPr>
          <p:spPr>
            <a:xfrm>
              <a:off x="9828185" y="3528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0428A67E-B2B3-984A-46CC-233DF64C1361}"/>
                    </a:ext>
                  </a:extLst>
                </p:cNvPr>
                <p:cNvSpPr txBox="1"/>
                <p:nvPr/>
              </p:nvSpPr>
              <p:spPr>
                <a:xfrm>
                  <a:off x="9486186" y="3060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0428A67E-B2B3-984A-46CC-233DF64C1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86" y="3060000"/>
                  <a:ext cx="79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CC40F83B-F25F-F473-124A-4F4B7CE4D569}"/>
                    </a:ext>
                  </a:extLst>
                </p:cNvPr>
                <p:cNvSpPr txBox="1"/>
                <p:nvPr/>
              </p:nvSpPr>
              <p:spPr>
                <a:xfrm>
                  <a:off x="9378186" y="3672000"/>
                  <a:ext cx="483957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CC40F83B-F25F-F473-124A-4F4B7CE4D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8186" y="3672000"/>
                  <a:ext cx="483957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532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F2FB5293-E8EF-41FD-5A4C-43BE4FE80045}"/>
                </a:ext>
              </a:extLst>
            </p:cNvPr>
            <p:cNvCxnSpPr>
              <a:cxnSpLocks/>
            </p:cNvCxnSpPr>
            <p:nvPr/>
          </p:nvCxnSpPr>
          <p:spPr>
            <a:xfrm>
              <a:off x="8748000" y="4860000"/>
              <a:ext cx="1152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DBC7318-A49C-F986-58EB-85013EFB2FCF}"/>
                    </a:ext>
                  </a:extLst>
                </p:cNvPr>
                <p:cNvSpPr txBox="1"/>
                <p:nvPr/>
              </p:nvSpPr>
              <p:spPr>
                <a:xfrm>
                  <a:off x="8748000" y="4860000"/>
                  <a:ext cx="1036143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  <m: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H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DBC7318-A49C-F986-58EB-85013EFB2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000" y="4860000"/>
                  <a:ext cx="1036143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3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CDFD-7666-9D36-7125-002CD93D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0F814A3-7016-A899-974D-1E7F8940C50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8D2B558-DD4A-47B1-A8A2-A80A27F71EA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56EBD428-00B2-6C2D-A77B-5B689B39A39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25C89E71-901B-C6CB-C6D5-D66F8CE42B6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E601BC9B-CC65-08B5-4628-D4F6BDF1E18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1B1D39-0A9D-5A7D-7B86-6C0FC5EC5819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9838916" cy="1099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CMOS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非门由增强型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PMOS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）和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NMOS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）组成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TP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=−1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TN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DD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=5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DD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TP</m:t>
                            </m:r>
                          </m:sub>
                        </m:sSub>
                      </m:e>
                    </m:d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1B1D39-0A9D-5A7D-7B86-6C0FC5EC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9838916" cy="1099019"/>
              </a:xfrm>
              <a:prstGeom prst="rect">
                <a:avLst/>
              </a:prstGeom>
              <a:blipFill>
                <a:blip r:embed="rId3"/>
                <a:stretch>
                  <a:fillRect l="-1239" t="-2222"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0" name="表格 79">
                <a:extLst>
                  <a:ext uri="{FF2B5EF4-FFF2-40B4-BE49-F238E27FC236}">
                    <a16:creationId xmlns:a16="http://schemas.microsoft.com/office/drawing/2014/main" id="{D14EC268-9362-F315-BFF0-BDC149FC77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390815"/>
                  </p:ext>
                </p:extLst>
              </p:nvPr>
            </p:nvGraphicFramePr>
            <p:xfrm>
              <a:off x="720000" y="2628000"/>
              <a:ext cx="611309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8849">
                      <a:extLst>
                        <a:ext uri="{9D8B030D-6E8A-4147-A177-3AD203B41FA5}">
                          <a16:colId xmlns:a16="http://schemas.microsoft.com/office/drawing/2014/main" val="1785391873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1606979783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429553394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4281060555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2348179522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35715781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GSP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GSN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O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2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−5 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导通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截止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5 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5402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5 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5 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截止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导通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V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458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0" name="表格 79">
                <a:extLst>
                  <a:ext uri="{FF2B5EF4-FFF2-40B4-BE49-F238E27FC236}">
                    <a16:creationId xmlns:a16="http://schemas.microsoft.com/office/drawing/2014/main" id="{D14EC268-9362-F315-BFF0-BDC149FC77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390815"/>
                  </p:ext>
                </p:extLst>
              </p:nvPr>
            </p:nvGraphicFramePr>
            <p:xfrm>
              <a:off x="720000" y="2628000"/>
              <a:ext cx="611309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8849">
                      <a:extLst>
                        <a:ext uri="{9D8B030D-6E8A-4147-A177-3AD203B41FA5}">
                          <a16:colId xmlns:a16="http://schemas.microsoft.com/office/drawing/2014/main" val="1785391873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1606979783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429553394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4281060555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2348179522"/>
                        </a:ext>
                      </a:extLst>
                    </a:gridCol>
                    <a:gridCol w="1018849">
                      <a:extLst>
                        <a:ext uri="{9D8B030D-6E8A-4147-A177-3AD203B41FA5}">
                          <a16:colId xmlns:a16="http://schemas.microsoft.com/office/drawing/2014/main" val="35715781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9" t="-1333" r="-501796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99" t="-1333" r="-401796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9405" t="-1333" r="-299405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198" t="-1333" r="-201198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1198" t="-1333" r="-101198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1198" t="-1333" r="-1198" b="-2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82497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9" t="-100000" r="-501796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99" t="-100000" r="-401796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9405" t="-100000" r="-299405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导通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截止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1198" t="-100000" r="-1198" b="-1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54024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99" t="-202667" r="-50179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99" t="-202667" r="-40179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9405" t="-202667" r="-299405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截止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导通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1198" t="-202667" r="-1198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6458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2" name="文本框 81">
            <a:extLst>
              <a:ext uri="{FF2B5EF4-FFF2-40B4-BE49-F238E27FC236}">
                <a16:creationId xmlns:a16="http://schemas.microsoft.com/office/drawing/2014/main" id="{1EAA3D33-3D57-334A-BBE5-83B1C3C1097D}"/>
              </a:ext>
            </a:extLst>
          </p:cNvPr>
          <p:cNvSpPr txBox="1"/>
          <p:nvPr/>
        </p:nvSpPr>
        <p:spPr>
          <a:xfrm>
            <a:off x="720000" y="2160000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COMS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非门工作状态表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表格 82">
                <a:extLst>
                  <a:ext uri="{FF2B5EF4-FFF2-40B4-BE49-F238E27FC236}">
                    <a16:creationId xmlns:a16="http://schemas.microsoft.com/office/drawing/2014/main" id="{A8095D28-4AE4-8FD9-A08F-8F6F1217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160930"/>
                  </p:ext>
                </p:extLst>
              </p:nvPr>
            </p:nvGraphicFramePr>
            <p:xfrm>
              <a:off x="1574132" y="5112000"/>
              <a:ext cx="440266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1332">
                      <a:extLst>
                        <a:ext uri="{9D8B030D-6E8A-4147-A177-3AD203B41FA5}">
                          <a16:colId xmlns:a16="http://schemas.microsoft.com/office/drawing/2014/main" val="1785391873"/>
                        </a:ext>
                      </a:extLst>
                    </a:gridCol>
                    <a:gridCol w="2201332">
                      <a:extLst>
                        <a:ext uri="{9D8B030D-6E8A-4147-A177-3AD203B41FA5}">
                          <a16:colId xmlns:a16="http://schemas.microsoft.com/office/drawing/2014/main" val="16069797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（输入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O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（输出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Y</m:t>
                              </m:r>
                            </m:oMath>
                          </a14:m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2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5402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458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表格 82">
                <a:extLst>
                  <a:ext uri="{FF2B5EF4-FFF2-40B4-BE49-F238E27FC236}">
                    <a16:creationId xmlns:a16="http://schemas.microsoft.com/office/drawing/2014/main" id="{A8095D28-4AE4-8FD9-A08F-8F6F1217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160930"/>
                  </p:ext>
                </p:extLst>
              </p:nvPr>
            </p:nvGraphicFramePr>
            <p:xfrm>
              <a:off x="1574132" y="5112000"/>
              <a:ext cx="440266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1332">
                      <a:extLst>
                        <a:ext uri="{9D8B030D-6E8A-4147-A177-3AD203B41FA5}">
                          <a16:colId xmlns:a16="http://schemas.microsoft.com/office/drawing/2014/main" val="1785391873"/>
                        </a:ext>
                      </a:extLst>
                    </a:gridCol>
                    <a:gridCol w="2201332">
                      <a:extLst>
                        <a:ext uri="{9D8B030D-6E8A-4147-A177-3AD203B41FA5}">
                          <a16:colId xmlns:a16="http://schemas.microsoft.com/office/drawing/2014/main" val="160697978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6" t="-9333" r="-100276" b="-2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54" t="-9333" r="-554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82497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54024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458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4" name="文本框 83">
            <a:extLst>
              <a:ext uri="{FF2B5EF4-FFF2-40B4-BE49-F238E27FC236}">
                <a16:creationId xmlns:a16="http://schemas.microsoft.com/office/drawing/2014/main" id="{568E1CD6-612F-F6AC-8048-05DD349D4B8E}"/>
              </a:ext>
            </a:extLst>
          </p:cNvPr>
          <p:cNvSpPr txBox="1"/>
          <p:nvPr/>
        </p:nvSpPr>
        <p:spPr>
          <a:xfrm>
            <a:off x="720000" y="4644000"/>
            <a:ext cx="6113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6367F77-4C71-626E-9083-F4D1AD2FAE63}"/>
                  </a:ext>
                </a:extLst>
              </p:cNvPr>
              <p:cNvSpPr txBox="1"/>
              <p:nvPr/>
            </p:nvSpPr>
            <p:spPr>
              <a:xfrm>
                <a:off x="8064000" y="6048000"/>
                <a:ext cx="2268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6367F77-4C71-626E-9083-F4D1AD2FA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000" y="6048000"/>
                <a:ext cx="226800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8B7E497E-5BCA-3935-1792-DD3E2E6EAD5B}"/>
              </a:ext>
            </a:extLst>
          </p:cNvPr>
          <p:cNvGrpSpPr/>
          <p:nvPr/>
        </p:nvGrpSpPr>
        <p:grpSpPr>
          <a:xfrm>
            <a:off x="7919865" y="5148000"/>
            <a:ext cx="2595404" cy="648000"/>
            <a:chOff x="7919865" y="5174388"/>
            <a:chExt cx="2595404" cy="648000"/>
          </a:xfrm>
        </p:grpSpPr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159379E6-954D-D47A-7384-98952012D93B}"/>
                </a:ext>
              </a:extLst>
            </p:cNvPr>
            <p:cNvCxnSpPr>
              <a:cxnSpLocks/>
            </p:cNvCxnSpPr>
            <p:nvPr/>
          </p:nvCxnSpPr>
          <p:spPr>
            <a:xfrm>
              <a:off x="8442000" y="5498388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等腰三角形 84">
              <a:extLst>
                <a:ext uri="{FF2B5EF4-FFF2-40B4-BE49-F238E27FC236}">
                  <a16:creationId xmlns:a16="http://schemas.microsoft.com/office/drawing/2014/main" id="{41A40FDE-DB71-AA53-58AF-2955990FCEF5}"/>
                </a:ext>
              </a:extLst>
            </p:cNvPr>
            <p:cNvSpPr/>
            <p:nvPr/>
          </p:nvSpPr>
          <p:spPr>
            <a:xfrm rot="5400000">
              <a:off x="8820000" y="5210388"/>
              <a:ext cx="648000" cy="576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7FF495C-7846-5409-8193-165DFC14FFC7}"/>
                    </a:ext>
                  </a:extLst>
                </p:cNvPr>
                <p:cNvSpPr txBox="1"/>
                <p:nvPr/>
              </p:nvSpPr>
              <p:spPr>
                <a:xfrm>
                  <a:off x="7919865" y="5210388"/>
                  <a:ext cx="5792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7FF495C-7846-5409-8193-165DFC14F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865" y="5210388"/>
                  <a:ext cx="57926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4F4F8E63-569B-EDC3-E8BC-5914DC4293EE}"/>
                    </a:ext>
                  </a:extLst>
                </p:cNvPr>
                <p:cNvSpPr txBox="1"/>
                <p:nvPr/>
              </p:nvSpPr>
              <p:spPr>
                <a:xfrm>
                  <a:off x="9936000" y="5210388"/>
                  <a:ext cx="5792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4F4F8E63-569B-EDC3-E8BC-5914DC429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5210388"/>
                  <a:ext cx="57926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B3F705AD-12E8-F420-B0BA-7BC140695C54}"/>
                </a:ext>
              </a:extLst>
            </p:cNvPr>
            <p:cNvSpPr/>
            <p:nvPr/>
          </p:nvSpPr>
          <p:spPr>
            <a:xfrm>
              <a:off x="9432000" y="5437188"/>
              <a:ext cx="122400" cy="1224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标题 1">
            <a:extLst>
              <a:ext uri="{FF2B5EF4-FFF2-40B4-BE49-F238E27FC236}">
                <a16:creationId xmlns:a16="http://schemas.microsoft.com/office/drawing/2014/main" id="{FDC038F8-7FC8-957D-A893-0BFF949BC1E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非门（反相器）</a:t>
            </a: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DBBADCEA-229B-9F3A-10CA-9A86912A3E4C}"/>
              </a:ext>
            </a:extLst>
          </p:cNvPr>
          <p:cNvGrpSpPr/>
          <p:nvPr/>
        </p:nvGrpSpPr>
        <p:grpSpPr>
          <a:xfrm>
            <a:off x="9540000" y="1440000"/>
            <a:ext cx="2448000" cy="3563999"/>
            <a:chOff x="9540000" y="1296000"/>
            <a:chExt cx="2448000" cy="3563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8">
                  <a:extLst>
                    <a:ext uri="{FF2B5EF4-FFF2-40B4-BE49-F238E27FC236}">
                      <a16:creationId xmlns:a16="http://schemas.microsoft.com/office/drawing/2014/main" id="{5A0161FA-35F8-5312-1662-5BF8C0F1C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1782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6" name="Rectangle 8">
                  <a:extLst>
                    <a:ext uri="{FF2B5EF4-FFF2-40B4-BE49-F238E27FC236}">
                      <a16:creationId xmlns:a16="http://schemas.microsoft.com/office/drawing/2014/main" id="{5A0161FA-35F8-5312-1662-5BF8C0F1C0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1782000"/>
                  <a:ext cx="36000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8">
                  <a:extLst>
                    <a:ext uri="{FF2B5EF4-FFF2-40B4-BE49-F238E27FC236}">
                      <a16:creationId xmlns:a16="http://schemas.microsoft.com/office/drawing/2014/main" id="{1032AE94-6D5D-5666-14FC-9A2C6A6234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2628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7" name="Rectangle 8">
                  <a:extLst>
                    <a:ext uri="{FF2B5EF4-FFF2-40B4-BE49-F238E27FC236}">
                      <a16:creationId xmlns:a16="http://schemas.microsoft.com/office/drawing/2014/main" id="{1032AE94-6D5D-5666-14FC-9A2C6A6234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2628000"/>
                  <a:ext cx="360000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508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8">
                  <a:extLst>
                    <a:ext uri="{FF2B5EF4-FFF2-40B4-BE49-F238E27FC236}">
                      <a16:creationId xmlns:a16="http://schemas.microsoft.com/office/drawing/2014/main" id="{0EBCE118-C8AE-609A-F5BC-D005FC80BD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4356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0" name="Rectangle 8">
                  <a:extLst>
                    <a:ext uri="{FF2B5EF4-FFF2-40B4-BE49-F238E27FC236}">
                      <a16:creationId xmlns:a16="http://schemas.microsoft.com/office/drawing/2014/main" id="{0EBCE118-C8AE-609A-F5BC-D005FC80BD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4356000"/>
                  <a:ext cx="360000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8">
                  <a:extLst>
                    <a:ext uri="{FF2B5EF4-FFF2-40B4-BE49-F238E27FC236}">
                      <a16:creationId xmlns:a16="http://schemas.microsoft.com/office/drawing/2014/main" id="{4BB80D9E-ED09-E0D1-1692-49411703F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3600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1" name="Rectangle 8">
                  <a:extLst>
                    <a:ext uri="{FF2B5EF4-FFF2-40B4-BE49-F238E27FC236}">
                      <a16:creationId xmlns:a16="http://schemas.microsoft.com/office/drawing/2014/main" id="{4BB80D9E-ED09-E0D1-1692-49411703FA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3600000"/>
                  <a:ext cx="360000" cy="400110"/>
                </a:xfrm>
                <a:prstGeom prst="rect">
                  <a:avLst/>
                </a:prstGeom>
                <a:blipFill>
                  <a:blip r:embed="rId12"/>
                  <a:stretch>
                    <a:fillRect l="-508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BB54476-C930-BB93-F214-076358F5F2E5}"/>
                    </a:ext>
                  </a:extLst>
                </p:cNvPr>
                <p:cNvSpPr txBox="1"/>
                <p:nvPr/>
              </p:nvSpPr>
              <p:spPr>
                <a:xfrm>
                  <a:off x="10548000" y="3096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BB54476-C930-BB93-F214-076358F5F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8000" y="3096000"/>
                  <a:ext cx="432000" cy="432000"/>
                </a:xfrm>
                <a:prstGeom prst="rect">
                  <a:avLst/>
                </a:prstGeom>
                <a:blipFill>
                  <a:blip r:embed="rId13"/>
                  <a:stretch>
                    <a:fillRect l="-2817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8">
                  <a:extLst>
                    <a:ext uri="{FF2B5EF4-FFF2-40B4-BE49-F238E27FC236}">
                      <a16:creationId xmlns:a16="http://schemas.microsoft.com/office/drawing/2014/main" id="{1131E08D-DDD3-8897-30B2-BE2B22D30C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24000" y="2088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Rectangle 8">
                  <a:extLst>
                    <a:ext uri="{FF2B5EF4-FFF2-40B4-BE49-F238E27FC236}">
                      <a16:creationId xmlns:a16="http://schemas.microsoft.com/office/drawing/2014/main" id="{1131E08D-DDD3-8897-30B2-BE2B22D30C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24000" y="2088000"/>
                  <a:ext cx="360000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3390" b="-90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D8D4E714-329A-F4D4-D8DA-3947DDA55C11}"/>
                    </a:ext>
                  </a:extLst>
                </p:cNvPr>
                <p:cNvSpPr txBox="1"/>
                <p:nvPr/>
              </p:nvSpPr>
              <p:spPr>
                <a:xfrm>
                  <a:off x="10764000" y="1296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D8D4E714-329A-F4D4-D8DA-3947DDA55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4000" y="1296000"/>
                  <a:ext cx="72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72B04EEE-5AE6-335C-5C37-90972A8E35BB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2664000"/>
              <a:ext cx="0" cy="12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5365534B-0D07-B6A0-EEB4-A435DC5059BE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1728000"/>
              <a:ext cx="0" cy="6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8DEECCF2-D88E-64D8-BFA2-B45EAFF341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412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4FBF0C78-D6E5-9CCF-00E1-23B0018F0A53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2159416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666C1C8D-CC5F-09CE-D379-7A9B847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159416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EC7B970-A920-8DDD-F757-C941095B5524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663416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645BD7C5-C39F-DEBA-C4C4-0AB383E304AF}"/>
                </a:ext>
              </a:extLst>
            </p:cNvPr>
            <p:cNvSpPr/>
            <p:nvPr/>
          </p:nvSpPr>
          <p:spPr>
            <a:xfrm>
              <a:off x="11070000" y="2105416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0E25BA74-ED58-560C-684B-2413E94A2CD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2159416"/>
              <a:ext cx="0" cy="23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199AAF04-BD0E-D092-618B-5518624265E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087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BA851CC4-800E-4DE2-6265-2292993BB3BB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339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29451F01-E34D-11A8-BE5A-EFD4A87A86C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591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22B85D31-DE06-5A0C-E70B-E5165CDAC0AE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215941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4A814E7-2A41-FD2E-2EE2-075B098B6E71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331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5A7523DF-8288-D167-4455-207D8B62EDB7}"/>
                </a:ext>
              </a:extLst>
            </p:cNvPr>
            <p:cNvSpPr/>
            <p:nvPr/>
          </p:nvSpPr>
          <p:spPr>
            <a:xfrm>
              <a:off x="11070000" y="325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EBC22CDB-DC63-7344-36FB-7068DB94981F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3312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2CFAF420-9E48-EDF4-43FF-E2FC716E378C}"/>
                </a:ext>
              </a:extLst>
            </p:cNvPr>
            <p:cNvSpPr/>
            <p:nvPr/>
          </p:nvSpPr>
          <p:spPr>
            <a:xfrm>
              <a:off x="10098000" y="325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3D901EA-CE04-61F2-D2DD-0D7E55D56799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446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DF23A588-6208-B9DD-8929-8957C12778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92000" y="4212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FCAD51CE-387A-0D3F-8AFD-114A46D17791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464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74293D1B-C261-D28A-292C-D8CF16E0D6BC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4211999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B354903A-B0A6-6E8B-84FD-80C5D3B04ABA}"/>
                </a:ext>
              </a:extLst>
            </p:cNvPr>
            <p:cNvSpPr/>
            <p:nvPr/>
          </p:nvSpPr>
          <p:spPr>
            <a:xfrm>
              <a:off x="11070000" y="441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2B7D9DD-8949-D65C-BE45-4486EB23CF16}"/>
                </a:ext>
              </a:extLst>
            </p:cNvPr>
            <p:cNvCxnSpPr>
              <a:cxnSpLocks/>
            </p:cNvCxnSpPr>
            <p:nvPr/>
          </p:nvCxnSpPr>
          <p:spPr>
            <a:xfrm>
              <a:off x="10998000" y="4859999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918EBE6-D391-5E3E-9F80-5586C62D5E0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96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79092382-3BD7-6826-5960-61A9F35056E0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88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FF31441A-36E5-7457-1294-D8C178956AD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14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DB3A4CC0-E59A-0EA3-5DB9-F79FC09B953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39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FD389E44-7353-7F35-D083-5C5E511A1F62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3960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8">
                  <a:extLst>
                    <a:ext uri="{FF2B5EF4-FFF2-40B4-BE49-F238E27FC236}">
                      <a16:creationId xmlns:a16="http://schemas.microsoft.com/office/drawing/2014/main" id="{68907BE8-3739-A75D-62B8-FE81ED31E5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24000" y="4032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5" name="Rectangle 8">
                  <a:extLst>
                    <a:ext uri="{FF2B5EF4-FFF2-40B4-BE49-F238E27FC236}">
                      <a16:creationId xmlns:a16="http://schemas.microsoft.com/office/drawing/2014/main" id="{68907BE8-3739-A75D-62B8-FE81ED31E5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24000" y="4032000"/>
                  <a:ext cx="360000" cy="400110"/>
                </a:xfrm>
                <a:prstGeom prst="rect">
                  <a:avLst/>
                </a:prstGeom>
                <a:blipFill>
                  <a:blip r:embed="rId16"/>
                  <a:stretch>
                    <a:fillRect l="-3390" b="-90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27D183B1-B0D0-2AF1-BA04-0E7AEC45F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80000" y="3168000"/>
              <a:ext cx="0" cy="3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BDF90F7D-870B-E667-2AC8-B403ECB6405C}"/>
                    </a:ext>
                  </a:extLst>
                </p:cNvPr>
                <p:cNvSpPr txBox="1"/>
                <p:nvPr/>
              </p:nvSpPr>
              <p:spPr>
                <a:xfrm>
                  <a:off x="11195999" y="2160000"/>
                  <a:ext cx="431796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BDF90F7D-870B-E667-2AC8-B403ECB64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5999" y="2160000"/>
                  <a:ext cx="431796" cy="504000"/>
                </a:xfrm>
                <a:prstGeom prst="rect">
                  <a:avLst/>
                </a:prstGeom>
                <a:blipFill>
                  <a:blip r:embed="rId17"/>
                  <a:stretch>
                    <a:fillRect l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0424D210-1716-331D-E955-9B8279D8E896}"/>
                    </a:ext>
                  </a:extLst>
                </p:cNvPr>
                <p:cNvSpPr txBox="1"/>
                <p:nvPr/>
              </p:nvSpPr>
              <p:spPr>
                <a:xfrm>
                  <a:off x="11196000" y="3960000"/>
                  <a:ext cx="431796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0424D210-1716-331D-E955-9B8279D8E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960000"/>
                  <a:ext cx="431796" cy="504000"/>
                </a:xfrm>
                <a:prstGeom prst="rect">
                  <a:avLst/>
                </a:prstGeom>
                <a:blipFill>
                  <a:blip r:embed="rId18"/>
                  <a:stretch>
                    <a:fillRect l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8E464823-5123-3AC9-8608-D5FB930AB6D4}"/>
                    </a:ext>
                  </a:extLst>
                </p:cNvPr>
                <p:cNvSpPr txBox="1"/>
                <p:nvPr/>
              </p:nvSpPr>
              <p:spPr>
                <a:xfrm>
                  <a:off x="11556000" y="306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8E464823-5123-3AC9-8608-D5FB930AB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6000" y="3060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2817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CAB371B-5702-86F6-4AFF-E666AB07A555}"/>
                    </a:ext>
                  </a:extLst>
                </p:cNvPr>
                <p:cNvSpPr txBox="1"/>
                <p:nvPr/>
              </p:nvSpPr>
              <p:spPr>
                <a:xfrm>
                  <a:off x="9540000" y="306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CAB371B-5702-86F6-4AFF-E666AB07A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0000" y="3060000"/>
                  <a:ext cx="432000" cy="430887"/>
                </a:xfrm>
                <a:prstGeom prst="rect">
                  <a:avLst/>
                </a:prstGeom>
                <a:blipFill>
                  <a:blip r:embed="rId20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701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9637-3F32-77C8-7302-13A22A62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1C51BC5-E417-D918-5CCA-9E18F76342ED}"/>
                  </a:ext>
                </a:extLst>
              </p:cNvPr>
              <p:cNvSpPr txBox="1"/>
              <p:nvPr/>
            </p:nvSpPr>
            <p:spPr>
              <a:xfrm>
                <a:off x="8136000" y="4644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𝐹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1C51BC5-E417-D918-5CCA-9E18F7634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000" y="4644000"/>
                <a:ext cx="432000" cy="39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7148DB9-DAAD-E8C6-87F9-40BB4D725AF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1EFD9E9-0CE4-1A44-231F-97F412CC9DB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D4914A1C-A821-F7F5-6945-1A9636A0E1C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DF09552-B07D-AD13-8224-38F2D90051D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9AD8DE2E-0C1F-F265-FE01-F86FB095503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A1C2193-5F8F-56E0-3C1D-0E8541B9F7EE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非门的传输特性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478B50A-DD17-B9F8-E6E7-C1C16D7A1740}"/>
              </a:ext>
            </a:extLst>
          </p:cNvPr>
          <p:cNvSpPr txBox="1"/>
          <p:nvPr/>
        </p:nvSpPr>
        <p:spPr>
          <a:xfrm>
            <a:off x="936000" y="6119999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电压传输特性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95179E77-D911-66E9-A952-312D09247E45}"/>
              </a:ext>
            </a:extLst>
          </p:cNvPr>
          <p:cNvSpPr txBox="1"/>
          <p:nvPr/>
        </p:nvSpPr>
        <p:spPr>
          <a:xfrm>
            <a:off x="5688000" y="6119999"/>
            <a:ext cx="2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电流传输特性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EBB6AAF2-6FBB-4E93-1AE9-436EBA147412}"/>
                  </a:ext>
                </a:extLst>
              </p:cNvPr>
              <p:cNvSpPr txBox="1"/>
              <p:nvPr/>
            </p:nvSpPr>
            <p:spPr>
              <a:xfrm>
                <a:off x="5040000" y="1548000"/>
                <a:ext cx="648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EBB6AAF2-6FBB-4E93-1AE9-436EBA147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0" y="1548000"/>
                <a:ext cx="648000" cy="432000"/>
              </a:xfrm>
              <a:prstGeom prst="rect">
                <a:avLst/>
              </a:prstGeom>
              <a:blipFill>
                <a:blip r:embed="rId4"/>
                <a:stretch>
                  <a:fillRect l="-2830"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2D0F65A0-E4C0-B4A6-1C7E-09888D9EADEB}"/>
              </a:ext>
            </a:extLst>
          </p:cNvPr>
          <p:cNvCxnSpPr>
            <a:cxnSpLocks/>
          </p:cNvCxnSpPr>
          <p:nvPr/>
        </p:nvCxnSpPr>
        <p:spPr>
          <a:xfrm flipV="1">
            <a:off x="5508000" y="1656000"/>
            <a:ext cx="0" cy="3564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19AE2EB-D607-1718-535C-07E53315D16F}"/>
                  </a:ext>
                </a:extLst>
              </p:cNvPr>
              <p:cNvSpPr txBox="1"/>
              <p:nvPr/>
            </p:nvSpPr>
            <p:spPr>
              <a:xfrm>
                <a:off x="5472000" y="4860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𝐴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19AE2EB-D607-1718-535C-07E53315D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000" y="4860000"/>
                <a:ext cx="432000" cy="39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1D366700-FD5A-03A5-2DDB-B28F75D2AA9E}"/>
              </a:ext>
            </a:extLst>
          </p:cNvPr>
          <p:cNvCxnSpPr>
            <a:cxnSpLocks/>
          </p:cNvCxnSpPr>
          <p:nvPr/>
        </p:nvCxnSpPr>
        <p:spPr>
          <a:xfrm>
            <a:off x="6084000" y="5040000"/>
            <a:ext cx="0" cy="1800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4B04058A-DA7E-C452-25A8-D275FF4DAC03}"/>
              </a:ext>
            </a:extLst>
          </p:cNvPr>
          <p:cNvCxnSpPr>
            <a:cxnSpLocks/>
          </p:cNvCxnSpPr>
          <p:nvPr/>
        </p:nvCxnSpPr>
        <p:spPr>
          <a:xfrm>
            <a:off x="6912000" y="2628000"/>
            <a:ext cx="0" cy="27360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1DEFAD91-6B80-1DF3-C62B-B0BBA37FFC1A}"/>
              </a:ext>
            </a:extLst>
          </p:cNvPr>
          <p:cNvCxnSpPr>
            <a:cxnSpLocks/>
          </p:cNvCxnSpPr>
          <p:nvPr/>
        </p:nvCxnSpPr>
        <p:spPr>
          <a:xfrm>
            <a:off x="7740000" y="5040000"/>
            <a:ext cx="0" cy="1800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7AE60CBB-1811-C9A7-C3E9-D7397F967509}"/>
              </a:ext>
            </a:extLst>
          </p:cNvPr>
          <p:cNvCxnSpPr>
            <a:cxnSpLocks/>
          </p:cNvCxnSpPr>
          <p:nvPr/>
        </p:nvCxnSpPr>
        <p:spPr>
          <a:xfrm>
            <a:off x="8316000" y="5040000"/>
            <a:ext cx="0" cy="1800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DC4E90D-1557-7A6A-36CA-AF49B901247B}"/>
                  </a:ext>
                </a:extLst>
              </p:cNvPr>
              <p:cNvSpPr txBox="1"/>
              <p:nvPr/>
            </p:nvSpPr>
            <p:spPr>
              <a:xfrm>
                <a:off x="7560000" y="4644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DC4E90D-1557-7A6A-36CA-AF49B901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0" y="4644000"/>
                <a:ext cx="432000" cy="39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0A854282-B44D-55F4-09B1-85533F523A6D}"/>
              </a:ext>
            </a:extLst>
          </p:cNvPr>
          <p:cNvCxnSpPr>
            <a:cxnSpLocks/>
          </p:cNvCxnSpPr>
          <p:nvPr/>
        </p:nvCxnSpPr>
        <p:spPr>
          <a:xfrm>
            <a:off x="7697181" y="5220608"/>
            <a:ext cx="597801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D4C0E808-5086-A835-D6C4-AC6146401AFB}"/>
                  </a:ext>
                </a:extLst>
              </p:cNvPr>
              <p:cNvSpPr txBox="1"/>
              <p:nvPr/>
            </p:nvSpPr>
            <p:spPr>
              <a:xfrm>
                <a:off x="8604000" y="5148000"/>
                <a:ext cx="5323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D4C0E808-5086-A835-D6C4-AC6146401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000" y="5148000"/>
                <a:ext cx="532371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EC27BF3-C5FC-CEED-D3F0-876838705B6D}"/>
                  </a:ext>
                </a:extLst>
              </p:cNvPr>
              <p:cNvSpPr txBox="1"/>
              <p:nvPr/>
            </p:nvSpPr>
            <p:spPr>
              <a:xfrm>
                <a:off x="5940000" y="4644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EC27BF3-C5FC-CEED-D3F0-876838705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000" y="4644000"/>
                <a:ext cx="432000" cy="39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FA59D5A2-4F67-DCEB-C25C-33C0309F8A24}"/>
                  </a:ext>
                </a:extLst>
              </p:cNvPr>
              <p:cNvSpPr txBox="1"/>
              <p:nvPr/>
            </p:nvSpPr>
            <p:spPr>
              <a:xfrm>
                <a:off x="6516000" y="2520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𝐶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FA59D5A2-4F67-DCEB-C25C-33C0309F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000" y="2520000"/>
                <a:ext cx="432000" cy="396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935947C-9C0F-CAB1-F0EF-D2BD6FAE2249}"/>
                  </a:ext>
                </a:extLst>
              </p:cNvPr>
              <p:cNvSpPr txBox="1"/>
              <p:nvPr/>
            </p:nvSpPr>
            <p:spPr>
              <a:xfrm>
                <a:off x="6912000" y="2520000"/>
                <a:ext cx="432000" cy="39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𝐷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935947C-9C0F-CAB1-F0EF-D2BD6FAE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000" y="2520000"/>
                <a:ext cx="432000" cy="396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180D7713-4479-1C5D-23AF-DA6BAF45E121}"/>
                  </a:ext>
                </a:extLst>
              </p:cNvPr>
              <p:cNvSpPr txBox="1"/>
              <p:nvPr/>
            </p:nvSpPr>
            <p:spPr>
              <a:xfrm>
                <a:off x="6660000" y="5292000"/>
                <a:ext cx="504000" cy="68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0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DD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en-US" altLang="zh-CN" sz="2000" b="0" dirty="0">
                  <a:solidFill>
                    <a:schemeClr val="accent5">
                      <a:lumMod val="7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180D7713-4479-1C5D-23AF-DA6BAF45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5292000"/>
                <a:ext cx="504000" cy="684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4B97B194-4587-A721-9F36-0CE1BDE99166}"/>
                  </a:ext>
                </a:extLst>
              </p:cNvPr>
              <p:cNvSpPr txBox="1"/>
              <p:nvPr/>
            </p:nvSpPr>
            <p:spPr>
              <a:xfrm>
                <a:off x="5220000" y="5148000"/>
                <a:ext cx="417546" cy="4001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𝑂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4B97B194-4587-A721-9F36-0CE1BDE99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00" y="5148000"/>
                <a:ext cx="417546" cy="4001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0F9161FA-45A6-2E0A-6B63-A133852BAC7E}"/>
              </a:ext>
            </a:extLst>
          </p:cNvPr>
          <p:cNvCxnSpPr>
            <a:cxnSpLocks/>
          </p:cNvCxnSpPr>
          <p:nvPr/>
        </p:nvCxnSpPr>
        <p:spPr>
          <a:xfrm>
            <a:off x="5509006" y="5220608"/>
            <a:ext cx="3424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D232428F-BB86-F697-3551-E4C7F7EA652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非门（反相器）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51C4C5-7B51-07E5-5CF9-32B8EE2DC57E}"/>
              </a:ext>
            </a:extLst>
          </p:cNvPr>
          <p:cNvGrpSpPr/>
          <p:nvPr/>
        </p:nvGrpSpPr>
        <p:grpSpPr>
          <a:xfrm>
            <a:off x="360000" y="1548000"/>
            <a:ext cx="4481153" cy="4464000"/>
            <a:chOff x="360000" y="1656000"/>
            <a:chExt cx="4481153" cy="446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FAF61B7-6EBF-5687-E54B-9532F7226B8C}"/>
                    </a:ext>
                  </a:extLst>
                </p:cNvPr>
                <p:cNvSpPr txBox="1"/>
                <p:nvPr/>
              </p:nvSpPr>
              <p:spPr>
                <a:xfrm>
                  <a:off x="3168000" y="5292000"/>
                  <a:ext cx="468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TP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FAF61B7-6EBF-5687-E54B-9532F7226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000" y="5292000"/>
                  <a:ext cx="468000" cy="396000"/>
                </a:xfrm>
                <a:prstGeom prst="rect">
                  <a:avLst/>
                </a:prstGeom>
                <a:blipFill>
                  <a:blip r:embed="rId49"/>
                  <a:stretch>
                    <a:fillRect l="-17105"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A769CD5-552C-7865-CB20-9422B3EA837D}"/>
                    </a:ext>
                  </a:extLst>
                </p:cNvPr>
                <p:cNvSpPr txBox="1"/>
                <p:nvPr/>
              </p:nvSpPr>
              <p:spPr>
                <a:xfrm>
                  <a:off x="2988000" y="4644000"/>
                  <a:ext cx="720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 algn="ctr"/>
                  <a:r>
                    <a:rPr kumimoji="1" lang="zh-CN" altLang="en-US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截止</a:t>
                  </a:r>
                  <a:endParaRPr kumimoji="1"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A769CD5-552C-7865-CB20-9422B3EA8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00" y="4644000"/>
                  <a:ext cx="720000" cy="646331"/>
                </a:xfrm>
                <a:prstGeom prst="rect">
                  <a:avLst/>
                </a:prstGeom>
                <a:blipFill>
                  <a:blip r:embed="rId50"/>
                  <a:stretch>
                    <a:fillRect l="-1695" r="-2542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38D06A65-D798-841C-97A6-43C054A8C262}"/>
                    </a:ext>
                  </a:extLst>
                </p:cNvPr>
                <p:cNvSpPr txBox="1"/>
                <p:nvPr/>
              </p:nvSpPr>
              <p:spPr>
                <a:xfrm>
                  <a:off x="1998000" y="5364000"/>
                  <a:ext cx="494374" cy="6665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20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DD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38D06A65-D798-841C-97A6-43C054A8C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8000" y="5364000"/>
                  <a:ext cx="494374" cy="66652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7136F060-C165-3672-A3EE-30A6059B3FA1}"/>
                    </a:ext>
                  </a:extLst>
                </p:cNvPr>
                <p:cNvSpPr txBox="1"/>
                <p:nvPr/>
              </p:nvSpPr>
              <p:spPr>
                <a:xfrm>
                  <a:off x="576000" y="5724000"/>
                  <a:ext cx="50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7136F060-C165-3672-A3EE-30A6059B3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000" y="5724000"/>
                  <a:ext cx="504000" cy="396000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0C8BDC69-FE8F-015A-0ACD-8483E3EF16A9}"/>
                    </a:ext>
                  </a:extLst>
                </p:cNvPr>
                <p:cNvSpPr txBox="1"/>
                <p:nvPr/>
              </p:nvSpPr>
              <p:spPr>
                <a:xfrm>
                  <a:off x="1908000" y="4140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0C8BDC69-FE8F-015A-0ACD-8483E3EF1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000" y="4140000"/>
                  <a:ext cx="432000" cy="396000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FE27085-59E4-FBB6-64A3-31CE6DCF8214}"/>
                    </a:ext>
                  </a:extLst>
                </p:cNvPr>
                <p:cNvSpPr txBox="1"/>
                <p:nvPr/>
              </p:nvSpPr>
              <p:spPr>
                <a:xfrm>
                  <a:off x="1908000" y="3384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FE27085-59E4-FBB6-64A3-31CE6DCF8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000" y="3384000"/>
                  <a:ext cx="432000" cy="396000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3E6C881-5204-1704-784C-F309B5E72D10}"/>
                    </a:ext>
                  </a:extLst>
                </p:cNvPr>
                <p:cNvSpPr txBox="1"/>
                <p:nvPr/>
              </p:nvSpPr>
              <p:spPr>
                <a:xfrm>
                  <a:off x="1404000" y="2592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3E6C881-5204-1704-784C-F309B5E72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4000" y="2592000"/>
                  <a:ext cx="432000" cy="39600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19410C10-8333-D1C3-3334-1513985DC0BE}"/>
                    </a:ext>
                  </a:extLst>
                </p:cNvPr>
                <p:cNvSpPr txBox="1"/>
                <p:nvPr/>
              </p:nvSpPr>
              <p:spPr>
                <a:xfrm>
                  <a:off x="2700000" y="4896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19410C10-8333-D1C3-3334-1513985DC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000" y="4896000"/>
                  <a:ext cx="432000" cy="396000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F56D8B7-FF32-A99F-CC69-42DE2EDD351F}"/>
                    </a:ext>
                  </a:extLst>
                </p:cNvPr>
                <p:cNvSpPr txBox="1"/>
                <p:nvPr/>
              </p:nvSpPr>
              <p:spPr>
                <a:xfrm>
                  <a:off x="3636000" y="4896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8F56D8B7-FF32-A99F-CC69-42DE2EDD3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6000" y="4896000"/>
                  <a:ext cx="432000" cy="396000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D433BEC-B886-BD47-E703-4F9A1C5ADEC8}"/>
                </a:ext>
              </a:extLst>
            </p:cNvPr>
            <p:cNvCxnSpPr>
              <a:cxnSpLocks/>
            </p:cNvCxnSpPr>
            <p:nvPr/>
          </p:nvCxnSpPr>
          <p:spPr>
            <a:xfrm>
              <a:off x="1441071" y="2268000"/>
              <a:ext cx="0" cy="342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5989530-5F44-B43B-5FCD-5AD3D01024E1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2700000"/>
              <a:ext cx="0" cy="270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A6C0F86-94C7-4223-ABDD-87C6A8E41AD8}"/>
                </a:ext>
              </a:extLst>
            </p:cNvPr>
            <p:cNvCxnSpPr>
              <a:cxnSpLocks/>
            </p:cNvCxnSpPr>
            <p:nvPr/>
          </p:nvCxnSpPr>
          <p:spPr>
            <a:xfrm>
              <a:off x="3024000" y="4716000"/>
              <a:ext cx="0" cy="1008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6136E967-4954-8532-E13C-FCE5A92541DE}"/>
                </a:ext>
              </a:extLst>
            </p:cNvPr>
            <p:cNvCxnSpPr>
              <a:cxnSpLocks/>
            </p:cNvCxnSpPr>
            <p:nvPr/>
          </p:nvCxnSpPr>
          <p:spPr>
            <a:xfrm>
              <a:off x="3672000" y="471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B613C20-97F2-5CD1-51C8-FC0021D17710}"/>
                    </a:ext>
                  </a:extLst>
                </p:cNvPr>
                <p:cNvSpPr txBox="1"/>
                <p:nvPr/>
              </p:nvSpPr>
              <p:spPr>
                <a:xfrm>
                  <a:off x="360000" y="1656000"/>
                  <a:ext cx="64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7B613C20-97F2-5CD1-51C8-FC0021D17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1656000"/>
                  <a:ext cx="648000" cy="432000"/>
                </a:xfrm>
                <a:prstGeom prst="rect">
                  <a:avLst/>
                </a:prstGeom>
                <a:blipFill>
                  <a:blip r:embed="rId58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891F843-D07A-B4D2-BA54-2744BF6EBA2E}"/>
                    </a:ext>
                  </a:extLst>
                </p:cNvPr>
                <p:cNvSpPr txBox="1"/>
                <p:nvPr/>
              </p:nvSpPr>
              <p:spPr>
                <a:xfrm>
                  <a:off x="3960000" y="5256000"/>
                  <a:ext cx="54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891F843-D07A-B4D2-BA54-2744BF6EB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000" y="5256000"/>
                  <a:ext cx="540000" cy="504000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701C3EA-B622-2AF3-9476-3D339C76A1E8}"/>
                    </a:ext>
                  </a:extLst>
                </p:cNvPr>
                <p:cNvSpPr txBox="1"/>
                <p:nvPr/>
              </p:nvSpPr>
              <p:spPr>
                <a:xfrm>
                  <a:off x="792000" y="2592000"/>
                  <a:ext cx="432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701C3EA-B622-2AF3-9476-3D339C76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" y="2592000"/>
                  <a:ext cx="432000" cy="396000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360DAD9-1501-1FF2-1C5F-817627CD5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00" y="1764000"/>
              <a:ext cx="0" cy="3564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FD25DD42-FFC8-FBAE-6179-3A5F27BA4456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" y="5328000"/>
              <a:ext cx="345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3EBE3BFC-0016-95C7-270E-7F7A535483C2}"/>
                </a:ext>
              </a:extLst>
            </p:cNvPr>
            <p:cNvCxnSpPr>
              <a:cxnSpLocks/>
            </p:cNvCxnSpPr>
            <p:nvPr/>
          </p:nvCxnSpPr>
          <p:spPr>
            <a:xfrm>
              <a:off x="827999" y="2628000"/>
              <a:ext cx="612000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19C4B695-A17A-D98F-BCB2-4DE28A6E8B08}"/>
                </a:ext>
              </a:extLst>
            </p:cNvPr>
            <p:cNvSpPr/>
            <p:nvPr/>
          </p:nvSpPr>
          <p:spPr>
            <a:xfrm>
              <a:off x="1441071" y="2628000"/>
              <a:ext cx="792000" cy="972000"/>
            </a:xfrm>
            <a:custGeom>
              <a:avLst/>
              <a:gdLst>
                <a:gd name="connsiteX0" fmla="*/ 0 w 549949"/>
                <a:gd name="connsiteY0" fmla="*/ 0 h 903181"/>
                <a:gd name="connsiteX1" fmla="*/ 460005 w 549949"/>
                <a:gd name="connsiteY1" fmla="*/ 179515 h 903181"/>
                <a:gd name="connsiteX2" fmla="*/ 549762 w 549949"/>
                <a:gd name="connsiteY2" fmla="*/ 903181 h 903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9949" h="903181">
                  <a:moveTo>
                    <a:pt x="0" y="0"/>
                  </a:moveTo>
                  <a:cubicBezTo>
                    <a:pt x="184189" y="14492"/>
                    <a:pt x="368378" y="28985"/>
                    <a:pt x="460005" y="179515"/>
                  </a:cubicBezTo>
                  <a:cubicBezTo>
                    <a:pt x="551632" y="330045"/>
                    <a:pt x="550697" y="616613"/>
                    <a:pt x="549762" y="903181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DF0CBE18-4234-731C-8E04-0304C841B60D}"/>
                </a:ext>
              </a:extLst>
            </p:cNvPr>
            <p:cNvSpPr/>
            <p:nvPr/>
          </p:nvSpPr>
          <p:spPr>
            <a:xfrm flipH="1" flipV="1">
              <a:off x="2231999" y="4319890"/>
              <a:ext cx="792000" cy="1008000"/>
            </a:xfrm>
            <a:custGeom>
              <a:avLst/>
              <a:gdLst>
                <a:gd name="connsiteX0" fmla="*/ 0 w 549949"/>
                <a:gd name="connsiteY0" fmla="*/ 0 h 903181"/>
                <a:gd name="connsiteX1" fmla="*/ 460005 w 549949"/>
                <a:gd name="connsiteY1" fmla="*/ 179515 h 903181"/>
                <a:gd name="connsiteX2" fmla="*/ 549762 w 549949"/>
                <a:gd name="connsiteY2" fmla="*/ 903181 h 903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9949" h="903181">
                  <a:moveTo>
                    <a:pt x="0" y="0"/>
                  </a:moveTo>
                  <a:cubicBezTo>
                    <a:pt x="184189" y="14492"/>
                    <a:pt x="368378" y="28985"/>
                    <a:pt x="460005" y="179515"/>
                  </a:cubicBezTo>
                  <a:cubicBezTo>
                    <a:pt x="551632" y="330045"/>
                    <a:pt x="550697" y="616613"/>
                    <a:pt x="549762" y="903181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0978466-A995-0AD0-E579-25224F8CC8C0}"/>
                </a:ext>
              </a:extLst>
            </p:cNvPr>
            <p:cNvCxnSpPr>
              <a:cxnSpLocks/>
            </p:cNvCxnSpPr>
            <p:nvPr/>
          </p:nvCxnSpPr>
          <p:spPr>
            <a:xfrm>
              <a:off x="2232000" y="3600000"/>
              <a:ext cx="272" cy="718629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05EF3AB8-E335-ED77-BAD6-D5294FDCA222}"/>
                    </a:ext>
                  </a:extLst>
                </p:cNvPr>
                <p:cNvSpPr txBox="1"/>
                <p:nvPr/>
              </p:nvSpPr>
              <p:spPr>
                <a:xfrm>
                  <a:off x="360000" y="2376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tx1"/>
                    </a:solidFill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05EF3AB8-E335-ED77-BAD6-D5294FDCA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2376000"/>
                  <a:ext cx="504000" cy="360000"/>
                </a:xfrm>
                <a:prstGeom prst="rect">
                  <a:avLst/>
                </a:prstGeom>
                <a:blipFill>
                  <a:blip r:embed="rId61"/>
                  <a:stretch>
                    <a:fillRect l="-14458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3081E66-7230-D766-CE2F-4EFAAB0D0A56}"/>
                </a:ext>
              </a:extLst>
            </p:cNvPr>
            <p:cNvSpPr/>
            <p:nvPr/>
          </p:nvSpPr>
          <p:spPr>
            <a:xfrm>
              <a:off x="792000" y="2592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3F5F69C6-035F-0F26-4FFA-019F82602E77}"/>
                </a:ext>
              </a:extLst>
            </p:cNvPr>
            <p:cNvSpPr/>
            <p:nvPr/>
          </p:nvSpPr>
          <p:spPr>
            <a:xfrm>
              <a:off x="1404000" y="2592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01245C1-C9CB-BC39-143A-2B27FBC6209E}"/>
                </a:ext>
              </a:extLst>
            </p:cNvPr>
            <p:cNvSpPr/>
            <p:nvPr/>
          </p:nvSpPr>
          <p:spPr>
            <a:xfrm>
              <a:off x="2196000" y="3564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B171CF0B-9868-156D-D2F6-CD8208B041E4}"/>
                </a:ext>
              </a:extLst>
            </p:cNvPr>
            <p:cNvSpPr/>
            <p:nvPr/>
          </p:nvSpPr>
          <p:spPr>
            <a:xfrm>
              <a:off x="2196000" y="4284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C5A74F0D-26D8-7565-AAF4-427749E445B0}"/>
                </a:ext>
              </a:extLst>
            </p:cNvPr>
            <p:cNvSpPr/>
            <p:nvPr/>
          </p:nvSpPr>
          <p:spPr>
            <a:xfrm>
              <a:off x="2988000" y="5292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4D350519-55E9-ABD5-1115-28E2D7AE9354}"/>
                </a:ext>
              </a:extLst>
            </p:cNvPr>
            <p:cNvSpPr/>
            <p:nvPr/>
          </p:nvSpPr>
          <p:spPr>
            <a:xfrm>
              <a:off x="3636000" y="5292000"/>
              <a:ext cx="72000" cy="72000"/>
            </a:xfrm>
            <a:prstGeom prst="ellipse">
              <a:avLst/>
            </a:prstGeom>
            <a:solidFill>
              <a:srgbClr val="0000F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B023E8CC-B46B-60DD-E97D-B830D9C60052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" y="5040000"/>
              <a:ext cx="0" cy="65553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83E4EEB-8C37-EE3B-4047-DF03A51E5A2E}"/>
                    </a:ext>
                  </a:extLst>
                </p:cNvPr>
                <p:cNvSpPr txBox="1"/>
                <p:nvPr/>
              </p:nvSpPr>
              <p:spPr>
                <a:xfrm>
                  <a:off x="936000" y="5292000"/>
                  <a:ext cx="468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83E4EEB-8C37-EE3B-4047-DF03A51E5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" y="5292000"/>
                  <a:ext cx="468000" cy="360000"/>
                </a:xfrm>
                <a:prstGeom prst="rect">
                  <a:avLst/>
                </a:prstGeom>
                <a:blipFill>
                  <a:blip r:embed="rId62"/>
                  <a:stretch>
                    <a:fillRect l="-19737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1871B516-5A3A-31AB-46F5-635C9705BA00}"/>
                </a:ext>
              </a:extLst>
            </p:cNvPr>
            <p:cNvCxnSpPr>
              <a:cxnSpLocks/>
            </p:cNvCxnSpPr>
            <p:nvPr/>
          </p:nvCxnSpPr>
          <p:spPr>
            <a:xfrm>
              <a:off x="522000" y="5544000"/>
              <a:ext cx="304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EABF5740-603C-E1B9-6EB2-11C714CD1D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0000" y="5544000"/>
              <a:ext cx="304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6B7674D5-BD23-A67B-FCB4-2246F4F1CB33}"/>
                </a:ext>
              </a:extLst>
            </p:cNvPr>
            <p:cNvCxnSpPr>
              <a:cxnSpLocks/>
            </p:cNvCxnSpPr>
            <p:nvPr/>
          </p:nvCxnSpPr>
          <p:spPr>
            <a:xfrm>
              <a:off x="2718000" y="5544000"/>
              <a:ext cx="304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29A25ED9-0A99-B799-11DF-0555EB7924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2000" y="5544000"/>
              <a:ext cx="304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34FAF0F-6C8E-7AF4-F7A3-019E40692060}"/>
                    </a:ext>
                  </a:extLst>
                </p:cNvPr>
                <p:cNvSpPr txBox="1"/>
                <p:nvPr/>
              </p:nvSpPr>
              <p:spPr>
                <a:xfrm>
                  <a:off x="756000" y="1800000"/>
                  <a:ext cx="74594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  <a:p>
                  <a:pPr algn="ctr"/>
                  <a:r>
                    <a:rPr kumimoji="1" lang="zh-CN" altLang="en-US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截止</a:t>
                  </a:r>
                  <a:endParaRPr kumimoji="1"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34FAF0F-6C8E-7AF4-F7A3-019E40692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000" y="1800000"/>
                  <a:ext cx="745946" cy="646331"/>
                </a:xfrm>
                <a:prstGeom prst="rect">
                  <a:avLst/>
                </a:prstGeom>
                <a:blipFill>
                  <a:blip r:embed="rId63"/>
                  <a:stretch>
                    <a:fillRect r="-820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FFECF7C-027A-A3D9-BFC6-661E5AB7E2D1}"/>
                    </a:ext>
                  </a:extLst>
                </p:cNvPr>
                <p:cNvSpPr txBox="1"/>
                <p:nvPr/>
              </p:nvSpPr>
              <p:spPr>
                <a:xfrm>
                  <a:off x="1908000" y="1692000"/>
                  <a:ext cx="1908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kumimoji="1" lang="en-US" altLang="zh-CN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en-US" altLang="zh-CN" sz="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zh-CN" altLang="en-US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在可变电阻区</a:t>
                  </a:r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kumimoji="1" lang="en-US" altLang="zh-CN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zh-CN" altLang="en-US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在恒流区</a:t>
                  </a:r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FFECF7C-027A-A3D9-BFC6-661E5AB7E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8000" y="1692000"/>
                  <a:ext cx="1908000" cy="646331"/>
                </a:xfrm>
                <a:prstGeom prst="rect">
                  <a:avLst/>
                </a:prstGeom>
                <a:blipFill>
                  <a:blip r:embed="rId64"/>
                  <a:stretch>
                    <a:fillRect t="-5660" r="-2236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00D804C-D89A-D8D9-D4DE-5C501A61E4F2}"/>
                    </a:ext>
                  </a:extLst>
                </p:cNvPr>
                <p:cNvSpPr txBox="1"/>
                <p:nvPr/>
              </p:nvSpPr>
              <p:spPr>
                <a:xfrm>
                  <a:off x="2465153" y="3339168"/>
                  <a:ext cx="2376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kumimoji="1" lang="en-US" altLang="zh-CN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zh-CN" altLang="en-US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kumimoji="1" lang="zh-CN" altLang="en-US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都在恒流区</a:t>
                  </a:r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00D804C-D89A-D8D9-D4DE-5C501A61E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5153" y="3339168"/>
                  <a:ext cx="2376000" cy="360000"/>
                </a:xfrm>
                <a:prstGeom prst="rect">
                  <a:avLst/>
                </a:prstGeom>
                <a:blipFill>
                  <a:blip r:embed="rId65"/>
                  <a:stretch>
                    <a:fillRect t="-8475" b="-288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FB956F0B-D4CD-9108-5268-EAF481734CD4}"/>
                    </a:ext>
                  </a:extLst>
                </p:cNvPr>
                <p:cNvSpPr txBox="1"/>
                <p:nvPr/>
              </p:nvSpPr>
              <p:spPr>
                <a:xfrm>
                  <a:off x="2700000" y="3852000"/>
                  <a:ext cx="1908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kumimoji="1" lang="en-US" altLang="zh-CN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en-US" altLang="zh-CN" sz="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zh-CN" altLang="en-US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在恒流区</a:t>
                  </a:r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kumimoji="1" lang="en-US" altLang="zh-CN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kumimoji="1" lang="zh-CN" altLang="en-US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在可变电阻区</a:t>
                  </a:r>
                  <a:endParaRPr kumimoji="1"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FB956F0B-D4CD-9108-5268-EAF481734C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000" y="3852000"/>
                  <a:ext cx="1908000" cy="646331"/>
                </a:xfrm>
                <a:prstGeom prst="rect">
                  <a:avLst/>
                </a:prstGeom>
                <a:blipFill>
                  <a:blip r:embed="rId66"/>
                  <a:stretch>
                    <a:fillRect t="-4717" r="-1597"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4D0E00FE-952F-92BD-F29C-2166A60F3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2000" y="2304000"/>
              <a:ext cx="180000" cy="360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9E5B23F8-FF13-280E-BD85-4C325FEB65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000" y="3708000"/>
              <a:ext cx="323380" cy="252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AFDA1253-1077-3538-4C0B-B33ACEE9AD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0000" y="4498331"/>
              <a:ext cx="468000" cy="57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F628920-1A35-E17E-7F7B-384E2A839F5B}"/>
                    </a:ext>
                  </a:extLst>
                </p:cNvPr>
                <p:cNvSpPr txBox="1"/>
                <p:nvPr/>
              </p:nvSpPr>
              <p:spPr>
                <a:xfrm>
                  <a:off x="3420000" y="5724000"/>
                  <a:ext cx="50400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DD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F628920-1A35-E17E-7F7B-384E2A839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0000" y="5724000"/>
                  <a:ext cx="504000" cy="360000"/>
                </a:xfrm>
                <a:prstGeom prst="rect">
                  <a:avLst/>
                </a:prstGeom>
                <a:blipFill>
                  <a:blip r:embed="rId67"/>
                  <a:stretch>
                    <a:fillRect l="-14458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455E0EF-3ECF-1FD2-B291-42FBA6B39B67}"/>
                </a:ext>
              </a:extLst>
            </p:cNvPr>
            <p:cNvCxnSpPr>
              <a:cxnSpLocks/>
            </p:cNvCxnSpPr>
            <p:nvPr/>
          </p:nvCxnSpPr>
          <p:spPr>
            <a:xfrm>
              <a:off x="3023999" y="5328000"/>
              <a:ext cx="648000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AF39A476-02D2-76E1-5F4D-C238692365C9}"/>
              </a:ext>
            </a:extLst>
          </p:cNvPr>
          <p:cNvSpPr/>
          <p:nvPr/>
        </p:nvSpPr>
        <p:spPr>
          <a:xfrm>
            <a:off x="5506996" y="3168000"/>
            <a:ext cx="1404000" cy="2052000"/>
          </a:xfrm>
          <a:custGeom>
            <a:avLst/>
            <a:gdLst>
              <a:gd name="connsiteX0" fmla="*/ 0 w 1322438"/>
              <a:gd name="connsiteY0" fmla="*/ 2148349 h 2148349"/>
              <a:gd name="connsiteX1" fmla="*/ 938980 w 1322438"/>
              <a:gd name="connsiteY1" fmla="*/ 1789471 h 2148349"/>
              <a:gd name="connsiteX2" fmla="*/ 1322438 w 1322438"/>
              <a:gd name="connsiteY2" fmla="*/ 0 h 214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2438" h="2148349">
                <a:moveTo>
                  <a:pt x="0" y="2148349"/>
                </a:moveTo>
                <a:cubicBezTo>
                  <a:pt x="359287" y="2147939"/>
                  <a:pt x="718574" y="2147529"/>
                  <a:pt x="938980" y="1789471"/>
                </a:cubicBezTo>
                <a:cubicBezTo>
                  <a:pt x="1159386" y="1431413"/>
                  <a:pt x="1279832" y="115529"/>
                  <a:pt x="1322438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4B19CF28-C751-C804-3546-643BFB3B8129}"/>
              </a:ext>
            </a:extLst>
          </p:cNvPr>
          <p:cNvSpPr/>
          <p:nvPr/>
        </p:nvSpPr>
        <p:spPr>
          <a:xfrm flipH="1">
            <a:off x="6912000" y="3168000"/>
            <a:ext cx="1404000" cy="2050881"/>
          </a:xfrm>
          <a:custGeom>
            <a:avLst/>
            <a:gdLst>
              <a:gd name="connsiteX0" fmla="*/ 0 w 1322438"/>
              <a:gd name="connsiteY0" fmla="*/ 2148349 h 2148349"/>
              <a:gd name="connsiteX1" fmla="*/ 938980 w 1322438"/>
              <a:gd name="connsiteY1" fmla="*/ 1789471 h 2148349"/>
              <a:gd name="connsiteX2" fmla="*/ 1322438 w 1322438"/>
              <a:gd name="connsiteY2" fmla="*/ 0 h 214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2438" h="2148349">
                <a:moveTo>
                  <a:pt x="0" y="2148349"/>
                </a:moveTo>
                <a:cubicBezTo>
                  <a:pt x="359287" y="2147939"/>
                  <a:pt x="718574" y="2147529"/>
                  <a:pt x="938980" y="1789471"/>
                </a:cubicBezTo>
                <a:cubicBezTo>
                  <a:pt x="1159386" y="1431413"/>
                  <a:pt x="1279832" y="115529"/>
                  <a:pt x="1322438" y="0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1DF9F55-4FCF-CC30-9595-946C6858C946}"/>
              </a:ext>
            </a:extLst>
          </p:cNvPr>
          <p:cNvGrpSpPr/>
          <p:nvPr/>
        </p:nvGrpSpPr>
        <p:grpSpPr>
          <a:xfrm>
            <a:off x="9540000" y="1440000"/>
            <a:ext cx="2448000" cy="3563999"/>
            <a:chOff x="9540000" y="1296000"/>
            <a:chExt cx="2448000" cy="3563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8">
                  <a:extLst>
                    <a:ext uri="{FF2B5EF4-FFF2-40B4-BE49-F238E27FC236}">
                      <a16:creationId xmlns:a16="http://schemas.microsoft.com/office/drawing/2014/main" id="{F6ACA9DA-33AF-D79B-67D3-16AF3B54F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1782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6" name="Rectangle 8">
                  <a:extLst>
                    <a:ext uri="{FF2B5EF4-FFF2-40B4-BE49-F238E27FC236}">
                      <a16:creationId xmlns:a16="http://schemas.microsoft.com/office/drawing/2014/main" id="{5A0161FA-35F8-5312-1662-5BF8C0F1C0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1782000"/>
                  <a:ext cx="360000" cy="400110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8">
                  <a:extLst>
                    <a:ext uri="{FF2B5EF4-FFF2-40B4-BE49-F238E27FC236}">
                      <a16:creationId xmlns:a16="http://schemas.microsoft.com/office/drawing/2014/main" id="{516045B9-3347-877B-A9FF-D34F50D32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2628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7" name="Rectangle 8">
                  <a:extLst>
                    <a:ext uri="{FF2B5EF4-FFF2-40B4-BE49-F238E27FC236}">
                      <a16:creationId xmlns:a16="http://schemas.microsoft.com/office/drawing/2014/main" id="{1032AE94-6D5D-5666-14FC-9A2C6A6234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2628000"/>
                  <a:ext cx="360000" cy="400110"/>
                </a:xfrm>
                <a:prstGeom prst="rect">
                  <a:avLst/>
                </a:prstGeom>
                <a:blipFill>
                  <a:blip r:embed="rId69"/>
                  <a:stretch>
                    <a:fillRect l="-508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8">
                  <a:extLst>
                    <a:ext uri="{FF2B5EF4-FFF2-40B4-BE49-F238E27FC236}">
                      <a16:creationId xmlns:a16="http://schemas.microsoft.com/office/drawing/2014/main" id="{B09CF9AC-0F71-E156-24D3-093C4644AC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4356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0" name="Rectangle 8">
                  <a:extLst>
                    <a:ext uri="{FF2B5EF4-FFF2-40B4-BE49-F238E27FC236}">
                      <a16:creationId xmlns:a16="http://schemas.microsoft.com/office/drawing/2014/main" id="{0EBCE118-C8AE-609A-F5BC-D005FC80BD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4356000"/>
                  <a:ext cx="360000" cy="400110"/>
                </a:xfrm>
                <a:prstGeom prst="rect">
                  <a:avLst/>
                </a:prstGeom>
                <a:blipFill>
                  <a:blip r:embed="rId7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8">
                  <a:extLst>
                    <a:ext uri="{FF2B5EF4-FFF2-40B4-BE49-F238E27FC236}">
                      <a16:creationId xmlns:a16="http://schemas.microsoft.com/office/drawing/2014/main" id="{00FA5019-432D-2E9F-A432-F7F31BCFA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64000" y="3600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1" name="Rectangle 8">
                  <a:extLst>
                    <a:ext uri="{FF2B5EF4-FFF2-40B4-BE49-F238E27FC236}">
                      <a16:creationId xmlns:a16="http://schemas.microsoft.com/office/drawing/2014/main" id="{4BB80D9E-ED09-E0D1-1692-49411703FA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4000" y="3600000"/>
                  <a:ext cx="360000" cy="400110"/>
                </a:xfrm>
                <a:prstGeom prst="rect">
                  <a:avLst/>
                </a:prstGeom>
                <a:blipFill>
                  <a:blip r:embed="rId71"/>
                  <a:stretch>
                    <a:fillRect l="-508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DE0AEC6-0832-2B3A-CF0F-123BDC6881DC}"/>
                    </a:ext>
                  </a:extLst>
                </p:cNvPr>
                <p:cNvSpPr txBox="1"/>
                <p:nvPr/>
              </p:nvSpPr>
              <p:spPr>
                <a:xfrm>
                  <a:off x="10548000" y="3096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BB54476-C930-BB93-F214-076358F5F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8000" y="3096000"/>
                  <a:ext cx="432000" cy="432000"/>
                </a:xfrm>
                <a:prstGeom prst="rect">
                  <a:avLst/>
                </a:prstGeom>
                <a:blipFill>
                  <a:blip r:embed="rId13"/>
                  <a:stretch>
                    <a:fillRect l="-2817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8">
                  <a:extLst>
                    <a:ext uri="{FF2B5EF4-FFF2-40B4-BE49-F238E27FC236}">
                      <a16:creationId xmlns:a16="http://schemas.microsoft.com/office/drawing/2014/main" id="{5434A40D-BFCC-0D7A-3B81-FA8B7120F4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24000" y="2088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5" name="Rectangle 8">
                  <a:extLst>
                    <a:ext uri="{FF2B5EF4-FFF2-40B4-BE49-F238E27FC236}">
                      <a16:creationId xmlns:a16="http://schemas.microsoft.com/office/drawing/2014/main" id="{1131E08D-DDD3-8897-30B2-BE2B22D30C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24000" y="2088000"/>
                  <a:ext cx="360000" cy="400110"/>
                </a:xfrm>
                <a:prstGeom prst="rect">
                  <a:avLst/>
                </a:prstGeom>
                <a:blipFill>
                  <a:blip r:embed="rId14"/>
                  <a:stretch>
                    <a:fillRect l="-3390" b="-90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510C4A6-5A8A-6458-A91E-17D91C753259}"/>
                    </a:ext>
                  </a:extLst>
                </p:cNvPr>
                <p:cNvSpPr txBox="1"/>
                <p:nvPr/>
              </p:nvSpPr>
              <p:spPr>
                <a:xfrm>
                  <a:off x="10764000" y="1296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D8D4E714-329A-F4D4-D8DA-3947DDA55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4000" y="1296000"/>
                  <a:ext cx="72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434D027-D8BC-F773-9316-DEEC991A529D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2664000"/>
              <a:ext cx="0" cy="12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BFAFA97-7A62-ADF2-4D2E-1337A93ACC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1728000"/>
              <a:ext cx="0" cy="6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83B44D2-906A-64CA-EBE8-4D6BE3E2F5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412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C90C276-FE9C-5AF9-7215-31522146A3D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2159416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9F2008F-8EDC-F670-D33E-16E919FCC78B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159416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632DFAE-3A43-7461-F1DD-190C83005E2B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663416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A140A24-91BD-CB10-CE19-1EEED1F97FC4}"/>
                </a:ext>
              </a:extLst>
            </p:cNvPr>
            <p:cNvSpPr/>
            <p:nvPr/>
          </p:nvSpPr>
          <p:spPr>
            <a:xfrm>
              <a:off x="11070000" y="2105416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C1E5A20-6364-6457-EEA9-DC961246077B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2159416"/>
              <a:ext cx="0" cy="23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0A0D7AD-79B6-7FA8-A7C9-671871D7F8E0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087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9C5B382-1940-43B7-CD0E-3CA148FED596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339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3734547-F507-9BBE-BA27-66A2E4370BD9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259141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998866B-2D6B-3711-F82F-884D0E48524B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215941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219893A-F02F-9920-2C8D-9C0451E94522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331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32D3759-C387-8EE1-3491-4F6E470156D3}"/>
                </a:ext>
              </a:extLst>
            </p:cNvPr>
            <p:cNvSpPr/>
            <p:nvPr/>
          </p:nvSpPr>
          <p:spPr>
            <a:xfrm>
              <a:off x="11070000" y="325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313F6CB5-1744-742F-873D-1B35DA3D3FBD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3312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E9A8297D-4BBC-7429-7387-E3E25C082568}"/>
                </a:ext>
              </a:extLst>
            </p:cNvPr>
            <p:cNvSpPr/>
            <p:nvPr/>
          </p:nvSpPr>
          <p:spPr>
            <a:xfrm>
              <a:off x="10098000" y="325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76A1560-9080-6959-3C58-5603C54E5B66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000" y="446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9AE6BB5-4340-079C-05D4-874E4A53FA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92000" y="4212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2EE2C52-AD21-4153-FE4B-128232697B8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464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5BD52C58-5DC2-1124-F1DC-BF95C9ADC2F0}"/>
                </a:ext>
              </a:extLst>
            </p:cNvPr>
            <p:cNvCxnSpPr>
              <a:cxnSpLocks/>
            </p:cNvCxnSpPr>
            <p:nvPr/>
          </p:nvCxnSpPr>
          <p:spPr>
            <a:xfrm>
              <a:off x="11124000" y="4211999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5073E8E-2CE6-4E13-9A84-753A6293C499}"/>
                </a:ext>
              </a:extLst>
            </p:cNvPr>
            <p:cNvSpPr/>
            <p:nvPr/>
          </p:nvSpPr>
          <p:spPr>
            <a:xfrm>
              <a:off x="11070000" y="441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468F9F8-D9C7-8709-3FD2-3F0301A202DC}"/>
                </a:ext>
              </a:extLst>
            </p:cNvPr>
            <p:cNvCxnSpPr>
              <a:cxnSpLocks/>
            </p:cNvCxnSpPr>
            <p:nvPr/>
          </p:nvCxnSpPr>
          <p:spPr>
            <a:xfrm>
              <a:off x="10998000" y="4859999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454DD63-2C2A-C6A5-395B-F03057C32B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96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C429BC2-F86D-B714-4EE5-1E543A0EC22F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388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A786D43-E9D8-A230-2EA8-81BA4350F3F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14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AE3DF33F-8573-E75F-4FF3-4916270EAFF8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000" y="439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D6B5351-7609-4625-9F12-F949F77AB5EF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3960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8">
                  <a:extLst>
                    <a:ext uri="{FF2B5EF4-FFF2-40B4-BE49-F238E27FC236}">
                      <a16:creationId xmlns:a16="http://schemas.microsoft.com/office/drawing/2014/main" id="{7E97ED71-C90A-60BD-4699-0510F91F4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24000" y="4032000"/>
                  <a:ext cx="36000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oMath>
                    </m:oMathPara>
                  </a14:m>
                  <a:endParaRPr kumimoji="1" lang="zh-CN" altLang="en-US" sz="20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5" name="Rectangle 8">
                  <a:extLst>
                    <a:ext uri="{FF2B5EF4-FFF2-40B4-BE49-F238E27FC236}">
                      <a16:creationId xmlns:a16="http://schemas.microsoft.com/office/drawing/2014/main" id="{68907BE8-3739-A75D-62B8-FE81ED31E5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24000" y="4032000"/>
                  <a:ext cx="360000" cy="400110"/>
                </a:xfrm>
                <a:prstGeom prst="rect">
                  <a:avLst/>
                </a:prstGeom>
                <a:blipFill>
                  <a:blip r:embed="rId16"/>
                  <a:stretch>
                    <a:fillRect l="-3390" b="-90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E372BA95-EFC7-848C-C8D3-20D542368DC5}"/>
                </a:ext>
              </a:extLst>
            </p:cNvPr>
            <p:cNvCxnSpPr>
              <a:cxnSpLocks/>
            </p:cNvCxnSpPr>
            <p:nvPr/>
          </p:nvCxnSpPr>
          <p:spPr>
            <a:xfrm>
              <a:off x="10980000" y="3168000"/>
              <a:ext cx="0" cy="3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C875550C-ED19-88A5-E3F5-0DDC06BDE6F4}"/>
                    </a:ext>
                  </a:extLst>
                </p:cNvPr>
                <p:cNvSpPr txBox="1"/>
                <p:nvPr/>
              </p:nvSpPr>
              <p:spPr>
                <a:xfrm>
                  <a:off x="11195999" y="2160000"/>
                  <a:ext cx="431796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BDF90F7D-870B-E667-2AC8-B403ECB64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5999" y="2160000"/>
                  <a:ext cx="431796" cy="504000"/>
                </a:xfrm>
                <a:prstGeom prst="rect">
                  <a:avLst/>
                </a:prstGeom>
                <a:blipFill>
                  <a:blip r:embed="rId17"/>
                  <a:stretch>
                    <a:fillRect l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A1C7AA40-514E-020F-815A-B21E15B47187}"/>
                    </a:ext>
                  </a:extLst>
                </p:cNvPr>
                <p:cNvSpPr txBox="1"/>
                <p:nvPr/>
              </p:nvSpPr>
              <p:spPr>
                <a:xfrm>
                  <a:off x="11196000" y="3960000"/>
                  <a:ext cx="431796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0424D210-1716-331D-E955-9B8279D8E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960000"/>
                  <a:ext cx="431796" cy="504000"/>
                </a:xfrm>
                <a:prstGeom prst="rect">
                  <a:avLst/>
                </a:prstGeom>
                <a:blipFill>
                  <a:blip r:embed="rId18"/>
                  <a:stretch>
                    <a:fillRect l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2B0443EE-A84E-1639-AF27-CD7296EB0472}"/>
                    </a:ext>
                  </a:extLst>
                </p:cNvPr>
                <p:cNvSpPr txBox="1"/>
                <p:nvPr/>
              </p:nvSpPr>
              <p:spPr>
                <a:xfrm>
                  <a:off x="11556000" y="306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2B0443EE-A84E-1639-AF27-CD7296EB0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6000" y="3060000"/>
                  <a:ext cx="432000" cy="430887"/>
                </a:xfrm>
                <a:prstGeom prst="rect">
                  <a:avLst/>
                </a:prstGeom>
                <a:blipFill>
                  <a:blip r:embed="rId72"/>
                  <a:stretch>
                    <a:fillRect l="-2817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6D797B9D-6ACD-6C9C-BF3F-62BA36574792}"/>
                    </a:ext>
                  </a:extLst>
                </p:cNvPr>
                <p:cNvSpPr txBox="1"/>
                <p:nvPr/>
              </p:nvSpPr>
              <p:spPr>
                <a:xfrm>
                  <a:off x="9540000" y="306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CAB371B-5702-86F6-4AFF-E666AB07A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0000" y="3060000"/>
                  <a:ext cx="432000" cy="430887"/>
                </a:xfrm>
                <a:prstGeom prst="rect">
                  <a:avLst/>
                </a:prstGeom>
                <a:blipFill>
                  <a:blip r:embed="rId20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131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8303-5539-ADC0-5A98-6B2177B1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7048F403-C194-24FF-36F8-D02C3E1189D0}"/>
              </a:ext>
            </a:extLst>
          </p:cNvPr>
          <p:cNvGrpSpPr/>
          <p:nvPr/>
        </p:nvGrpSpPr>
        <p:grpSpPr>
          <a:xfrm>
            <a:off x="10296000" y="4284000"/>
            <a:ext cx="720001" cy="721113"/>
            <a:chOff x="5832000" y="5038887"/>
            <a:chExt cx="720001" cy="721113"/>
          </a:xfrm>
        </p:grpSpPr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3D8994D2-395E-EDB3-7800-2DB279E5CFDA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1768E096-03F1-95BD-9625-08352B7AB0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组合 308">
            <a:extLst>
              <a:ext uri="{FF2B5EF4-FFF2-40B4-BE49-F238E27FC236}">
                <a16:creationId xmlns:a16="http://schemas.microsoft.com/office/drawing/2014/main" id="{008F9E21-CC35-D780-C67F-997C1DC2538F}"/>
              </a:ext>
            </a:extLst>
          </p:cNvPr>
          <p:cNvGrpSpPr/>
          <p:nvPr/>
        </p:nvGrpSpPr>
        <p:grpSpPr>
          <a:xfrm>
            <a:off x="10296000" y="3132000"/>
            <a:ext cx="720001" cy="721113"/>
            <a:chOff x="5832000" y="5038887"/>
            <a:chExt cx="720001" cy="721113"/>
          </a:xfrm>
        </p:grpSpPr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B5779440-0BBB-4C26-6F5A-4939A402850F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4B5193A6-0226-71E3-B5AF-8E653FBBC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D643F6DE-F630-51E4-1C87-4FF1742027AD}"/>
              </a:ext>
            </a:extLst>
          </p:cNvPr>
          <p:cNvCxnSpPr/>
          <p:nvPr/>
        </p:nvCxnSpPr>
        <p:spPr>
          <a:xfrm>
            <a:off x="9396000" y="165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D9E75BB5-9BD1-6A02-15EB-8A74A66CE1D8}"/>
              </a:ext>
            </a:extLst>
          </p:cNvPr>
          <p:cNvCxnSpPr/>
          <p:nvPr/>
        </p:nvCxnSpPr>
        <p:spPr>
          <a:xfrm>
            <a:off x="10944000" y="165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3FAAA8-C893-30CB-FF6C-B567DD36E34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0F5B518-C215-6F5F-96CA-5C58B368FFA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B03D016-02A2-C7D8-4801-9E2B7CB29CB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BD5EC61D-7CBA-6095-86BB-9DE81C8509E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E87DA46D-238E-11A7-FA54-B5E2C85D4DB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97" name="文本框 296">
            <a:extLst>
              <a:ext uri="{FF2B5EF4-FFF2-40B4-BE49-F238E27FC236}">
                <a16:creationId xmlns:a16="http://schemas.microsoft.com/office/drawing/2014/main" id="{FD2597E3-F7E1-D610-BF7A-B5BB69F59A42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51B95BE0-8114-826F-2EAF-E08E2607C8B6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C272E118-F986-59D3-2B9E-DD67E71726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587195"/>
                  </p:ext>
                </p:extLst>
              </p:nvPr>
            </p:nvGraphicFramePr>
            <p:xfrm>
              <a:off x="952462" y="2644343"/>
              <a:ext cx="6113094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C272E118-F986-59D3-2B9E-DD67E71726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587195"/>
                  </p:ext>
                </p:extLst>
              </p:nvPr>
            </p:nvGraphicFramePr>
            <p:xfrm>
              <a:off x="952462" y="2644343"/>
              <a:ext cx="6113094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452" t="-1316" r="-355204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33535" t="-1316" r="-18580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730579" t="-1316" r="-1653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6703EF4C-811F-EC80-02DE-BCAAD416B6A7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203A84-E882-0A18-19E1-2E8449A4E52E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AB675EB-F53B-7C2C-BB1E-0FBD647B46B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</a:t>
            </a:r>
          </a:p>
        </p:txBody>
      </p: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03376CB8-0E20-F581-2E42-2D2427A88486}"/>
              </a:ext>
            </a:extLst>
          </p:cNvPr>
          <p:cNvGrpSpPr/>
          <p:nvPr/>
        </p:nvGrpSpPr>
        <p:grpSpPr>
          <a:xfrm>
            <a:off x="7380000" y="720000"/>
            <a:ext cx="4392000" cy="4572000"/>
            <a:chOff x="7380000" y="972000"/>
            <a:chExt cx="4392000" cy="4572000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B2BB1F6-B699-FF45-8AE9-56287B6AB2BB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AAFAAA1-FB8F-F7D1-2B56-CAB660E3A57B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80D925A-83A2-D5B4-1CF0-00E5901EF17E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AFFD34B-791E-5D77-97F4-7192259918CC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AF9B541-E948-8D4E-B4F9-3B16A912C23C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5639FB8-4CD2-8FC5-BE1F-CF625FBF5CD8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8298961-E55D-2BC9-7F1E-AA8DEAE6F834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EC8908F-970E-3AC4-EC36-4B21792862B7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1DB93B2E-D274-D041-0675-BD23DDB359D3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4F2456B-2139-8002-2328-A68C1665AA11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F5F7D4E-5E6E-ECE9-E587-C5F941F9859C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7DC65E08-1EC3-7D98-E87E-19BA63355D0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E27EDFF1-129F-7DE0-5056-F40026F7C9D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8038BBD9-2382-3CD6-79DF-EC75042DEA7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8AA85016-8631-4D18-1EAE-52AB8FBA082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7182698E-27A8-9527-F82A-CD342645356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D8D4B686-F2E9-18A7-C198-223FC1DA5E5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99ACFD3F-7455-9D7E-537F-3415FFA57D6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B6BE703E-62A6-ABA2-E40A-47357C676061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092C0CD5-BB27-67F0-4D52-0DE1DC5233B8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562CB206-EFEA-9BE4-5E0B-6F4DEDBF82F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53089DB0-FBEA-2FCA-79F5-19DAB2BBE06C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4D9F3B3B-E037-F448-5A61-A959A8927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8A899933-B29A-83F3-DF0C-8C3763AC813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5B6A9D8C-D937-F8E7-1933-979BC63BE7B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3A2389B1-E5C6-AD87-2A5C-E4D78A1AAEEE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E8689BBB-EE7C-50DC-C028-C522D7AD119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F49B33B4-4BC8-E26E-D0C2-D15DB40E9A0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D958C08A-75DD-C5A8-77E8-E784C39D89C7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41396778-E3AE-19ED-F81B-9AA5B4CF3AED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723CEDE5-5DD8-6DD6-1781-B7E1DC7E50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74FBDEA7-656B-2C48-2523-7AFA940EE6C1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F912EBA7-3D0D-6D6B-71C7-BE20757D10B4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7B7BBF63-4A6D-47F4-2150-A089A13D932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B804A6AD-406F-ED6A-AF0E-ED84F309DB4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1127D030-69D4-C7D4-97C7-579BD8A5FFB7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B623502F-3570-BA74-1568-08BAC6E6259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500771BF-2A85-88CC-0F15-B4F46BBCE23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889B2A40-F579-506C-3DED-0397F69379D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8D78A964-575C-29B9-EC09-CF6F1CB3954C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214745DA-F0D5-BC6A-5957-C38441EB3B31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EC84AB0F-03F6-79C5-AF10-D712DCECE53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CDA56CB7-EE96-E8A3-6AD9-8DF262BA7244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E1C2CF7A-424D-5ED3-F8B3-35EB0D0D6057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B29618FC-6D5D-9ED1-CB79-5C823DBFA52F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BD94ACA2-8F01-98FC-28D1-5687B51D2A3B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A8598AFB-6714-C460-F5FA-D2D10030BD0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FAF59292-8171-9970-E109-BF479F027418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06560AF8-1135-22F6-8267-36A5B5966C55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589781DF-740E-CB58-9217-4930DB8388F5}"/>
                    </a:ext>
                  </a:extLst>
                </p:cNvPr>
                <p:cNvSpPr txBox="1"/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589781DF-740E-CB58-9217-4930DB838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6787AE91-0EA9-7FA5-9A5A-485647348D64}"/>
                    </a:ext>
                  </a:extLst>
                </p:cNvPr>
                <p:cNvSpPr txBox="1"/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6787AE91-0EA9-7FA5-9A5A-485647348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0B87AD50-348B-A18C-A174-343D98951030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0B87AD50-348B-A18C-A174-343D989510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8DD0517E-064A-491E-452E-3A102A71EC53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35A7A285-FFC5-B37F-2197-7BD264E00F8B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3081DC6E-D5C3-EC98-D884-7BBB6F0F46CF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3081DC6E-D5C3-EC98-D884-7BBB6F0F4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595B0FD9-8795-37B3-C08C-757A8504E1F3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595B0FD9-8795-37B3-C08C-757A8504E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9A26CB4F-84A5-6DFE-86AE-AEC055AB5B02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9A26CB4F-84A5-6DFE-86AE-AEC055AB5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81B1E0CA-7AE2-5D07-9360-F65396F28C9C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0" name="文本框 299">
                  <a:extLst>
                    <a:ext uri="{FF2B5EF4-FFF2-40B4-BE49-F238E27FC236}">
                      <a16:creationId xmlns:a16="http://schemas.microsoft.com/office/drawing/2014/main" id="{81B1E0CA-7AE2-5D07-9360-F65396F28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DA95218B-F4EB-B7AC-8855-FD0D61DD327F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1" name="文本框 300">
                  <a:extLst>
                    <a:ext uri="{FF2B5EF4-FFF2-40B4-BE49-F238E27FC236}">
                      <a16:creationId xmlns:a16="http://schemas.microsoft.com/office/drawing/2014/main" id="{DA95218B-F4EB-B7AC-8855-FD0D61DD3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22857" r="-1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34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237E-3773-13FD-DE38-D2C0279B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5FCBE88A-0BC7-E2BD-8B0D-4B91EDCD2519}"/>
              </a:ext>
            </a:extLst>
          </p:cNvPr>
          <p:cNvGrpSpPr/>
          <p:nvPr/>
        </p:nvGrpSpPr>
        <p:grpSpPr>
          <a:xfrm>
            <a:off x="10296000" y="3132000"/>
            <a:ext cx="720001" cy="721113"/>
            <a:chOff x="5832000" y="5038887"/>
            <a:chExt cx="720001" cy="721113"/>
          </a:xfrm>
        </p:grpSpPr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E8545AA7-EB96-E3F0-D440-4868977DF8C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6BA95FE8-B1FA-E06C-C92B-97D4E07A0B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4B950C3C-02F0-9FAB-6CD2-5A14AA0D53E8}"/>
              </a:ext>
            </a:extLst>
          </p:cNvPr>
          <p:cNvCxnSpPr/>
          <p:nvPr/>
        </p:nvCxnSpPr>
        <p:spPr>
          <a:xfrm>
            <a:off x="10944000" y="165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753F1C64-7DAC-5B02-387D-23CF202AD014}"/>
              </a:ext>
            </a:extLst>
          </p:cNvPr>
          <p:cNvGrpSpPr/>
          <p:nvPr/>
        </p:nvGrpSpPr>
        <p:grpSpPr>
          <a:xfrm>
            <a:off x="8748000" y="1764000"/>
            <a:ext cx="720001" cy="721113"/>
            <a:chOff x="5832000" y="5038887"/>
            <a:chExt cx="720001" cy="721113"/>
          </a:xfrm>
        </p:grpSpPr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687099B-2436-ADE8-EB5B-6EB759AB2D71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B4137E2B-7439-68CA-D5A8-26CDCA5352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9364F9FB-2236-ED7E-9E4D-51445A6BED6B}"/>
              </a:ext>
            </a:extLst>
          </p:cNvPr>
          <p:cNvCxnSpPr/>
          <p:nvPr/>
        </p:nvCxnSpPr>
        <p:spPr>
          <a:xfrm>
            <a:off x="10944000" y="417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C3900B-E1DF-A001-B6FE-F1AEF9C76B3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4C05159-5800-1BE0-DE95-9E34E31EEC1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30A4F20A-7799-447C-FB55-A89F3A21EB5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D3B651D6-96CD-F6D0-11CE-1735493D5B9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87F195D-C87E-2D99-46CE-1B06020AAA7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13" name="文本框 312">
            <a:extLst>
              <a:ext uri="{FF2B5EF4-FFF2-40B4-BE49-F238E27FC236}">
                <a16:creationId xmlns:a16="http://schemas.microsoft.com/office/drawing/2014/main" id="{8B19D2A1-D0AF-455F-4AC9-792372E4A69E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A6371AEB-2517-C8BF-AF1A-6880AA804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692527"/>
                  </p:ext>
                </p:extLst>
              </p:nvPr>
            </p:nvGraphicFramePr>
            <p:xfrm>
              <a:off x="952462" y="2644343"/>
              <a:ext cx="611309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A6371AEB-2517-C8BF-AF1A-6880AA804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692527"/>
                  </p:ext>
                </p:extLst>
              </p:nvPr>
            </p:nvGraphicFramePr>
            <p:xfrm>
              <a:off x="952462" y="2644343"/>
              <a:ext cx="6113094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452" t="-1333" r="-355204" b="-2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33535" t="-1333" r="-18580" b="-2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730579" t="-1333" r="-1653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C1B82815-4FB3-9B13-77B6-965955C518EA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6B358B-B2E7-8AF8-6EE6-0252A39C74EA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283EDC-81DB-9F2F-08AA-F6C90FE826CE}"/>
              </a:ext>
            </a:extLst>
          </p:cNvPr>
          <p:cNvSpPr txBox="1"/>
          <p:nvPr/>
        </p:nvSpPr>
        <p:spPr>
          <a:xfrm>
            <a:off x="2290617" y="3554222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导通      截止    导通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1E113E-515D-D01C-94A6-BAF174E75EFB}"/>
              </a:ext>
            </a:extLst>
          </p:cNvPr>
          <p:cNvSpPr txBox="1"/>
          <p:nvPr/>
        </p:nvSpPr>
        <p:spPr>
          <a:xfrm>
            <a:off x="6331149" y="3553829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669ED1-9AA8-B766-AE41-794DA75C3886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4A7DCCA-9147-A569-8742-16EF670050E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CCF424-3DB9-6D06-BF8F-726689CAD8D1}"/>
              </a:ext>
            </a:extLst>
          </p:cNvPr>
          <p:cNvGrpSpPr/>
          <p:nvPr/>
        </p:nvGrpSpPr>
        <p:grpSpPr>
          <a:xfrm>
            <a:off x="7380000" y="720000"/>
            <a:ext cx="4392000" cy="4572000"/>
            <a:chOff x="7380000" y="972000"/>
            <a:chExt cx="4392000" cy="457200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6BEF1D0-1F6C-0B71-8D8B-12EFA5DE9DC3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3987DC1-2DE2-9E17-DE63-74E1AD15094E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9FC5D71-46D2-6821-6377-D2198AA9BEB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D40664D-958F-F924-3AEE-AA1884672777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1C540CA-99E8-81BE-AE6A-D2F8DBE64FBB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DEAB60D-0265-F419-6822-A799D22A0CED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ADC0B39-14BC-9305-8368-2FA460077E7F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5B55225-3985-1BE9-62B9-FAA0064B08BE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7BCDBDF-42D6-1929-CC4D-E40E16FCEB52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B0BBFC7-548B-B742-DBEE-6FEE4B1E1051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9CC67FE-3788-7898-6229-77E2B04D9688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DF721C2-A566-3D69-7220-8302DFE32CE6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F44112E-FB7A-6FED-4616-E169A440AE5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359F018-EEE5-D00F-6937-07FE0E9C1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36D4127-A2AC-3EDD-E81C-566FC696D66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CB18CD6-011E-1743-38D0-E4DDB01A5AA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7B728B4-76A9-24FA-0B25-7FE8F7E99F0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4D91617-847A-C8A4-8925-1AC946D7DC0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F42DB7F-4D15-E7D3-C968-B6FD9BBFE629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40D582B-98AB-A572-18A1-D88FB06DBA71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1B4F393-B4C4-BABF-2AF9-DD7E032B390D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31B9866-D80C-B713-4B70-AE45219BDA65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CFA48A6-1AF6-40E2-ECB0-1BAA306B45C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3939638-F684-6DD7-76F8-F3F3DBF43DC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88E039B-325F-A67D-74D1-811A68740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FD3BA10-1161-4A8F-CC7C-6BCF7673602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5E73CD6A-8D2C-5D9E-5162-6E39EAA9BF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CCB52C2-53A9-E1BB-AD22-3E1A86DF723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41974E41-4A09-8344-8FF7-CDCDB6BB3B0E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D092AA2-3A19-7237-8106-E955387AE32D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E08915D-5BA0-7E5E-F0EB-42B94E464BCB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9E97C54-0C4A-9185-361C-20528ED21B0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3CBF1448-3CF8-3797-D0CC-50364D59DC43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52C00D8-00DE-256B-EF29-15989A03B96E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6E361D1-0D2A-9C05-4363-6CE8FB16709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8A78881-E7B5-FB6C-063D-138555D080B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1FE34F3-191F-ABE7-9741-581CE11B51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64BF5FA-D422-29C4-CA80-E5DA5B032B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179CE7-2CD5-9493-D93A-6AB80CC5D14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276A2621-44D0-7E00-8D6C-764308C58D58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2838C5B2-F94C-9905-5F2F-B91ADFC165A8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5364BE4-22D0-BD75-D7C0-6D441781144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401B145C-12ED-720C-6FB6-14A9FC0A3C5F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81CD7C2-A138-A72A-E7A6-176F5F55E21C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7A7C6711-19A1-C19F-610E-71A4513622E4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1342086E-F89C-120B-30F6-37A0579ACB29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8B0C57AE-1781-839B-A8B7-1EF41827925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86004AC8-D990-00DE-60FB-A4AB566E9C7F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9F05ECB3-682D-D6CC-1DF6-464908EAA91E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1B96910C-33A9-AA52-29B2-690F75CE4AE7}"/>
                    </a:ext>
                  </a:extLst>
                </p:cNvPr>
                <p:cNvSpPr txBox="1"/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1B96910C-33A9-AA52-29B2-690F75CE4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6867355-9D8C-311F-E289-313FB1C9AA4F}"/>
                    </a:ext>
                  </a:extLst>
                </p:cNvPr>
                <p:cNvSpPr txBox="1"/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6867355-9D8C-311F-E289-313FB1C9A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8A888665-D2FE-CEF2-EEAB-2EE651C3511C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8A888665-D2FE-CEF2-EEAB-2EE651C351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B2E047A0-2646-9B89-D2A2-63499AB441F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CC45CDD0-B0CB-EB83-15A5-31C8981CE282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05F744F3-510D-7203-37C6-304BFDFF89B1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05F744F3-510D-7203-37C6-304BFDFF8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9B2F7E0-A04F-586C-69AB-A20FAEA21C36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9B2F7E0-A04F-586C-69AB-A20FAEA21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C8C9CAC6-33B5-7937-A136-6630D24E7E4E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C8C9CAC6-33B5-7937-A136-6630D24E7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123A6679-EA14-111F-E447-E4B5671146C8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123A6679-EA14-111F-E447-E4B567114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11D9256-89CF-6D50-EBCE-960C968758E0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11D9256-89CF-6D50-EBCE-960C96875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2857" r="-1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443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3C3F-07FF-EE73-0D52-C116435B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A3F2BE4-E7A4-7760-B0EA-69C31C0228C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B57D585-8295-471D-D831-97B4148A8EA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31D6B520-1830-EBAE-9179-5EFC2CB4C0A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966B677-D410-557A-70E7-0E2DC906B1E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773CF638-BE98-95BB-D203-365337D9DEB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13" name="文本框 312">
            <a:extLst>
              <a:ext uri="{FF2B5EF4-FFF2-40B4-BE49-F238E27FC236}">
                <a16:creationId xmlns:a16="http://schemas.microsoft.com/office/drawing/2014/main" id="{2526702D-160F-0D7C-181D-A5C548865961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6D4A80F8-91E9-57C7-72D4-4B1D74739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7731631"/>
                  </p:ext>
                </p:extLst>
              </p:nvPr>
            </p:nvGraphicFramePr>
            <p:xfrm>
              <a:off x="952462" y="2644343"/>
              <a:ext cx="6113094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6D4A80F8-91E9-57C7-72D4-4B1D74739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7731631"/>
                  </p:ext>
                </p:extLst>
              </p:nvPr>
            </p:nvGraphicFramePr>
            <p:xfrm>
              <a:off x="952462" y="2644343"/>
              <a:ext cx="6113094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452" t="-1333" r="-355204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33535" t="-1333" r="-18580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730579" t="-1333" r="-1653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8F584521-8042-52E0-7268-DA6937F90933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7332A9-34B5-E86E-C28C-5BAF2E0B9873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1C1846-878F-E6D5-BF69-D2249C7251E2}"/>
              </a:ext>
            </a:extLst>
          </p:cNvPr>
          <p:cNvSpPr txBox="1"/>
          <p:nvPr/>
        </p:nvSpPr>
        <p:spPr>
          <a:xfrm>
            <a:off x="2290617" y="3554222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导通      截止    导通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256352-F572-BCA5-EF9B-B2DD5D9F8D56}"/>
              </a:ext>
            </a:extLst>
          </p:cNvPr>
          <p:cNvSpPr txBox="1"/>
          <p:nvPr/>
        </p:nvSpPr>
        <p:spPr>
          <a:xfrm>
            <a:off x="6331149" y="3553829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B2857B-7CE9-8C75-96C6-4BA235478187}"/>
              </a:ext>
            </a:extLst>
          </p:cNvPr>
          <p:cNvSpPr txBox="1"/>
          <p:nvPr/>
        </p:nvSpPr>
        <p:spPr>
          <a:xfrm>
            <a:off x="2289361" y="40096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截止      导通    截止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A4F237-01DE-6DF6-74F1-7405BACCD4AB}"/>
              </a:ext>
            </a:extLst>
          </p:cNvPr>
          <p:cNvSpPr txBox="1"/>
          <p:nvPr/>
        </p:nvSpPr>
        <p:spPr>
          <a:xfrm>
            <a:off x="6329893" y="40092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3A0356-5C2A-7BC0-ADDB-11A9405F546C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B465D52-6BDF-E5DE-ED14-FE4E1A61BA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BAE847B-61CD-258C-5461-6ED197BA039D}"/>
              </a:ext>
            </a:extLst>
          </p:cNvPr>
          <p:cNvGrpSpPr/>
          <p:nvPr/>
        </p:nvGrpSpPr>
        <p:grpSpPr>
          <a:xfrm>
            <a:off x="10296000" y="4284000"/>
            <a:ext cx="720001" cy="721113"/>
            <a:chOff x="5832000" y="5038887"/>
            <a:chExt cx="720001" cy="721113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C6B7B9C-54C5-EBE0-A702-1953965D2AC8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E835FDA-364D-5341-C684-1293BDADDC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E12BBD9-CB23-133E-55AC-1D1C42E13DF4}"/>
              </a:ext>
            </a:extLst>
          </p:cNvPr>
          <p:cNvCxnSpPr/>
          <p:nvPr/>
        </p:nvCxnSpPr>
        <p:spPr>
          <a:xfrm>
            <a:off x="9396000" y="165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58E717D-E341-DB6C-C25E-814B94405325}"/>
              </a:ext>
            </a:extLst>
          </p:cNvPr>
          <p:cNvGrpSpPr/>
          <p:nvPr/>
        </p:nvGrpSpPr>
        <p:grpSpPr>
          <a:xfrm>
            <a:off x="10296000" y="1764000"/>
            <a:ext cx="720001" cy="721113"/>
            <a:chOff x="5832000" y="5038887"/>
            <a:chExt cx="720001" cy="721113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4349230-946A-30A0-E779-4995B78AF3B0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A04B513-1142-E6EF-8602-18CD7EE27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71B9E17-5E3D-F662-9685-528D9F3E789B}"/>
              </a:ext>
            </a:extLst>
          </p:cNvPr>
          <p:cNvCxnSpPr/>
          <p:nvPr/>
        </p:nvCxnSpPr>
        <p:spPr>
          <a:xfrm>
            <a:off x="10944000" y="3024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0203E90-B635-9132-BC1B-8C0CAD8EA298}"/>
              </a:ext>
            </a:extLst>
          </p:cNvPr>
          <p:cNvGrpSpPr/>
          <p:nvPr/>
        </p:nvGrpSpPr>
        <p:grpSpPr>
          <a:xfrm>
            <a:off x="7380000" y="720000"/>
            <a:ext cx="4392000" cy="4572000"/>
            <a:chOff x="7380000" y="972000"/>
            <a:chExt cx="4392000" cy="457200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E883CD6-5E47-E1BE-A976-387460A29990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F8E963E-49F9-8D3A-284D-C9FCDF9C8B6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2FE1C5C-9139-549B-8B9B-299CB0E66020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F4582FB-4B8D-7ECB-F04D-9862C5930C89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E485CE4-B5A0-587C-F1D8-87F94FA294E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0096B5D-27FA-DE91-9AE3-A0A480981A9C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6BD6A8A-6448-15BA-D36E-7AAAE5CD4CEB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2CFB705-5681-714A-EC09-751DE3FB809F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A41B6F2-75C1-83F8-DB10-AF999118FE3E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013699A-4147-4AC3-F238-CE2723AE7507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B6FC846-5424-4770-E991-21D4E88EBFBE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EAD03B9-AF56-39B3-465B-0C218184603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463879B-370A-0F56-BC3A-1D79729D67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1B7907C-7640-AC35-A5E4-D73C143BD9F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7D0289E-C146-1523-4D2B-5773862109CE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122A393-2EE6-C14D-D487-13BCBD8EC7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FFA3905-B571-9111-C37A-CD048242600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E8A2F10-5AC6-D323-0F77-2EF23DEF64C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CAB244D-3393-626A-3138-ED3FD18E3586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F91302A-EA0E-CA1E-0253-4A0352391FE9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34C36C7-CACE-F279-45F8-035161247503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6E6B8BA-1E35-C3BE-BC15-A98BFF747FF1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5F025A8-120F-A374-EA08-423A33CB4CF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4001B33-DC63-7B3D-6A96-5BF34E38100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0DE8991C-3654-00A7-2573-2D12641736A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A50C118-C1AC-5159-C219-5D8CBE6233B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4B3E35DA-3246-C901-99F3-14FBC30C8BE7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D552E71-D3EE-FFFA-1DAD-C253377F9FB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1C18759-731D-D7B8-07DF-4C16ED08FE9C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8D2F4FA-6051-596E-F776-1109792FE47D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EF2FDDF-7AA7-6DDA-EDB2-82AC512BE9F5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7A239A8-4E40-A3D2-9D06-00B192C20BDC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FC60B02-6214-E0AC-EABC-5A0CD6D88091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174DF433-476D-60D5-6C2A-4D935BD32A2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5A0EFAB-9F50-F4E1-5445-D0011E1271E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F00F0EFB-D3EF-9308-B089-87AACD013D0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985E9446-D874-BE10-9EBC-FF92C948E51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2FFB592-D60E-4CD0-ED9E-07A9A45AE1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205D06FB-2A18-CA88-A7DB-B0E054360BC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B9AC0B8E-FBE6-022D-95EA-26D7A3B0BF67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8FF347D3-A794-6BF1-107A-682110D62003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C9E12A55-F0A9-C0A5-C964-E556E377F8FD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59659D8A-22E5-88CF-AE78-A99693CA9864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85040749-E15C-CF98-CDE5-0DBD418377F3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E3FD4E9A-3B9A-4081-9C9C-E454686698C1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FA995935-DDE2-B039-76E8-FEC5FAB76180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532F356-98BD-5E31-D9F6-C20ED3E65A72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D6502295-BA79-A39A-5A1C-E2D93C370ED7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425C6E34-5BEC-63D9-FB82-F98B3A9F044D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E82609A5-7F71-B93B-E0D8-3DDD0899AB0F}"/>
                    </a:ext>
                  </a:extLst>
                </p:cNvPr>
                <p:cNvSpPr txBox="1"/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E82609A5-7F71-B93B-E0D8-3DDD0899A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580A810-D098-45E8-0EFD-20D71E7FAC9B}"/>
                    </a:ext>
                  </a:extLst>
                </p:cNvPr>
                <p:cNvSpPr txBox="1"/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580A810-D098-45E8-0EFD-20D71E7FA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51BD8B6E-2C8F-4409-5A81-FAEA13E90676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51BD8B6E-2C8F-4409-5A81-FAEA13E906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46BD8453-7B78-F8CC-7074-4BAD55058962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6755D964-6B72-08FB-0687-6F35BB740BF2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28BBBAC2-9D09-46BC-1165-C5910B9D8567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28BBBAC2-9D09-46BC-1165-C5910B9D8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CE34933B-AA98-7688-DA37-9B4A4869E31B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CE34933B-AA98-7688-DA37-9B4A4869E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49938708-9133-166C-962A-904117AB7E9B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49938708-9133-166C-962A-904117AB7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FB805E8C-D647-E114-9B70-934CDBADFE43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FB805E8C-D647-E114-9B70-934CDBADF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19A1BA4B-8257-DD4B-C183-09F9CDE577E0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71" name="文本框 270">
                  <a:extLst>
                    <a:ext uri="{FF2B5EF4-FFF2-40B4-BE49-F238E27FC236}">
                      <a16:creationId xmlns:a16="http://schemas.microsoft.com/office/drawing/2014/main" id="{19A1BA4B-8257-DD4B-C183-09F9CDE57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2857" r="-1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05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7796-4184-0785-A9D1-90FE4CCE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C01EF20D-B7C7-C3DA-60BC-727D5245F44D}"/>
              </a:ext>
            </a:extLst>
          </p:cNvPr>
          <p:cNvGrpSpPr/>
          <p:nvPr/>
        </p:nvGrpSpPr>
        <p:grpSpPr>
          <a:xfrm>
            <a:off x="8748000" y="1764000"/>
            <a:ext cx="720001" cy="721113"/>
            <a:chOff x="5832000" y="5038887"/>
            <a:chExt cx="720001" cy="721113"/>
          </a:xfrm>
        </p:grpSpPr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8FF41AF0-BA16-4A52-5B96-4246FA014802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085002EF-F789-2F09-6042-B2DAFDE194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F3FD1625-95AB-3D4A-94C1-FDFD3649B337}"/>
              </a:ext>
            </a:extLst>
          </p:cNvPr>
          <p:cNvGrpSpPr/>
          <p:nvPr/>
        </p:nvGrpSpPr>
        <p:grpSpPr>
          <a:xfrm>
            <a:off x="10296000" y="1764000"/>
            <a:ext cx="720001" cy="721113"/>
            <a:chOff x="5832000" y="5038887"/>
            <a:chExt cx="720001" cy="721113"/>
          </a:xfrm>
        </p:grpSpPr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59B06309-8889-6B41-DC5B-4E147C52E9E0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C5B8EF3C-9BE3-A61C-C9ED-A941878D2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184A1A93-8070-A961-9A0C-0329ED2960BC}"/>
              </a:ext>
            </a:extLst>
          </p:cNvPr>
          <p:cNvCxnSpPr/>
          <p:nvPr/>
        </p:nvCxnSpPr>
        <p:spPr>
          <a:xfrm>
            <a:off x="10944000" y="3024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230BEC5B-A7A7-A033-CE4F-810ACCAE79E0}"/>
              </a:ext>
            </a:extLst>
          </p:cNvPr>
          <p:cNvCxnSpPr/>
          <p:nvPr/>
        </p:nvCxnSpPr>
        <p:spPr>
          <a:xfrm>
            <a:off x="10944000" y="4176000"/>
            <a:ext cx="0" cy="936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89093C-A844-87E1-FD3F-60A3B6D7D30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352E8F7-5553-E327-6053-90D6A6E3645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09D060C-208F-DE56-A4FB-6B07543E556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6483B3ED-BDCC-9E91-3476-7AA2955978D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C55B863F-D1BC-B7A3-EFB6-F87E3768941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13" name="文本框 312">
            <a:extLst>
              <a:ext uri="{FF2B5EF4-FFF2-40B4-BE49-F238E27FC236}">
                <a16:creationId xmlns:a16="http://schemas.microsoft.com/office/drawing/2014/main" id="{D5981A67-BAF7-3A45-FF34-08ABD2F5F0A8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18C10538-DD0E-8B57-4440-138C81C766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37746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18C10538-DD0E-8B57-4440-138C81C766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637746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452" t="-1333" r="-355204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33535" t="-1333" r="-1858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1"/>
                          <a:stretch>
                            <a:fillRect l="-730579" t="-1333" r="-1653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592DF55-27A5-9D8A-350F-F017EA535698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E420F5-EDED-043D-EB3A-8D215785553E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BA3FAF-2E86-4158-E90B-418DAD68A75F}"/>
              </a:ext>
            </a:extLst>
          </p:cNvPr>
          <p:cNvSpPr txBox="1"/>
          <p:nvPr/>
        </p:nvSpPr>
        <p:spPr>
          <a:xfrm>
            <a:off x="2290617" y="3554222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导通      截止    导通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2CF820-9DA1-3548-237A-6BF2C38F9BF0}"/>
              </a:ext>
            </a:extLst>
          </p:cNvPr>
          <p:cNvSpPr txBox="1"/>
          <p:nvPr/>
        </p:nvSpPr>
        <p:spPr>
          <a:xfrm>
            <a:off x="6331149" y="3553829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350C73-E07D-E595-B58C-B5A40510E12C}"/>
              </a:ext>
            </a:extLst>
          </p:cNvPr>
          <p:cNvSpPr txBox="1"/>
          <p:nvPr/>
        </p:nvSpPr>
        <p:spPr>
          <a:xfrm>
            <a:off x="2289361" y="40096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截止      导通    截止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BA675F-A503-E72A-CED9-BD81EBFFC929}"/>
              </a:ext>
            </a:extLst>
          </p:cNvPr>
          <p:cNvSpPr txBox="1"/>
          <p:nvPr/>
        </p:nvSpPr>
        <p:spPr>
          <a:xfrm>
            <a:off x="6329893" y="40092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D4D4D1-DE89-7005-9679-8ECEA0F3AD97}"/>
              </a:ext>
            </a:extLst>
          </p:cNvPr>
          <p:cNvSpPr txBox="1"/>
          <p:nvPr/>
        </p:nvSpPr>
        <p:spPr>
          <a:xfrm>
            <a:off x="2283798" y="4466429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截止      导通    导通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82A1EE-0B01-6C60-F954-8700CFCA1035}"/>
              </a:ext>
            </a:extLst>
          </p:cNvPr>
          <p:cNvSpPr txBox="1"/>
          <p:nvPr/>
        </p:nvSpPr>
        <p:spPr>
          <a:xfrm>
            <a:off x="6324330" y="4466036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58D7E2-7B97-D7DB-3B14-F7FFD48DF30B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6754C129-D891-90C9-FE48-685AB3BB961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5E34366-CB85-71DA-0DC6-20689F9B71A0}"/>
              </a:ext>
            </a:extLst>
          </p:cNvPr>
          <p:cNvGrpSpPr/>
          <p:nvPr/>
        </p:nvGrpSpPr>
        <p:grpSpPr>
          <a:xfrm>
            <a:off x="7380000" y="720000"/>
            <a:ext cx="4392000" cy="4572000"/>
            <a:chOff x="7380000" y="972000"/>
            <a:chExt cx="4392000" cy="4572000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28CC619-9BA8-B7E2-F68B-436CC80CD0C9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F01C772-EEEB-6805-59A9-44227642BEA2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7C3F90E-8F37-82DD-CA22-3E87ADBD505E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0FA794E-E925-3C5F-E929-7ACC9A3B6A7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FFC037D-6EE3-BB3C-C6F7-DC65616C10DF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95658DA-2FD0-8D09-0A7E-60DACB8E5FB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B811EB7-8B80-9417-182E-BD1BB487D588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3DFE6E3-6CFE-6529-8D74-A2FAA97D1F32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09D32D78-CF8F-44A6-1D40-8BD500295BD8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75524FC-A5E2-3756-D94E-8DE5B9B18F3F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594F323-7639-09E5-400D-6E462C24F3A1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A9F68EF-69B6-D83E-FD44-402A2A499E4E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0BCA480-ACD4-340D-F076-882A5EFC042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EB91A8F-7A8B-EDF5-55A1-88584ADBD0F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AE842C8-FFCD-461E-CEBF-EE9750FBC12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1B28DB0-46F4-CED0-723B-C7264FE2D86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C7B1683-7043-945A-CDD6-905974195EB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2DB3727-E79D-DB2A-BFFC-FBFD223777F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3D5DC1E-4267-D354-77BD-2646920FE8B0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7EB067E-AC1D-8B0B-CA84-8B6FDBA4BF8B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8879AD0-3783-226A-2D25-7E9D76853367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CF80B28-ACC5-CB2B-3E87-5B6DD042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4C53A91-2DE6-9F38-B588-8A67FDD59BC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41356369-196A-9335-FFE3-3E1352211A4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033BEF2-F2A2-51D1-73C9-074D746DE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02292E9-9516-7D62-9074-84F6B18480F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772AFAE-0F78-7D55-1641-770063986F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C45AA35-855A-DA5B-105B-B84405BEDC1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0A8CE9F-89D8-79DD-03AE-B031156ED57C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7477157F-1F42-14B0-048B-A0E2F49ACF9D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31DBAFF7-D0B4-9610-D955-7FB724E840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7BE2974-0846-F936-D6E0-AB0BCDC8D6F3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27E02E5-F681-9830-94D3-1595A433FA24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6D0F861-D89C-CF92-C5E2-1FFEE19B60DE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108B649-D880-F828-D012-BF6C0F7F2D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0FE3CFF-F99D-1F18-5160-2FF9FB57C5F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B6AE492-686D-7FE9-CA05-6CFF2C39D41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B8C305A-17E5-82F3-3AB2-3EC7B397E0B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10232A1-A227-5803-CE85-30120DB0B95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D3A57411-FF95-B2A0-4955-B25570152E6F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784F194-E68E-F0D0-190B-CA1665A1DEE1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04E820D-B2CA-AD28-ECE7-C0BFEC8F1965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79FCCC22-B070-25AD-0E69-C05EEA7F0A49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4D110529-4DB6-F22A-CFFF-BFDDC17B8852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B288BCC-D0E7-23A7-C6B8-AB2000D960B6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BC073951-FCE2-147E-4778-130267F08C39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6B3E5AEC-4C95-149A-2903-D9D4E6AC0771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E6D44DF2-6B66-C85A-029A-379E94FA5C30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6E4F04E2-F062-8E2F-761E-C284F8402180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C0CB309B-BD83-2D79-9FD5-829AD4503FF8}"/>
                    </a:ext>
                  </a:extLst>
                </p:cNvPr>
                <p:cNvSpPr txBox="1"/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C0CB309B-BD83-2D79-9FD5-829AD4503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3816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5460B104-B966-88C0-7A33-76148ACA9F7B}"/>
                    </a:ext>
                  </a:extLst>
                </p:cNvPr>
                <p:cNvSpPr txBox="1"/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kumimoji="1"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5460B104-B966-88C0-7A33-76148ACA9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968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A732F2A5-85DA-3C64-8820-90DB5FF607C1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A732F2A5-85DA-3C64-8820-90DB5FF60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5C2E53A4-A8EE-9C27-33BF-1CE3E391667A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B6769BC2-0BED-C988-9D7B-CA908CE468A4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EA8208C8-6348-503C-87D3-058C5FE08CC0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EA8208C8-6348-503C-87D3-058C5FE08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D791770C-4F2A-8A32-0DAD-90195E39D6B0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D791770C-4F2A-8A32-0DAD-90195E39D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DD448D50-BC72-CF5A-2C3C-1235D372A681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DD448D50-BC72-CF5A-2C3C-1235D372A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5EB1AF7D-4302-0026-B53A-C884BC667F87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5EB1AF7D-4302-0026-B53A-C884BC667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CAF858C3-5E9B-4EBD-916E-01F64DC41887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CAF858C3-5E9B-4EBD-916E-01F64DC41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22857" r="-1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780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D10F-B0BE-4CED-EAD1-2028FD45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E753DC2-4111-D797-B5FB-44907766BA9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3B00609-BD2B-13F2-E98D-50E49B5A6D2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16494C0-554D-FF29-D5FF-849CDAB072D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B0621609-1B35-BC37-39CC-C81EBA8F63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EDF90C3D-11AD-2A84-3AC5-2EE71B91B1D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13" name="文本框 312">
            <a:extLst>
              <a:ext uri="{FF2B5EF4-FFF2-40B4-BE49-F238E27FC236}">
                <a16:creationId xmlns:a16="http://schemas.microsoft.com/office/drawing/2014/main" id="{B02084D9-FFFC-B256-50E0-5D5386CE2B22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EDC1CAF0-8006-B0FD-4258-3933FBECD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4456795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4" name="表格 313">
                <a:extLst>
                  <a:ext uri="{FF2B5EF4-FFF2-40B4-BE49-F238E27FC236}">
                    <a16:creationId xmlns:a16="http://schemas.microsoft.com/office/drawing/2014/main" id="{EDC1CAF0-8006-B0FD-4258-3933FBECD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4456795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52" t="-1333" r="-355204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3535" t="-1333" r="-1858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30579" t="-1333" r="-1653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F2D9FD31-98E8-CD05-315E-EC75931858F5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758D0F-BE4D-C598-E575-2F59A4085BCA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3679FE-5FB5-7489-A44C-8B3F397B377D}"/>
              </a:ext>
            </a:extLst>
          </p:cNvPr>
          <p:cNvSpPr txBox="1"/>
          <p:nvPr/>
        </p:nvSpPr>
        <p:spPr>
          <a:xfrm>
            <a:off x="2290617" y="3554222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导通      截止    导通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C15C4-A38F-6861-3A99-A7CA9D5D3E22}"/>
              </a:ext>
            </a:extLst>
          </p:cNvPr>
          <p:cNvSpPr txBox="1"/>
          <p:nvPr/>
        </p:nvSpPr>
        <p:spPr>
          <a:xfrm>
            <a:off x="6331149" y="3553829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E1DD46-A8B8-59B8-7D39-979D6C03A8A9}"/>
              </a:ext>
            </a:extLst>
          </p:cNvPr>
          <p:cNvSpPr txBox="1"/>
          <p:nvPr/>
        </p:nvSpPr>
        <p:spPr>
          <a:xfrm>
            <a:off x="2289361" y="40096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截止      导通    截止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1E58C8-A86C-9328-5FC6-F968C0337424}"/>
              </a:ext>
            </a:extLst>
          </p:cNvPr>
          <p:cNvSpPr txBox="1"/>
          <p:nvPr/>
        </p:nvSpPr>
        <p:spPr>
          <a:xfrm>
            <a:off x="6329893" y="40092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34CFBF-4AA1-41A8-C875-2964126E44D2}"/>
              </a:ext>
            </a:extLst>
          </p:cNvPr>
          <p:cNvSpPr txBox="1"/>
          <p:nvPr/>
        </p:nvSpPr>
        <p:spPr>
          <a:xfrm>
            <a:off x="2283798" y="4466429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截止      导通    导通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0AF002-CF7C-447B-0202-034480EF76BF}"/>
              </a:ext>
            </a:extLst>
          </p:cNvPr>
          <p:cNvSpPr txBox="1"/>
          <p:nvPr/>
        </p:nvSpPr>
        <p:spPr>
          <a:xfrm>
            <a:off x="6324330" y="4466036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2D66F8E4-9A53-E7F7-7186-222A2D1550A9}"/>
                  </a:ext>
                </a:extLst>
              </p:cNvPr>
              <p:cNvSpPr txBox="1"/>
              <p:nvPr/>
            </p:nvSpPr>
            <p:spPr>
              <a:xfrm>
                <a:off x="2880000" y="5580000"/>
                <a:ext cx="2160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2D66F8E4-9A53-E7F7-7186-222A2D15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000" y="5580000"/>
                <a:ext cx="2160000" cy="54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28136698-2D96-3FCB-E516-C6E6BA13770C}"/>
              </a:ext>
            </a:extLst>
          </p:cNvPr>
          <p:cNvGrpSpPr/>
          <p:nvPr/>
        </p:nvGrpSpPr>
        <p:grpSpPr>
          <a:xfrm>
            <a:off x="8280000" y="5508000"/>
            <a:ext cx="2268000" cy="828000"/>
            <a:chOff x="6237389" y="5657867"/>
            <a:chExt cx="2268000" cy="828000"/>
          </a:xfrm>
        </p:grpSpPr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050657F4-2876-0CAC-CE42-AE5958551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5388" y="6125867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281BEFC-C2D5-B578-EBBA-65EB0A345272}"/>
                    </a:ext>
                  </a:extLst>
                </p:cNvPr>
                <p:cNvSpPr txBox="1"/>
                <p:nvPr/>
              </p:nvSpPr>
              <p:spPr>
                <a:xfrm>
                  <a:off x="6237389" y="5657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281BEFC-C2D5-B578-EBBA-65EB0A345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7389" y="5657867"/>
                  <a:ext cx="432000" cy="43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B0EDCAD5-ED48-7772-2DE0-FCD1E0B236BD}"/>
                    </a:ext>
                  </a:extLst>
                </p:cNvPr>
                <p:cNvSpPr txBox="1"/>
                <p:nvPr/>
              </p:nvSpPr>
              <p:spPr>
                <a:xfrm>
                  <a:off x="8073389" y="5873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B0EDCAD5-ED48-7772-2DE0-FCD1E0B236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389" y="5873867"/>
                  <a:ext cx="432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4A033A84-425C-DEBA-1AF2-A00B96AD8B11}"/>
                </a:ext>
              </a:extLst>
            </p:cNvPr>
            <p:cNvSpPr/>
            <p:nvPr/>
          </p:nvSpPr>
          <p:spPr>
            <a:xfrm>
              <a:off x="7605389" y="607186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流程图: 延期 215">
              <a:extLst>
                <a:ext uri="{FF2B5EF4-FFF2-40B4-BE49-F238E27FC236}">
                  <a16:creationId xmlns:a16="http://schemas.microsoft.com/office/drawing/2014/main" id="{7660C05B-0571-FF4C-4A0A-0BE2854FFED1}"/>
                </a:ext>
              </a:extLst>
            </p:cNvPr>
            <p:cNvSpPr/>
            <p:nvPr/>
          </p:nvSpPr>
          <p:spPr>
            <a:xfrm>
              <a:off x="7029389" y="5837867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4FCF1A67-21C3-7D9F-2364-D2994E9D81C4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5963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3B6B8931-8C38-2208-FAD6-A206C9348EB6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6287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ED4B139D-08D8-AC85-5384-C6B83C680676}"/>
                    </a:ext>
                  </a:extLst>
                </p:cNvPr>
                <p:cNvSpPr txBox="1"/>
                <p:nvPr/>
              </p:nvSpPr>
              <p:spPr>
                <a:xfrm>
                  <a:off x="6237389" y="6053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ED4B139D-08D8-AC85-5384-C6B83C6806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7389" y="6053867"/>
                  <a:ext cx="432000" cy="432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1D2DC06-7C4A-5038-09EA-45B4C0844241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3F442223-AA2D-4BFB-A07A-B63D5EAA739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1C4573B-260C-C026-DB15-209FA2FA3C06}"/>
              </a:ext>
            </a:extLst>
          </p:cNvPr>
          <p:cNvGrpSpPr/>
          <p:nvPr/>
        </p:nvGrpSpPr>
        <p:grpSpPr>
          <a:xfrm>
            <a:off x="7848000" y="720000"/>
            <a:ext cx="3924000" cy="4572000"/>
            <a:chOff x="7848000" y="972000"/>
            <a:chExt cx="3924000" cy="457200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F47B678-F8C6-83DF-BD7E-E4CCF95CD3DC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FC44C70-9D34-266D-276C-5EC0B35B1779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FEB529F-9882-649F-44E4-A293B77610A4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D65F738-5000-6327-6BFA-72308202AA6D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60E642C-D382-0AA1-9863-DD905696E259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DBF0BED-B9B4-23EA-98B1-A39DC20D16E7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C9AA8C2-16E6-70F7-B8A0-6D32A26B85B5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8A422D8-239F-AD0D-D95C-F803AD7B6107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839B759-52EE-391F-D1A7-8269406B4597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B585A35-ADCC-490A-1CE9-3D98002FE175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9602E8A-3260-5FA7-9BE2-57821306AE3A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C14CB1D-0E27-2969-660B-779BC07E7260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B4AA987-B20B-AFE7-66BE-5E7E9B6216E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2196B2A-44BD-1289-AFF6-5645E3C9D1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0DB5BFC-D91B-5AAF-A0C0-7420BCA75F1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28BD521-5DA1-59E0-0B79-D69186297D2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3DF1207-C19F-1B1C-0C62-92874E59FC8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6ABE2685-E0C7-88CD-5CCD-3237F41D941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305CE2E9-2E33-763E-F8F6-3390B23CAE56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12E5264-E7AB-B50D-1735-682556044FE5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6A5735F-85D0-4F59-03D5-211C8FD14A37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CBD96FF-A6F3-7282-819B-2B5F9FDC0362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F08B42D-573E-6F32-C375-188215138E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9B4AAD4-339D-7B74-291F-75F8DD83CDE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BAD499D-B37D-F2DB-6625-08B22E98CF8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0E50577-4B1E-983C-0679-906C71AF3F1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A69261D-9D54-9EDF-4E7A-353EF112E0D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616150F-CACA-CD1C-DF00-B8229D03A78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1210743-A50E-6A3F-CD85-E68726226E1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41E9E26-74ED-DBA9-6660-C40F329B617B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DFFEEDDE-CC21-3250-40BC-FAD010FFE9D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86438E4-89D6-87E9-42CD-3C251B12D9FA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4EA44E7-0D55-32A9-AE71-292B8986171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0DD164A-6394-A1AF-A45A-2F300450B0C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1FAA521-E511-CF78-FF7B-07FCEF662A1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E9CFA792-8EA7-B17A-DE3A-7B137954A6A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1774E72-CBA0-5955-0848-69A0FC62A49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D252099-D5E6-844F-6B9E-235D5057F44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1D53191-0AF2-8C89-6134-394C7A2262C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823902A9-C378-6D40-DCC4-58B637869711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814DEF4-482B-FA18-2C5F-F82AD6DF64B5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A6043BBA-9505-B764-C02B-BB0D69ECDC32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E20ED230-B8A5-A34F-A453-07C0DCD20853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F1C1E7AF-8625-FEAB-5A09-6DE72BF85534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661FEB8B-B768-71B8-6542-7CEEE5F37400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532BF1CF-613E-3267-A566-D844B3A326EC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0898FF33-6262-C055-88F8-5D7085DD039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84EB437A-45BE-827E-5B89-CACDBDC3E981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87A4D53C-17E9-CA1A-DDB0-63AD705A894A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CA8157AD-2855-1DAA-6134-33423D8FE5DB}"/>
                    </a:ext>
                  </a:extLst>
                </p:cNvPr>
                <p:cNvSpPr txBox="1"/>
                <p:nvPr/>
              </p:nvSpPr>
              <p:spPr>
                <a:xfrm>
                  <a:off x="7848000" y="38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CA8157AD-2855-1DAA-6134-33423D8FE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3816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9269683E-52E6-85B6-AD17-A998EA9CC326}"/>
                    </a:ext>
                  </a:extLst>
                </p:cNvPr>
                <p:cNvSpPr txBox="1"/>
                <p:nvPr/>
              </p:nvSpPr>
              <p:spPr>
                <a:xfrm>
                  <a:off x="7848000" y="49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9269683E-52E6-85B6-AD17-A998EA9CC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4968000"/>
                  <a:ext cx="4320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4F86EA11-D435-1A5A-B795-A372B9F57DEF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4F86EA11-D435-1A5A-B795-A372B9F57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A7D6958B-4F13-467C-37FD-12B1E541A015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05231E63-660D-ED3C-211A-135A790AD7D0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5F92E9EC-5153-71D0-F0E9-5FA5C395E71A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5F92E9EC-5153-71D0-F0E9-5FA5C395E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A0D8D941-45A1-700D-B580-8875F415B8E8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A0D8D941-45A1-700D-B580-8875F415B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AE7199A-C803-B294-1747-272E98373323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AE7199A-C803-B294-1747-272E98373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DDE1BB47-A3E6-E2D6-C7C2-11B3FB5C347D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DDE1BB47-A3E6-E2D6-C7C2-11B3FB5C3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0C476AEC-4E35-FA62-4251-F394E6A2C862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0C476AEC-4E35-FA62-4251-F394E6A2C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22857" r="-1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147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5DEC-6465-A08E-0104-5C9ADEB8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68005D6-6624-74D8-56BC-468B226C866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B37A176-E48D-A1FC-C6FD-EF16405EB73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6F97A8D-4C29-7506-3C6F-972D07EA28E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CC101A64-5C66-62E6-8494-A59D6A7C7C6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BE85D67D-B661-716D-4225-26C77CD331A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23" name="文本框 422">
            <a:extLst>
              <a:ext uri="{FF2B5EF4-FFF2-40B4-BE49-F238E27FC236}">
                <a16:creationId xmlns:a16="http://schemas.microsoft.com/office/drawing/2014/main" id="{0BE3FE9C-8286-97F7-F9C8-C5764797491C}"/>
              </a:ext>
            </a:extLst>
          </p:cNvPr>
          <p:cNvSpPr txBox="1"/>
          <p:nvPr/>
        </p:nvSpPr>
        <p:spPr>
          <a:xfrm>
            <a:off x="952463" y="2181807"/>
            <a:ext cx="611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工作状态表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4" name="表格 423">
                <a:extLst>
                  <a:ext uri="{FF2B5EF4-FFF2-40B4-BE49-F238E27FC236}">
                    <a16:creationId xmlns:a16="http://schemas.microsoft.com/office/drawing/2014/main" id="{661324A1-10B7-63DB-C360-967B03B6B0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935553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P</m:t>
                                  </m:r>
                                  <m:r>
                                    <a:rPr kumimoji="1"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N</m:t>
                                  </m:r>
                                  <m:r>
                                    <a:rPr kumimoji="1"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4" name="表格 423">
                <a:extLst>
                  <a:ext uri="{FF2B5EF4-FFF2-40B4-BE49-F238E27FC236}">
                    <a16:creationId xmlns:a16="http://schemas.microsoft.com/office/drawing/2014/main" id="{661324A1-10B7-63DB-C360-967B03B6B0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935553"/>
                  </p:ext>
                </p:extLst>
              </p:nvPr>
            </p:nvGraphicFramePr>
            <p:xfrm>
              <a:off x="952462" y="2644343"/>
              <a:ext cx="6113094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347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4035788">
                      <a:extLst>
                        <a:ext uri="{9D8B030D-6E8A-4147-A177-3AD203B41FA5}">
                          <a16:colId xmlns:a16="http://schemas.microsoft.com/office/drawing/2014/main" val="4277348324"/>
                        </a:ext>
                      </a:extLst>
                    </a:gridCol>
                    <a:gridCol w="733829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52" t="-1333" r="-355204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3535" t="-1333" r="-1858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30579" t="-1333" r="-1653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0      1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5" name="文本框 424">
            <a:extLst>
              <a:ext uri="{FF2B5EF4-FFF2-40B4-BE49-F238E27FC236}">
                <a16:creationId xmlns:a16="http://schemas.microsoft.com/office/drawing/2014/main" id="{2ACC9FF4-5580-3426-CBD2-3745664AE0FA}"/>
              </a:ext>
            </a:extLst>
          </p:cNvPr>
          <p:cNvSpPr txBox="1"/>
          <p:nvPr/>
        </p:nvSpPr>
        <p:spPr>
          <a:xfrm>
            <a:off x="2291195" y="30970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导通      截止    截止</a:t>
            </a:r>
            <a:endParaRPr lang="zh-CN" altLang="en-US" sz="2400" dirty="0"/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0ED28984-F035-05BC-33E8-F70EC6F5B0CA}"/>
              </a:ext>
            </a:extLst>
          </p:cNvPr>
          <p:cNvSpPr txBox="1"/>
          <p:nvPr/>
        </p:nvSpPr>
        <p:spPr>
          <a:xfrm>
            <a:off x="6331727" y="30966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/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E584B0FD-1B39-2422-A997-1A2031AE8A6D}"/>
              </a:ext>
            </a:extLst>
          </p:cNvPr>
          <p:cNvSpPr txBox="1"/>
          <p:nvPr/>
        </p:nvSpPr>
        <p:spPr>
          <a:xfrm>
            <a:off x="2290617" y="3554222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     截止      截止    导通</a:t>
            </a:r>
            <a:endParaRPr lang="zh-CN" altLang="en-US" sz="2400" dirty="0"/>
          </a:p>
        </p:txBody>
      </p:sp>
      <p:sp>
        <p:nvSpPr>
          <p:cNvPr id="428" name="文本框 427">
            <a:extLst>
              <a:ext uri="{FF2B5EF4-FFF2-40B4-BE49-F238E27FC236}">
                <a16:creationId xmlns:a16="http://schemas.microsoft.com/office/drawing/2014/main" id="{A91505D2-383E-DB2A-5A31-92D370B920C0}"/>
              </a:ext>
            </a:extLst>
          </p:cNvPr>
          <p:cNvSpPr txBox="1"/>
          <p:nvPr/>
        </p:nvSpPr>
        <p:spPr>
          <a:xfrm>
            <a:off x="6331149" y="3553829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/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E7A3890E-1C69-6CCF-6FAF-252607A5C6B8}"/>
              </a:ext>
            </a:extLst>
          </p:cNvPr>
          <p:cNvSpPr txBox="1"/>
          <p:nvPr/>
        </p:nvSpPr>
        <p:spPr>
          <a:xfrm>
            <a:off x="2289361" y="4009678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导通      导通    截止</a:t>
            </a:r>
            <a:endParaRPr lang="zh-CN" altLang="en-US" sz="2400" dirty="0"/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C211B5C8-469A-B11C-91C0-084CBB8D3641}"/>
              </a:ext>
            </a:extLst>
          </p:cNvPr>
          <p:cNvSpPr txBox="1"/>
          <p:nvPr/>
        </p:nvSpPr>
        <p:spPr>
          <a:xfrm>
            <a:off x="6329893" y="4009285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/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587F305B-878C-275F-D07B-D465F658AE90}"/>
              </a:ext>
            </a:extLst>
          </p:cNvPr>
          <p:cNvSpPr txBox="1"/>
          <p:nvPr/>
        </p:nvSpPr>
        <p:spPr>
          <a:xfrm>
            <a:off x="2283798" y="4466429"/>
            <a:ext cx="404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     截止      导通    导通</a:t>
            </a:r>
            <a:endParaRPr lang="zh-CN" altLang="en-US" sz="2400" dirty="0"/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B09233A0-19E4-F16E-23C5-6D67E3BA5954}"/>
              </a:ext>
            </a:extLst>
          </p:cNvPr>
          <p:cNvSpPr txBox="1"/>
          <p:nvPr/>
        </p:nvSpPr>
        <p:spPr>
          <a:xfrm>
            <a:off x="6324330" y="4466036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3" name="文本框 432">
                <a:extLst>
                  <a:ext uri="{FF2B5EF4-FFF2-40B4-BE49-F238E27FC236}">
                    <a16:creationId xmlns:a16="http://schemas.microsoft.com/office/drawing/2014/main" id="{0B0CC92D-DE1C-9B4C-BB43-D30FF9C6555C}"/>
                  </a:ext>
                </a:extLst>
              </p:cNvPr>
              <p:cNvSpPr txBox="1"/>
              <p:nvPr/>
            </p:nvSpPr>
            <p:spPr>
              <a:xfrm>
                <a:off x="2880000" y="5580000"/>
                <a:ext cx="2160000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33" name="文本框 432">
                <a:extLst>
                  <a:ext uri="{FF2B5EF4-FFF2-40B4-BE49-F238E27FC236}">
                    <a16:creationId xmlns:a16="http://schemas.microsoft.com/office/drawing/2014/main" id="{0B0CC92D-DE1C-9B4C-BB43-D30FF9C65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000" y="5580000"/>
                <a:ext cx="2160000" cy="524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66C97A43-ED6B-B746-E6AB-CE3470B12D9F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或非门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0950DAB-FB20-123F-00FD-5B8922F333C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或非门</a:t>
            </a:r>
          </a:p>
        </p:txBody>
      </p:sp>
      <p:grpSp>
        <p:nvGrpSpPr>
          <p:cNvPr id="474" name="组合 473">
            <a:extLst>
              <a:ext uri="{FF2B5EF4-FFF2-40B4-BE49-F238E27FC236}">
                <a16:creationId xmlns:a16="http://schemas.microsoft.com/office/drawing/2014/main" id="{82C82A60-B6F5-1AA0-7136-5003A7A5298F}"/>
              </a:ext>
            </a:extLst>
          </p:cNvPr>
          <p:cNvGrpSpPr/>
          <p:nvPr/>
        </p:nvGrpSpPr>
        <p:grpSpPr>
          <a:xfrm>
            <a:off x="8280000" y="5508000"/>
            <a:ext cx="2268000" cy="828000"/>
            <a:chOff x="8280000" y="5508000"/>
            <a:chExt cx="2268000" cy="828000"/>
          </a:xfrm>
        </p:grpSpPr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6AEECE7E-0108-9E78-FCBD-54C83AEC01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7999" y="597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本框 461">
                  <a:extLst>
                    <a:ext uri="{FF2B5EF4-FFF2-40B4-BE49-F238E27FC236}">
                      <a16:creationId xmlns:a16="http://schemas.microsoft.com/office/drawing/2014/main" id="{4C02E43C-AB09-B182-14F3-B9FC38C83060}"/>
                    </a:ext>
                  </a:extLst>
                </p:cNvPr>
                <p:cNvSpPr txBox="1"/>
                <p:nvPr/>
              </p:nvSpPr>
              <p:spPr>
                <a:xfrm>
                  <a:off x="8280000" y="5508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2" name="文本框 461">
                  <a:extLst>
                    <a:ext uri="{FF2B5EF4-FFF2-40B4-BE49-F238E27FC236}">
                      <a16:creationId xmlns:a16="http://schemas.microsoft.com/office/drawing/2014/main" id="{4C02E43C-AB09-B182-14F3-B9FC38C83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508000"/>
                  <a:ext cx="432000" cy="43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C33F89CC-3518-87B8-DE81-C8C8C28F096A}"/>
                    </a:ext>
                  </a:extLst>
                </p:cNvPr>
                <p:cNvSpPr txBox="1"/>
                <p:nvPr/>
              </p:nvSpPr>
              <p:spPr>
                <a:xfrm>
                  <a:off x="10116000" y="572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C33F89CC-3518-87B8-DE81-C8C8C28F0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000" y="5724000"/>
                  <a:ext cx="432000" cy="43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E450EA41-23C8-9B5F-8FE4-3A0DB5FFB4F3}"/>
                </a:ext>
              </a:extLst>
            </p:cNvPr>
            <p:cNvSpPr/>
            <p:nvPr/>
          </p:nvSpPr>
          <p:spPr>
            <a:xfrm>
              <a:off x="9648000" y="592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8ABD9094-40A0-3317-1B33-2C48FA08D03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581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BAB550F1-50F5-AEED-D2A0-2A80268FC8EC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6138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文本框 467">
                  <a:extLst>
                    <a:ext uri="{FF2B5EF4-FFF2-40B4-BE49-F238E27FC236}">
                      <a16:creationId xmlns:a16="http://schemas.microsoft.com/office/drawing/2014/main" id="{623A9139-47D3-E364-0FE9-384A489FA623}"/>
                    </a:ext>
                  </a:extLst>
                </p:cNvPr>
                <p:cNvSpPr txBox="1"/>
                <p:nvPr/>
              </p:nvSpPr>
              <p:spPr>
                <a:xfrm>
                  <a:off x="8280000" y="590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8" name="文本框 467">
                  <a:extLst>
                    <a:ext uri="{FF2B5EF4-FFF2-40B4-BE49-F238E27FC236}">
                      <a16:creationId xmlns:a16="http://schemas.microsoft.com/office/drawing/2014/main" id="{623A9139-47D3-E364-0FE9-384A489FA6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904000"/>
                  <a:ext cx="432000" cy="432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9" name="Arc 158">
              <a:extLst>
                <a:ext uri="{FF2B5EF4-FFF2-40B4-BE49-F238E27FC236}">
                  <a16:creationId xmlns:a16="http://schemas.microsoft.com/office/drawing/2014/main" id="{9ABD1E20-2D41-A861-1AF8-234A06171B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406000" y="5562000"/>
              <a:ext cx="576000" cy="82800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0" name="Line 160">
              <a:extLst>
                <a:ext uri="{FF2B5EF4-FFF2-40B4-BE49-F238E27FC236}">
                  <a16:creationId xmlns:a16="http://schemas.microsoft.com/office/drawing/2014/main" id="{3A3EBF26-01FA-3C28-3D8C-AA071BD58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00000" y="5688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1" name="Line 160">
              <a:extLst>
                <a:ext uri="{FF2B5EF4-FFF2-40B4-BE49-F238E27FC236}">
                  <a16:creationId xmlns:a16="http://schemas.microsoft.com/office/drawing/2014/main" id="{FB497F6A-4636-B19D-C634-057D27F92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00000" y="6264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2" name="Arc 156">
              <a:extLst>
                <a:ext uri="{FF2B5EF4-FFF2-40B4-BE49-F238E27FC236}">
                  <a16:creationId xmlns:a16="http://schemas.microsoft.com/office/drawing/2014/main" id="{923BE07B-0B9A-D839-A369-943543B7D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000" y="5688000"/>
              <a:ext cx="396000" cy="576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3" name="Arc 156">
              <a:extLst>
                <a:ext uri="{FF2B5EF4-FFF2-40B4-BE49-F238E27FC236}">
                  <a16:creationId xmlns:a16="http://schemas.microsoft.com/office/drawing/2014/main" id="{79F961A9-7F4D-E403-A36C-1AE314DAF9D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252000" y="5688000"/>
              <a:ext cx="396000" cy="576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FF347604-4BAD-B74F-98A7-8399CE27A0EB}"/>
              </a:ext>
            </a:extLst>
          </p:cNvPr>
          <p:cNvGrpSpPr/>
          <p:nvPr/>
        </p:nvGrpSpPr>
        <p:grpSpPr>
          <a:xfrm>
            <a:off x="7848000" y="720000"/>
            <a:ext cx="3924000" cy="4536000"/>
            <a:chOff x="7848000" y="720000"/>
            <a:chExt cx="3924000" cy="4536000"/>
          </a:xfrm>
        </p:grpSpPr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48CE1C6C-A00A-F4F8-E14B-D42E37384C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060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25A2AAC-7A1D-8104-291A-5E25BA5ECD38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744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2A828AA-3154-B041-80F7-DD9994FFC621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932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DAB6D95-0EF7-0FBA-39F7-452942128C6A}"/>
                </a:ext>
              </a:extLst>
            </p:cNvPr>
            <p:cNvSpPr/>
            <p:nvPr/>
          </p:nvSpPr>
          <p:spPr>
            <a:xfrm>
              <a:off x="10890000" y="48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A6BBE04-3873-DCFE-7517-E66DA08164E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25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CFA5663-D94F-0627-2C9E-997E2693D9F9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1620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8B908B7-2B3B-47FF-B387-A3CD28E82A5B}"/>
                    </a:ext>
                  </a:extLst>
                </p:cNvPr>
                <p:cNvSpPr txBox="1"/>
                <p:nvPr/>
              </p:nvSpPr>
              <p:spPr>
                <a:xfrm>
                  <a:off x="7848000" y="140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8B908B7-2B3B-47FF-B387-A3CD28E82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1404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078EB4E-5ABB-D145-92A5-6B53080383E0}"/>
                    </a:ext>
                  </a:extLst>
                </p:cNvPr>
                <p:cNvSpPr txBox="1"/>
                <p:nvPr/>
              </p:nvSpPr>
              <p:spPr>
                <a:xfrm>
                  <a:off x="7848000" y="255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078EB4E-5ABB-D145-92A5-6B5308038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2556000"/>
                  <a:ext cx="4320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C47240D6-445B-059A-51A4-7C616F33D5F2}"/>
                    </a:ext>
                  </a:extLst>
                </p:cNvPr>
                <p:cNvSpPr txBox="1"/>
                <p:nvPr/>
              </p:nvSpPr>
              <p:spPr>
                <a:xfrm>
                  <a:off x="11340000" y="352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C47240D6-445B-059A-51A4-7C616F33D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3528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A4076D88-4502-AC82-D396-8A834036AB0B}"/>
                    </a:ext>
                  </a:extLst>
                </p:cNvPr>
                <p:cNvSpPr txBox="1"/>
                <p:nvPr/>
              </p:nvSpPr>
              <p:spPr>
                <a:xfrm>
                  <a:off x="10584000" y="72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A4076D88-4502-AC82-D396-8A834036A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720000"/>
                  <a:ext cx="720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9" name="文本框 458">
                  <a:extLst>
                    <a:ext uri="{FF2B5EF4-FFF2-40B4-BE49-F238E27FC236}">
                      <a16:creationId xmlns:a16="http://schemas.microsoft.com/office/drawing/2014/main" id="{87AA9A5F-E581-DFD5-38CD-D052885A0701}"/>
                    </a:ext>
                  </a:extLst>
                </p:cNvPr>
                <p:cNvSpPr txBox="1"/>
                <p:nvPr/>
              </p:nvSpPr>
              <p:spPr>
                <a:xfrm>
                  <a:off x="10980000" y="4212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9" name="文本框 458">
                  <a:extLst>
                    <a:ext uri="{FF2B5EF4-FFF2-40B4-BE49-F238E27FC236}">
                      <a16:creationId xmlns:a16="http://schemas.microsoft.com/office/drawing/2014/main" id="{87AA9A5F-E581-DFD5-38CD-D052885A0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4212000"/>
                  <a:ext cx="431796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21127" r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7" name="直接连接符 476">
              <a:extLst>
                <a:ext uri="{FF2B5EF4-FFF2-40B4-BE49-F238E27FC236}">
                  <a16:creationId xmlns:a16="http://schemas.microsoft.com/office/drawing/2014/main" id="{B32EC751-9B6A-D81A-B370-E34A1B430F2B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16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3BEBF3C9-06AC-44A7-5E24-02DEE8C9900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620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38D03E18-070C-A743-BF58-C8F6CDB0656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53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>
              <a:extLst>
                <a:ext uri="{FF2B5EF4-FFF2-40B4-BE49-F238E27FC236}">
                  <a16:creationId xmlns:a16="http://schemas.microsoft.com/office/drawing/2014/main" id="{2F9308D0-133A-B626-100F-D851D34AF9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EFFC794C-3E79-AE80-03B6-994044916E5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8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07CDC311-A8D4-06CF-D419-A64520BF101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1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A9356596-4B70-A86D-C292-117EFBCE762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1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CFC1E6C6-9860-1D46-3002-CC4A87BED46A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188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椭圆 484">
              <a:extLst>
                <a:ext uri="{FF2B5EF4-FFF2-40B4-BE49-F238E27FC236}">
                  <a16:creationId xmlns:a16="http://schemas.microsoft.com/office/drawing/2014/main" id="{26C75669-CED7-2230-9B07-78841778ADBD}"/>
                </a:ext>
              </a:extLst>
            </p:cNvPr>
            <p:cNvSpPr/>
            <p:nvPr/>
          </p:nvSpPr>
          <p:spPr>
            <a:xfrm>
              <a:off x="10890000" y="15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CBC732E4-EB15-6CE0-FE1D-5EE657A2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1620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BCE0351C-36D4-18E4-7F68-93E284C32F5C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19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文本框 487">
                  <a:extLst>
                    <a:ext uri="{FF2B5EF4-FFF2-40B4-BE49-F238E27FC236}">
                      <a16:creationId xmlns:a16="http://schemas.microsoft.com/office/drawing/2014/main" id="{51FF5F43-D5AC-960E-F403-3633E1C7661C}"/>
                    </a:ext>
                  </a:extLst>
                </p:cNvPr>
                <p:cNvSpPr txBox="1"/>
                <p:nvPr/>
              </p:nvSpPr>
              <p:spPr>
                <a:xfrm>
                  <a:off x="11196000" y="1656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88" name="文本框 487">
                  <a:extLst>
                    <a:ext uri="{FF2B5EF4-FFF2-40B4-BE49-F238E27FC236}">
                      <a16:creationId xmlns:a16="http://schemas.microsoft.com/office/drawing/2014/main" id="{51FF5F43-D5AC-960E-F403-3633E1C76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656000"/>
                  <a:ext cx="431796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20000" r="-857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AFA5F1C3-649A-22AA-1948-4F8251676EBA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772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8A2DBF05-2143-A6E9-96D5-96835F54F2C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77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445E956F-4D59-227D-4917-98DBE62C841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8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AD304921-A087-1153-95A5-7D2E38F9B52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06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F5E6C3DD-D7F3-97E3-5913-D4F5D783E0D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97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BA60B633-7FAD-8753-FC7F-DDA7574271C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E20C0D68-2850-5274-C830-B81ED32C6A57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25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9C7962E5-C6C0-F4F0-3D63-83F5C98E80BD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277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521B56A9-E9D9-0E95-1656-5CB56B1CCDA9}"/>
                    </a:ext>
                  </a:extLst>
                </p:cNvPr>
                <p:cNvSpPr txBox="1"/>
                <p:nvPr/>
              </p:nvSpPr>
              <p:spPr>
                <a:xfrm>
                  <a:off x="11196000" y="2844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521B56A9-E9D9-0E95-1656-5CB56B1CC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2844000"/>
                  <a:ext cx="431796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20000" r="-857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83952F91-88D6-AC52-56CE-C401FF8694B8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14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FD006DD5-6D03-E860-97C4-7ED1ADA8D4E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14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544C3D32-F3C7-A69C-296B-73CE4FA005F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5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458458D1-EF8B-B5BD-3A49-DE5D51B6132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4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43BF12F1-7911-C508-6CF0-2C59CAC72AE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33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CEF13EE0-AD3D-55A4-980F-349D2E01D8B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71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BCB9491B-30AD-9B81-450D-F09F8DA00C9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2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>
              <a:extLst>
                <a:ext uri="{FF2B5EF4-FFF2-40B4-BE49-F238E27FC236}">
                  <a16:creationId xmlns:a16="http://schemas.microsoft.com/office/drawing/2014/main" id="{F85D3DD4-2601-E760-E65D-BB88C22300F8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3348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BE584668-0195-8145-AC0C-B3AA887B73D0}"/>
                </a:ext>
              </a:extLst>
            </p:cNvPr>
            <p:cNvSpPr/>
            <p:nvPr/>
          </p:nvSpPr>
          <p:spPr>
            <a:xfrm>
              <a:off x="10890000" y="46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1E08C2EC-E965-F74D-F93D-E950BD60ED53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4716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B9CB531D-F45B-58C7-1000-4CAD1C956E8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428000"/>
              <a:ext cx="0" cy="8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76ACB7B3-5A53-7E27-509C-EA6AB047D557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644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8F5FF293-0998-E7A2-D098-DC3B9DE48488}"/>
                    </a:ext>
                  </a:extLst>
                </p:cNvPr>
                <p:cNvSpPr txBox="1"/>
                <p:nvPr/>
              </p:nvSpPr>
              <p:spPr>
                <a:xfrm>
                  <a:off x="9432000" y="4212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8F5FF293-0998-E7A2-D098-DC3B9DE48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4212000"/>
                  <a:ext cx="431796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21127" r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A4FD841B-58ED-F8CE-A6C7-FC489E58383B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414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7734FF03-B451-DFC7-06FE-8116D775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14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49E72875-4253-9E6C-6C5D-2DB004A0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05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D25722E9-40E2-E555-743A-E1B58795D8D2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4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8F9E2445-3F11-5526-DF4F-2FE2B959F42A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33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74141666-01C1-C2E7-2B24-D5071A1B3094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71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1003710F-7C8D-9321-8908-25CF4DCC802A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62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6E8E842A-B163-41C3-B17B-C6B774A28E09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74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椭圆 333">
              <a:extLst>
                <a:ext uri="{FF2B5EF4-FFF2-40B4-BE49-F238E27FC236}">
                  <a16:creationId xmlns:a16="http://schemas.microsoft.com/office/drawing/2014/main" id="{D23E13E3-0286-8550-8B75-FF51F893B285}"/>
                </a:ext>
              </a:extLst>
            </p:cNvPr>
            <p:cNvSpPr/>
            <p:nvPr/>
          </p:nvSpPr>
          <p:spPr>
            <a:xfrm>
              <a:off x="9342000" y="46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3E31B003-CE70-6D01-2C72-F6C29CBE465E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4716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ED85E9D8-A6AD-62FD-DBC2-BA597B736E7F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42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8679E152-EF3F-B4AA-F94E-CD525CB06343}"/>
                </a:ext>
              </a:extLst>
            </p:cNvPr>
            <p:cNvSpPr/>
            <p:nvPr/>
          </p:nvSpPr>
          <p:spPr>
            <a:xfrm>
              <a:off x="10890000" y="369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0624AAFF-6F7E-C4CC-DB61-C270C96463FF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1620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A426F0B9-1E9F-FDE4-183A-76E517C01B6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772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99A45AB0-D29A-E9E6-C0B0-F7F45A17953A}"/>
                </a:ext>
              </a:extLst>
            </p:cNvPr>
            <p:cNvSpPr/>
            <p:nvPr/>
          </p:nvSpPr>
          <p:spPr>
            <a:xfrm>
              <a:off x="9954000" y="27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36B0F782-0F69-3452-6A6C-C5A0E3098D9E}"/>
                </a:ext>
              </a:extLst>
            </p:cNvPr>
            <p:cNvSpPr/>
            <p:nvPr/>
          </p:nvSpPr>
          <p:spPr>
            <a:xfrm>
              <a:off x="8406000" y="15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997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7E0D-4DFD-17A9-2481-BB93537F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12D126A-A009-C3E2-DCEE-E7657036950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F231FB3-1C41-806A-8DF4-5930C77A766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4E72BAE-AF64-B67A-B97B-B75F811F090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DE2A4ED-066C-57C6-B2DC-04671D0E3FB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3DDB47C4-75D3-18AE-2175-A8466759F3F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DEB9FDCA-9B11-8725-6829-0AE8FCBF842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与非门和或非门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83D2273-FF1F-9E4D-4F6D-4C2E3B5195F6}"/>
              </a:ext>
            </a:extLst>
          </p:cNvPr>
          <p:cNvSpPr txBox="1"/>
          <p:nvPr/>
        </p:nvSpPr>
        <p:spPr>
          <a:xfrm>
            <a:off x="36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与非门：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558BD526-5C6E-9FFD-B48A-85D20091F13D}"/>
              </a:ext>
            </a:extLst>
          </p:cNvPr>
          <p:cNvSpPr txBox="1"/>
          <p:nvPr/>
        </p:nvSpPr>
        <p:spPr>
          <a:xfrm>
            <a:off x="6120000" y="827142"/>
            <a:ext cx="436498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或非门：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516DF0-3F74-0434-75F5-BCC00FEA5B35}"/>
              </a:ext>
            </a:extLst>
          </p:cNvPr>
          <p:cNvGrpSpPr/>
          <p:nvPr/>
        </p:nvGrpSpPr>
        <p:grpSpPr>
          <a:xfrm>
            <a:off x="720000" y="1188000"/>
            <a:ext cx="3924000" cy="4572000"/>
            <a:chOff x="7848000" y="972000"/>
            <a:chExt cx="3924000" cy="457200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C36840-B2DB-BFAF-4F72-694995D89B53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3203D5D-B168-4B03-B21C-B40C01717ED0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EE31189-231B-72F1-3BC7-E5AF516E0A68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767D1AD-A359-9F30-B300-022917165741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22607F6-4C0C-BC2F-022B-1DB54BA608EA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A35B6DA-8E8C-0129-5CD2-406D1A3B66A0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6F8952A-83C8-CAD9-1506-5825E15D5778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F21C3D2-B5C1-EE5F-A871-49CF8FBC93E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7016AF7-E472-DE1A-7E01-63B0C8674E9E}"/>
                </a:ext>
              </a:extLst>
            </p:cNvPr>
            <p:cNvSpPr/>
            <p:nvPr/>
          </p:nvSpPr>
          <p:spPr>
            <a:xfrm>
              <a:off x="9342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1469738-7FC6-AFD0-F1FF-509216A3D8B6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57CD952-DD4A-111F-D081-CA3F5D294245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66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6B1FE5A-BEC2-1E70-C7BB-B8891EC0D423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9EFE9A1-85CC-01B0-AFE4-65D4B7F8EC8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39F8CDB-2D38-6746-EAA9-58A52531F343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9ADC1F5-D80E-5479-6677-8F9062DBBAC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87487BB-BEFF-8EA0-A50D-9CAB0EB7607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9AF41CE-5D81-F67C-D164-59F94403D8E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D33BF99-39CC-25C6-F089-58D0D37BA03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0084443-4D4B-1241-0B75-927D0DA99CB2}"/>
                </a:ext>
              </a:extLst>
            </p:cNvPr>
            <p:cNvSpPr/>
            <p:nvPr/>
          </p:nvSpPr>
          <p:spPr>
            <a:xfrm>
              <a:off x="10890000" y="30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2D824D4-A8BB-22CD-04B6-F91FB79BFD10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F0B0475-3473-370F-85DF-E66A2210FDDB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032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DC1FE86-0310-44D0-E409-E9B5D0F9C8D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08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B1B0900-123F-A63E-2C39-21FD4C60DFC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08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134983D-60A1-AC84-4814-9F495EE0A7B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9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209CD07-4AC6-6D40-7C8E-BD2F0CAEB2A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37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8399EA9-6AD0-D547-93AE-B0342125FB5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28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5C3032E-9327-C3BE-156F-61C762BAE7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97CFBE4-4030-E324-0283-DF358FD0E49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57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E71388BD-CE54-EB03-701C-D1B2B7CF5063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404000"/>
              <a:ext cx="0" cy="9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EEA73C9-ED3A-C95F-D6B6-6B54662D9C40}"/>
                </a:ext>
              </a:extLst>
            </p:cNvPr>
            <p:cNvSpPr/>
            <p:nvPr/>
          </p:nvSpPr>
          <p:spPr>
            <a:xfrm>
              <a:off x="10890000" y="203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F5BFDE4-4E22-99A9-3007-B68962D30700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4099A78-8D86-5E56-7F39-16509BBAFD98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664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0D3949D-A44C-DDFF-53DA-2C0F6289698D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608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CE66039-67F7-CFA2-98A5-E0DE7BAD3CA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20762B6-9214-6623-12BE-1DA04EA0D46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5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CDE4F1D-EE98-308A-F076-B92B56390A7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9D8B44A-4F4B-D06F-B6FD-0DB87D7440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8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F999652-1C3A-0AA8-A0F9-2C16150D983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18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4A05CB6-318F-8107-E19B-A0E794DA8AD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509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75008E0-31E3-AD88-1628-C06CA86C0B8C}"/>
                </a:ext>
              </a:extLst>
            </p:cNvPr>
            <p:cNvSpPr/>
            <p:nvPr/>
          </p:nvSpPr>
          <p:spPr>
            <a:xfrm>
              <a:off x="9954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3DD47D2E-F883-171A-384F-72235895C503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5184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5D223D97-D34A-420A-0B01-8B74F34B2AFA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896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4C2720D-3D95-24CD-7FDC-126F2AAB8FD6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060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6CAF1F4-F872-D447-FC04-8E23F007DE08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088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912F37FB-7A04-0271-0D49-A1B5FFEB76E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3744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EDBC186-7F24-D171-A2B0-4EFED3DDA66F}"/>
                </a:ext>
              </a:extLst>
            </p:cNvPr>
            <p:cNvSpPr/>
            <p:nvPr/>
          </p:nvSpPr>
          <p:spPr>
            <a:xfrm>
              <a:off x="10890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45ACEA4-2B87-C5A7-0F1E-8FBA3EE8285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5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69E4B92-C781-2B72-0703-A38133388B94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088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BF299A02-B035-6F7A-E13B-2716F3D8C3A3}"/>
                </a:ext>
              </a:extLst>
            </p:cNvPr>
            <p:cNvSpPr/>
            <p:nvPr/>
          </p:nvSpPr>
          <p:spPr>
            <a:xfrm>
              <a:off x="8406000" y="513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20EFA0A-2C34-AE5B-572B-72502497DE86}"/>
                    </a:ext>
                  </a:extLst>
                </p:cNvPr>
                <p:cNvSpPr txBox="1"/>
                <p:nvPr/>
              </p:nvSpPr>
              <p:spPr>
                <a:xfrm>
                  <a:off x="7848000" y="38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20EFA0A-2C34-AE5B-572B-72502497D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3816000"/>
                  <a:ext cx="432000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4E134AD-53B7-C689-4DCA-1D73727A267F}"/>
                    </a:ext>
                  </a:extLst>
                </p:cNvPr>
                <p:cNvSpPr txBox="1"/>
                <p:nvPr/>
              </p:nvSpPr>
              <p:spPr>
                <a:xfrm>
                  <a:off x="7848000" y="49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4E134AD-53B7-C689-4DCA-1D73727A2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4968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DDB70BA-2C95-B5AA-8B7A-C745A74ADDCB}"/>
                    </a:ext>
                  </a:extLst>
                </p:cNvPr>
                <p:cNvSpPr txBox="1"/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DDB70BA-2C95-B5AA-8B7A-C745A74AD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2844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E4C8706-EAEB-4E63-2F63-DB6764DD9B60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65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05EAB84-0CF0-8EE0-E3AF-ABC21D2B1E15}"/>
                </a:ext>
              </a:extLst>
            </p:cNvPr>
            <p:cNvSpPr/>
            <p:nvPr/>
          </p:nvSpPr>
          <p:spPr>
            <a:xfrm>
              <a:off x="10890000" y="160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538868F-C425-7E0F-E256-A5EFED790211}"/>
                    </a:ext>
                  </a:extLst>
                </p:cNvPr>
                <p:cNvSpPr txBox="1"/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538868F-C425-7E0F-E256-A5EFED790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972000"/>
                  <a:ext cx="720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0949B1CD-2217-D7DF-BC86-8659D55B6F81}"/>
                    </a:ext>
                  </a:extLst>
                </p:cNvPr>
                <p:cNvSpPr txBox="1"/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0949B1CD-2217-D7DF-BC86-8659D55B6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160000"/>
                  <a:ext cx="431796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8310" r="-845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12D0ED73-A302-FFA8-B85B-A59671F95812}"/>
                    </a:ext>
                  </a:extLst>
                </p:cNvPr>
                <p:cNvSpPr txBox="1"/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12D0ED73-A302-FFA8-B85B-A59671F95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160000"/>
                  <a:ext cx="431796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8310" r="-845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A13E635-29D1-247B-D379-86130EC886AA}"/>
                    </a:ext>
                  </a:extLst>
                </p:cNvPr>
                <p:cNvSpPr txBox="1"/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A13E635-29D1-247B-D379-86130EC88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3528000"/>
                  <a:ext cx="431796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21127" r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6750B37C-BD3A-C4A7-1BCF-D0EFB5A40C64}"/>
                    </a:ext>
                  </a:extLst>
                </p:cNvPr>
                <p:cNvSpPr txBox="1"/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6750B37C-BD3A-C4A7-1BCF-D0EFB5A40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4680000"/>
                  <a:ext cx="431796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21127" r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4C235F2-4162-083E-AB89-2F4EC4345783}"/>
              </a:ext>
            </a:extLst>
          </p:cNvPr>
          <p:cNvGrpSpPr/>
          <p:nvPr/>
        </p:nvGrpSpPr>
        <p:grpSpPr>
          <a:xfrm>
            <a:off x="1080000" y="5868000"/>
            <a:ext cx="2268000" cy="828000"/>
            <a:chOff x="6237389" y="5657867"/>
            <a:chExt cx="2268000" cy="828000"/>
          </a:xfrm>
        </p:grpSpPr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05AA5FEA-EDFB-737B-F883-5325357E1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5388" y="6125867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57314CE2-5AEB-6F45-3228-87A1E924BB9A}"/>
                    </a:ext>
                  </a:extLst>
                </p:cNvPr>
                <p:cNvSpPr txBox="1"/>
                <p:nvPr/>
              </p:nvSpPr>
              <p:spPr>
                <a:xfrm>
                  <a:off x="6237389" y="5657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57314CE2-5AEB-6F45-3228-87A1E924B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7389" y="5657867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A4726A2F-0312-3329-6BC6-657F0321ED32}"/>
                    </a:ext>
                  </a:extLst>
                </p:cNvPr>
                <p:cNvSpPr txBox="1"/>
                <p:nvPr/>
              </p:nvSpPr>
              <p:spPr>
                <a:xfrm>
                  <a:off x="8073389" y="5873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A4726A2F-0312-3329-6BC6-657F0321E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3389" y="5873867"/>
                  <a:ext cx="432000" cy="43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75DD7B5E-5A6D-AA78-CAF9-4ACC2DB089B4}"/>
                </a:ext>
              </a:extLst>
            </p:cNvPr>
            <p:cNvSpPr/>
            <p:nvPr/>
          </p:nvSpPr>
          <p:spPr>
            <a:xfrm>
              <a:off x="7605389" y="607186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2" name="流程图: 延期 151">
              <a:extLst>
                <a:ext uri="{FF2B5EF4-FFF2-40B4-BE49-F238E27FC236}">
                  <a16:creationId xmlns:a16="http://schemas.microsoft.com/office/drawing/2014/main" id="{A95CBF01-0360-751C-D2FD-230D3151DA8E}"/>
                </a:ext>
              </a:extLst>
            </p:cNvPr>
            <p:cNvSpPr/>
            <p:nvPr/>
          </p:nvSpPr>
          <p:spPr>
            <a:xfrm>
              <a:off x="7029389" y="5837867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3DEB95B7-4AEB-E1FD-CEA7-1CC3E6E3B945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5963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D258C604-94F5-C179-44F2-22CD14489FA6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6287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AAD430EB-8E7D-CE46-51A5-FD19B7192AA2}"/>
                    </a:ext>
                  </a:extLst>
                </p:cNvPr>
                <p:cNvSpPr txBox="1"/>
                <p:nvPr/>
              </p:nvSpPr>
              <p:spPr>
                <a:xfrm>
                  <a:off x="6237389" y="605386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AAD430EB-8E7D-CE46-51A5-FD19B7192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7389" y="6053867"/>
                  <a:ext cx="432000" cy="432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F4A8D611-39B8-F9B7-F0C2-4DE90B1CD8F4}"/>
              </a:ext>
            </a:extLst>
          </p:cNvPr>
          <p:cNvGrpSpPr/>
          <p:nvPr/>
        </p:nvGrpSpPr>
        <p:grpSpPr>
          <a:xfrm>
            <a:off x="6840000" y="5868000"/>
            <a:ext cx="2268000" cy="828000"/>
            <a:chOff x="8280000" y="5508000"/>
            <a:chExt cx="2268000" cy="828000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32B37113-EB62-0584-3786-9A586C5E8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7999" y="597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4EEC1FA6-AE0A-A399-2429-B7307A829DA6}"/>
                    </a:ext>
                  </a:extLst>
                </p:cNvPr>
                <p:cNvSpPr txBox="1"/>
                <p:nvPr/>
              </p:nvSpPr>
              <p:spPr>
                <a:xfrm>
                  <a:off x="8280000" y="5508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4EEC1FA6-AE0A-A399-2429-B7307A829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508000"/>
                  <a:ext cx="432000" cy="432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1984D554-C1B4-BFBF-2587-76E9DEBD18A0}"/>
                    </a:ext>
                  </a:extLst>
                </p:cNvPr>
                <p:cNvSpPr txBox="1"/>
                <p:nvPr/>
              </p:nvSpPr>
              <p:spPr>
                <a:xfrm>
                  <a:off x="10116000" y="572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1984D554-C1B4-BFBF-2587-76E9DEBD1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000" y="5724000"/>
                  <a:ext cx="432000" cy="432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EBFC566F-4478-BD82-AA0B-2F0D872A9FC3}"/>
                </a:ext>
              </a:extLst>
            </p:cNvPr>
            <p:cNvSpPr/>
            <p:nvPr/>
          </p:nvSpPr>
          <p:spPr>
            <a:xfrm>
              <a:off x="9648000" y="5922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134BC9EA-06E7-A23D-070C-43E56D81E097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581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7BA020A1-DF4A-A4B7-341D-BE366589E0C0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6138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42D2551-523B-1A3B-4148-E389BF478DF6}"/>
                    </a:ext>
                  </a:extLst>
                </p:cNvPr>
                <p:cNvSpPr txBox="1"/>
                <p:nvPr/>
              </p:nvSpPr>
              <p:spPr>
                <a:xfrm>
                  <a:off x="8280000" y="590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42D2551-523B-1A3B-4148-E389BF478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5904000"/>
                  <a:ext cx="432000" cy="432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Arc 158">
              <a:extLst>
                <a:ext uri="{FF2B5EF4-FFF2-40B4-BE49-F238E27FC236}">
                  <a16:creationId xmlns:a16="http://schemas.microsoft.com/office/drawing/2014/main" id="{3DB51417-B024-AF1E-95D8-40639DCD3D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406000" y="5562000"/>
              <a:ext cx="576000" cy="82800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5" name="Line 160">
              <a:extLst>
                <a:ext uri="{FF2B5EF4-FFF2-40B4-BE49-F238E27FC236}">
                  <a16:creationId xmlns:a16="http://schemas.microsoft.com/office/drawing/2014/main" id="{C4F15C5F-57FD-754B-BD9A-C337ABC6F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00000" y="5688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6" name="Line 160">
              <a:extLst>
                <a:ext uri="{FF2B5EF4-FFF2-40B4-BE49-F238E27FC236}">
                  <a16:creationId xmlns:a16="http://schemas.microsoft.com/office/drawing/2014/main" id="{71E79E35-6CCF-380F-00E9-206D351208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00000" y="6264000"/>
              <a:ext cx="25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7" name="Arc 156">
              <a:extLst>
                <a:ext uri="{FF2B5EF4-FFF2-40B4-BE49-F238E27FC236}">
                  <a16:creationId xmlns:a16="http://schemas.microsoft.com/office/drawing/2014/main" id="{2E42C46A-1CB7-89E0-5757-E2DE716F2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000" y="5688000"/>
              <a:ext cx="396000" cy="576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8" name="Arc 156">
              <a:extLst>
                <a:ext uri="{FF2B5EF4-FFF2-40B4-BE49-F238E27FC236}">
                  <a16:creationId xmlns:a16="http://schemas.microsoft.com/office/drawing/2014/main" id="{A8E3814B-53AC-A353-5714-912E402C89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252000" y="5688000"/>
              <a:ext cx="396000" cy="576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9BC1B4D9-220E-2556-25A5-7415DD5F79A4}"/>
              </a:ext>
            </a:extLst>
          </p:cNvPr>
          <p:cNvGrpSpPr/>
          <p:nvPr/>
        </p:nvGrpSpPr>
        <p:grpSpPr>
          <a:xfrm>
            <a:off x="6480000" y="1188000"/>
            <a:ext cx="3924000" cy="4536000"/>
            <a:chOff x="7848000" y="720000"/>
            <a:chExt cx="3924000" cy="4536000"/>
          </a:xfrm>
        </p:grpSpPr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B1AB9237-BD9E-5DD7-CA12-A3E5F4AD28E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060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05A1EC2C-0501-7D51-E65A-500A7B2632A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744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6D6F601-052B-1B8B-213B-3F44EC11C0F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932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E644B522-A7D0-7A5E-B3BF-E4E37C147605}"/>
                </a:ext>
              </a:extLst>
            </p:cNvPr>
            <p:cNvSpPr/>
            <p:nvPr/>
          </p:nvSpPr>
          <p:spPr>
            <a:xfrm>
              <a:off x="10890000" y="48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68E395CA-C190-A2D4-3AB9-85EA006A666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525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05E9877D-D9C6-45FD-6451-4AF7F1EE9A40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1620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EEAAE868-CA46-FEF5-741B-5832D9D4BFBB}"/>
                    </a:ext>
                  </a:extLst>
                </p:cNvPr>
                <p:cNvSpPr txBox="1"/>
                <p:nvPr/>
              </p:nvSpPr>
              <p:spPr>
                <a:xfrm>
                  <a:off x="7848000" y="140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EEAAE868-CA46-FEF5-741B-5832D9D4B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1404000"/>
                  <a:ext cx="43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792D490C-18DB-B60C-71E3-5C01CAE0D318}"/>
                    </a:ext>
                  </a:extLst>
                </p:cNvPr>
                <p:cNvSpPr txBox="1"/>
                <p:nvPr/>
              </p:nvSpPr>
              <p:spPr>
                <a:xfrm>
                  <a:off x="7848000" y="255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792D490C-18DB-B60C-71E3-5C01CAE0D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8000" y="2556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4E4A0885-80FB-53B9-35FB-AF5FBB59C4B7}"/>
                    </a:ext>
                  </a:extLst>
                </p:cNvPr>
                <p:cNvSpPr txBox="1"/>
                <p:nvPr/>
              </p:nvSpPr>
              <p:spPr>
                <a:xfrm>
                  <a:off x="11340000" y="352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4E4A0885-80FB-53B9-35FB-AF5FBB59C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3528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43BE0C25-367B-7463-4DCA-8F14C588122F}"/>
                    </a:ext>
                  </a:extLst>
                </p:cNvPr>
                <p:cNvSpPr txBox="1"/>
                <p:nvPr/>
              </p:nvSpPr>
              <p:spPr>
                <a:xfrm>
                  <a:off x="10584000" y="72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43BE0C25-367B-7463-4DCA-8F14C5881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00" y="720000"/>
                  <a:ext cx="720000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02D1DA7B-F530-9B92-18C5-573E00EB0CB6}"/>
                    </a:ext>
                  </a:extLst>
                </p:cNvPr>
                <p:cNvSpPr txBox="1"/>
                <p:nvPr/>
              </p:nvSpPr>
              <p:spPr>
                <a:xfrm>
                  <a:off x="10980000" y="4212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02D1DA7B-F530-9B92-18C5-573E00EB0C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4212000"/>
                  <a:ext cx="431796" cy="430887"/>
                </a:xfrm>
                <a:prstGeom prst="rect">
                  <a:avLst/>
                </a:prstGeom>
                <a:blipFill>
                  <a:blip r:embed="rId21"/>
                  <a:stretch>
                    <a:fillRect l="-21127" r="-11268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867608F9-61D3-AB6B-402A-DF6C9A22A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162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7B0FE6A8-9986-9230-9340-1068C25FD4F4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620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1303450C-10F4-FF8B-A1BE-5BD374C89A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53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E20D85B8-612D-21AA-6CC1-9F6F8ABF1D15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90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CB27793C-3A32-5DDE-B7CF-DE260B514FE0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181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4718A1E1-A9E5-3B43-ED42-2A7998E44C9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19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6817767E-6118-59E4-6AB1-9044E91CD9F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10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966BD263-5C4A-4956-041C-4094324E1D58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1188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B1AF9F55-E730-8D2D-60A8-0B333AF0849B}"/>
                </a:ext>
              </a:extLst>
            </p:cNvPr>
            <p:cNvSpPr/>
            <p:nvPr/>
          </p:nvSpPr>
          <p:spPr>
            <a:xfrm>
              <a:off x="10890000" y="15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25D0B551-F511-E94B-CE82-40818432FA2F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1620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507C6C47-2290-12F0-0C19-912AE8288C71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219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3BB8FD83-A9B3-0153-776A-5F0BF2862435}"/>
                    </a:ext>
                  </a:extLst>
                </p:cNvPr>
                <p:cNvSpPr txBox="1"/>
                <p:nvPr/>
              </p:nvSpPr>
              <p:spPr>
                <a:xfrm>
                  <a:off x="11196000" y="1656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3BB8FD83-A9B3-0153-776A-5F0BF2862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1656000"/>
                  <a:ext cx="431796" cy="430887"/>
                </a:xfrm>
                <a:prstGeom prst="rect">
                  <a:avLst/>
                </a:prstGeom>
                <a:blipFill>
                  <a:blip r:embed="rId22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0415257F-970F-F9E1-1901-4C261F6ACC7E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772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7362A64B-FE07-CBA3-3621-71A55FEAED8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77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198538E5-B679-D25A-6DAC-19AA89C9393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68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A6403278-98CA-C7D6-55D6-DA75300CD1F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06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997C8384-B8B2-7046-6183-07F0A04FB5B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297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2C1D90C1-4FA8-FF31-29AD-E2FED7F83E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34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63A2C6E3-3A37-98AD-2EF1-2A577B13A73F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325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7A5CCF52-1678-7DC7-E375-6D08DEABF9F3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277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498A8565-580B-CF9C-EF42-4A2103CD5073}"/>
                    </a:ext>
                  </a:extLst>
                </p:cNvPr>
                <p:cNvSpPr txBox="1"/>
                <p:nvPr/>
              </p:nvSpPr>
              <p:spPr>
                <a:xfrm>
                  <a:off x="11196000" y="2844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498A8565-580B-CF9C-EF42-4A2103CD5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2844000"/>
                  <a:ext cx="431796" cy="430887"/>
                </a:xfrm>
                <a:prstGeom prst="rect">
                  <a:avLst/>
                </a:prstGeom>
                <a:blipFill>
                  <a:blip r:embed="rId23"/>
                  <a:stretch>
                    <a:fillRect l="-18310" r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E23A499B-8B81-0C87-52D1-D4A6100E3397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14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670CA33B-92C1-D861-67DE-0E934B4D396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14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D0CB02F4-6B15-8DB5-A7AA-86513300E66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05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246971B6-2BFD-0A87-6C0F-064BEAB3D2D6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4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E2E39880-70AB-CC4D-E1E8-DD1567F5FB42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33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D4E682EE-DAA3-DD7B-596B-A4C965F81C0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71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816FD391-A360-81F8-6366-F0908E02AD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6000" y="462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25AFF3EC-927A-7F36-1318-9996DFD27A59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3348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A71B0CED-1855-C30F-BAB7-FA74B5DAF680}"/>
                </a:ext>
              </a:extLst>
            </p:cNvPr>
            <p:cNvSpPr/>
            <p:nvPr/>
          </p:nvSpPr>
          <p:spPr>
            <a:xfrm>
              <a:off x="10890000" y="46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DB3A7261-BF6B-66D6-A97A-58D816FB67DA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4716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215B7921-02A1-F368-6A87-CAACD5B4549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4428000"/>
              <a:ext cx="0" cy="8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50F80F3E-4FDA-0E03-9226-0468CA0B319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644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60DCD5E2-DFC7-C260-A483-C390E919A242}"/>
                    </a:ext>
                  </a:extLst>
                </p:cNvPr>
                <p:cNvSpPr txBox="1"/>
                <p:nvPr/>
              </p:nvSpPr>
              <p:spPr>
                <a:xfrm>
                  <a:off x="9432000" y="4212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60DCD5E2-DFC7-C260-A483-C390E919A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4212000"/>
                  <a:ext cx="431796" cy="430887"/>
                </a:xfrm>
                <a:prstGeom prst="rect">
                  <a:avLst/>
                </a:prstGeom>
                <a:blipFill>
                  <a:blip r:embed="rId24"/>
                  <a:stretch>
                    <a:fillRect l="-21127" r="-11268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3BBB84C4-96C9-9E7F-A801-6EE243434ABA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4140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864D8CB3-E09A-E3CC-F2E5-A97C3AE700A7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14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C98D24B0-A91F-CE11-D072-C47DF63BBC4D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05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6C0ABD44-F7FD-0FCE-56D1-3F010A2A1AF1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428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2187E3D9-51E7-3389-1A3D-F04D43902527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338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1E78B59B-4B5B-7D29-60C3-EBBF27716A56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71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3D80A513-4E91-302F-65AA-1A87153E80CC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462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E54D9789-A51A-C8ED-18A8-49A6AA01F9B3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3744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C0BDBC54-F440-1719-8E1D-E31D0E01BBC8}"/>
                </a:ext>
              </a:extLst>
            </p:cNvPr>
            <p:cNvSpPr/>
            <p:nvPr/>
          </p:nvSpPr>
          <p:spPr>
            <a:xfrm>
              <a:off x="9342000" y="46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D653FDFC-070F-5A75-ED1A-2ECCED1025BB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4716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41304F32-E751-ADE1-3A85-A5FB3D3BDB9C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442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33A25A46-6552-9511-EA8B-4121B0D4CDC4}"/>
                </a:ext>
              </a:extLst>
            </p:cNvPr>
            <p:cNvSpPr/>
            <p:nvPr/>
          </p:nvSpPr>
          <p:spPr>
            <a:xfrm>
              <a:off x="10890000" y="369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AAC6CB9D-7E7E-C898-9FBB-4DE9E09F38EE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000" y="162000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597EF09A-9D1F-0CBA-E7CD-5963086208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000" y="2772000"/>
              <a:ext cx="0" cy="194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CBC67FB8-A7B6-526C-5B5B-CD8CA27200D7}"/>
                </a:ext>
              </a:extLst>
            </p:cNvPr>
            <p:cNvSpPr/>
            <p:nvPr/>
          </p:nvSpPr>
          <p:spPr>
            <a:xfrm>
              <a:off x="9954000" y="27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5DF226D3-47A3-5407-0B34-C661641ADF26}"/>
                </a:ext>
              </a:extLst>
            </p:cNvPr>
            <p:cNvSpPr/>
            <p:nvPr/>
          </p:nvSpPr>
          <p:spPr>
            <a:xfrm>
              <a:off x="8406000" y="15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128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98C6C-978A-F971-26F5-D5B57854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组合 1169">
            <a:extLst>
              <a:ext uri="{FF2B5EF4-FFF2-40B4-BE49-F238E27FC236}">
                <a16:creationId xmlns:a16="http://schemas.microsoft.com/office/drawing/2014/main" id="{BFA48D45-2301-7B99-A880-1199A6343975}"/>
              </a:ext>
            </a:extLst>
          </p:cNvPr>
          <p:cNvGrpSpPr/>
          <p:nvPr/>
        </p:nvGrpSpPr>
        <p:grpSpPr>
          <a:xfrm>
            <a:off x="6732000" y="3780000"/>
            <a:ext cx="576000" cy="576000"/>
            <a:chOff x="5832000" y="5038887"/>
            <a:chExt cx="720001" cy="721113"/>
          </a:xfrm>
        </p:grpSpPr>
        <p:cxnSp>
          <p:nvCxnSpPr>
            <p:cNvPr id="1171" name="直接连接符 1170">
              <a:extLst>
                <a:ext uri="{FF2B5EF4-FFF2-40B4-BE49-F238E27FC236}">
                  <a16:creationId xmlns:a16="http://schemas.microsoft.com/office/drawing/2014/main" id="{78B98DC9-92A0-E9D3-FCBD-F38503CA49B0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直接连接符 1171">
              <a:extLst>
                <a:ext uri="{FF2B5EF4-FFF2-40B4-BE49-F238E27FC236}">
                  <a16:creationId xmlns:a16="http://schemas.microsoft.com/office/drawing/2014/main" id="{D81ECC4E-65DA-6165-8B47-3063D9E16E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3" name="直接连接符 1172">
            <a:extLst>
              <a:ext uri="{FF2B5EF4-FFF2-40B4-BE49-F238E27FC236}">
                <a16:creationId xmlns:a16="http://schemas.microsoft.com/office/drawing/2014/main" id="{227408F5-CC2A-B15A-B3BD-B2360DA6AFBD}"/>
              </a:ext>
            </a:extLst>
          </p:cNvPr>
          <p:cNvCxnSpPr/>
          <p:nvPr/>
        </p:nvCxnSpPr>
        <p:spPr>
          <a:xfrm>
            <a:off x="8352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4" name="组合 1173">
            <a:extLst>
              <a:ext uri="{FF2B5EF4-FFF2-40B4-BE49-F238E27FC236}">
                <a16:creationId xmlns:a16="http://schemas.microsoft.com/office/drawing/2014/main" id="{4EEEF956-BDD3-F2B7-3CEC-E4FD11F48D07}"/>
              </a:ext>
            </a:extLst>
          </p:cNvPr>
          <p:cNvGrpSpPr/>
          <p:nvPr/>
        </p:nvGrpSpPr>
        <p:grpSpPr>
          <a:xfrm>
            <a:off x="7848000" y="3780000"/>
            <a:ext cx="576000" cy="576000"/>
            <a:chOff x="5832000" y="5038887"/>
            <a:chExt cx="720001" cy="721113"/>
          </a:xfrm>
        </p:grpSpPr>
        <p:cxnSp>
          <p:nvCxnSpPr>
            <p:cNvPr id="1175" name="直接连接符 1174">
              <a:extLst>
                <a:ext uri="{FF2B5EF4-FFF2-40B4-BE49-F238E27FC236}">
                  <a16:creationId xmlns:a16="http://schemas.microsoft.com/office/drawing/2014/main" id="{CCA90017-2539-C887-003B-868F82CA8688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直接连接符 1175">
              <a:extLst>
                <a:ext uri="{FF2B5EF4-FFF2-40B4-BE49-F238E27FC236}">
                  <a16:creationId xmlns:a16="http://schemas.microsoft.com/office/drawing/2014/main" id="{89A3BE5E-F2CC-FB19-9E71-CBAF803D3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7" name="组合 1176">
            <a:extLst>
              <a:ext uri="{FF2B5EF4-FFF2-40B4-BE49-F238E27FC236}">
                <a16:creationId xmlns:a16="http://schemas.microsoft.com/office/drawing/2014/main" id="{1F4FBA3B-1117-3F03-C3B8-1FF2A5D69662}"/>
              </a:ext>
            </a:extLst>
          </p:cNvPr>
          <p:cNvGrpSpPr/>
          <p:nvPr/>
        </p:nvGrpSpPr>
        <p:grpSpPr>
          <a:xfrm>
            <a:off x="10584000" y="2628000"/>
            <a:ext cx="576000" cy="576000"/>
            <a:chOff x="5832000" y="5038887"/>
            <a:chExt cx="720001" cy="721113"/>
          </a:xfrm>
        </p:grpSpPr>
        <p:cxnSp>
          <p:nvCxnSpPr>
            <p:cNvPr id="1178" name="直接连接符 1177">
              <a:extLst>
                <a:ext uri="{FF2B5EF4-FFF2-40B4-BE49-F238E27FC236}">
                  <a16:creationId xmlns:a16="http://schemas.microsoft.com/office/drawing/2014/main" id="{908CFCB9-366E-64C7-5BE9-05C3EC8E838F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直接连接符 1178">
              <a:extLst>
                <a:ext uri="{FF2B5EF4-FFF2-40B4-BE49-F238E27FC236}">
                  <a16:creationId xmlns:a16="http://schemas.microsoft.com/office/drawing/2014/main" id="{FCFBA07A-BC1A-C90E-8217-2716D1B2ED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0" name="组合 1179">
            <a:extLst>
              <a:ext uri="{FF2B5EF4-FFF2-40B4-BE49-F238E27FC236}">
                <a16:creationId xmlns:a16="http://schemas.microsoft.com/office/drawing/2014/main" id="{6149367F-E99D-366A-BF5B-51706CBBFC3D}"/>
              </a:ext>
            </a:extLst>
          </p:cNvPr>
          <p:cNvGrpSpPr/>
          <p:nvPr/>
        </p:nvGrpSpPr>
        <p:grpSpPr>
          <a:xfrm>
            <a:off x="9738000" y="4410000"/>
            <a:ext cx="576000" cy="576000"/>
            <a:chOff x="5832000" y="5038887"/>
            <a:chExt cx="720001" cy="721113"/>
          </a:xfrm>
        </p:grpSpPr>
        <p:cxnSp>
          <p:nvCxnSpPr>
            <p:cNvPr id="1181" name="直接连接符 1180">
              <a:extLst>
                <a:ext uri="{FF2B5EF4-FFF2-40B4-BE49-F238E27FC236}">
                  <a16:creationId xmlns:a16="http://schemas.microsoft.com/office/drawing/2014/main" id="{B1F56F02-06D4-11C1-8A2B-4B6EAE381854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直接连接符 1181">
              <a:extLst>
                <a:ext uri="{FF2B5EF4-FFF2-40B4-BE49-F238E27FC236}">
                  <a16:creationId xmlns:a16="http://schemas.microsoft.com/office/drawing/2014/main" id="{A78D1E40-837A-116E-A68D-263F191AE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3" name="组合 1182">
            <a:extLst>
              <a:ext uri="{FF2B5EF4-FFF2-40B4-BE49-F238E27FC236}">
                <a16:creationId xmlns:a16="http://schemas.microsoft.com/office/drawing/2014/main" id="{6A4A1077-D93C-F474-06C5-7179C36CFCC2}"/>
              </a:ext>
            </a:extLst>
          </p:cNvPr>
          <p:cNvGrpSpPr/>
          <p:nvPr/>
        </p:nvGrpSpPr>
        <p:grpSpPr>
          <a:xfrm>
            <a:off x="9738000" y="5274000"/>
            <a:ext cx="576000" cy="576000"/>
            <a:chOff x="5832000" y="5038887"/>
            <a:chExt cx="720001" cy="721113"/>
          </a:xfrm>
        </p:grpSpPr>
        <p:cxnSp>
          <p:nvCxnSpPr>
            <p:cNvPr id="1184" name="直接连接符 1183">
              <a:extLst>
                <a:ext uri="{FF2B5EF4-FFF2-40B4-BE49-F238E27FC236}">
                  <a16:creationId xmlns:a16="http://schemas.microsoft.com/office/drawing/2014/main" id="{0086DE01-7656-5E4E-1382-DC46F5D23E3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直接连接符 1184">
              <a:extLst>
                <a:ext uri="{FF2B5EF4-FFF2-40B4-BE49-F238E27FC236}">
                  <a16:creationId xmlns:a16="http://schemas.microsoft.com/office/drawing/2014/main" id="{7C103297-E418-5331-53AD-0B411A5B0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6" name="直接连接符 1185">
            <a:extLst>
              <a:ext uri="{FF2B5EF4-FFF2-40B4-BE49-F238E27FC236}">
                <a16:creationId xmlns:a16="http://schemas.microsoft.com/office/drawing/2014/main" id="{4D4DF662-8796-03F3-2AFA-3F43111B81BD}"/>
              </a:ext>
            </a:extLst>
          </p:cNvPr>
          <p:cNvCxnSpPr/>
          <p:nvPr/>
        </p:nvCxnSpPr>
        <p:spPr>
          <a:xfrm>
            <a:off x="8352000" y="2376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直接连接符 1186">
            <a:extLst>
              <a:ext uri="{FF2B5EF4-FFF2-40B4-BE49-F238E27FC236}">
                <a16:creationId xmlns:a16="http://schemas.microsoft.com/office/drawing/2014/main" id="{5572CB54-2B15-76BD-A809-0B0A45CACA83}"/>
              </a:ext>
            </a:extLst>
          </p:cNvPr>
          <p:cNvCxnSpPr/>
          <p:nvPr/>
        </p:nvCxnSpPr>
        <p:spPr>
          <a:xfrm>
            <a:off x="9828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直接连接符 1187">
            <a:extLst>
              <a:ext uri="{FF2B5EF4-FFF2-40B4-BE49-F238E27FC236}">
                <a16:creationId xmlns:a16="http://schemas.microsoft.com/office/drawing/2014/main" id="{2B181FF5-8EDB-4EEC-9E80-EBBE6758AACF}"/>
              </a:ext>
            </a:extLst>
          </p:cNvPr>
          <p:cNvCxnSpPr/>
          <p:nvPr/>
        </p:nvCxnSpPr>
        <p:spPr>
          <a:xfrm>
            <a:off x="11088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直接连接符 1188">
            <a:extLst>
              <a:ext uri="{FF2B5EF4-FFF2-40B4-BE49-F238E27FC236}">
                <a16:creationId xmlns:a16="http://schemas.microsoft.com/office/drawing/2014/main" id="{3749F6BA-E46D-3AEB-0A52-1C7457AEA31A}"/>
              </a:ext>
            </a:extLst>
          </p:cNvPr>
          <p:cNvCxnSpPr/>
          <p:nvPr/>
        </p:nvCxnSpPr>
        <p:spPr>
          <a:xfrm>
            <a:off x="11088000" y="352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E1EDA2-2A51-9FE5-92C5-0BC9701CBC9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E4B372E-1B65-51C9-FE62-3EC200C3D68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9CED732A-63EA-5524-AAED-7EF0E2633CF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12FCEEC2-381B-C8EF-EAF8-3A7231F21AC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0C0AA58C-5CB3-FADD-D77D-783D4BE783D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D8383FF0-E1F4-C83F-38B4-722677FB358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异或门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0343C2B-679E-7490-229D-AA4A0191A882}"/>
              </a:ext>
            </a:extLst>
          </p:cNvPr>
          <p:cNvSpPr txBox="1"/>
          <p:nvPr/>
        </p:nvSpPr>
        <p:spPr>
          <a:xfrm>
            <a:off x="360000" y="827142"/>
            <a:ext cx="309790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59DDED2-1E2C-82BC-FC81-F5CF92CA5DE3}"/>
              </a:ext>
            </a:extLst>
          </p:cNvPr>
          <p:cNvSpPr txBox="1"/>
          <p:nvPr/>
        </p:nvSpPr>
        <p:spPr>
          <a:xfrm>
            <a:off x="952464" y="2181807"/>
            <a:ext cx="26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9" name="表格 1068">
                <a:extLst>
                  <a:ext uri="{FF2B5EF4-FFF2-40B4-BE49-F238E27FC236}">
                    <a16:creationId xmlns:a16="http://schemas.microsoft.com/office/drawing/2014/main" id="{BF465C3D-BD0A-9949-D74B-6AFEA40C44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69" name="表格 1068">
                <a:extLst>
                  <a:ext uri="{FF2B5EF4-FFF2-40B4-BE49-F238E27FC236}">
                    <a16:creationId xmlns:a16="http://schemas.microsoft.com/office/drawing/2014/main" id="{F5167EF5-2DE8-5579-9151-167EFFAF07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2145040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356" t="-1333" r="-5516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184314" t="-1333" r="-1307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362B714D-4059-2313-6D09-EE12F27C7AF5}"/>
              </a:ext>
            </a:extLst>
          </p:cNvPr>
          <p:cNvSpPr txBox="1"/>
          <p:nvPr/>
        </p:nvSpPr>
        <p:spPr>
          <a:xfrm>
            <a:off x="2758570" y="3109101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190" name="文本框 1189">
            <a:extLst>
              <a:ext uri="{FF2B5EF4-FFF2-40B4-BE49-F238E27FC236}">
                <a16:creationId xmlns:a16="http://schemas.microsoft.com/office/drawing/2014/main" id="{5551D054-CA07-53BA-E845-0858A1CDFD8D}"/>
              </a:ext>
            </a:extLst>
          </p:cNvPr>
          <p:cNvSpPr txBox="1"/>
          <p:nvPr/>
        </p:nvSpPr>
        <p:spPr>
          <a:xfrm>
            <a:off x="8532000" y="342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DA90A75-828A-6782-5AE2-8435D6CC925E}"/>
              </a:ext>
            </a:extLst>
          </p:cNvPr>
          <p:cNvGrpSpPr/>
          <p:nvPr/>
        </p:nvGrpSpPr>
        <p:grpSpPr>
          <a:xfrm>
            <a:off x="5436000" y="972000"/>
            <a:ext cx="6516000" cy="5436000"/>
            <a:chOff x="5436000" y="972000"/>
            <a:chExt cx="6516000" cy="543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8" name="文本框 947">
                  <a:extLst>
                    <a:ext uri="{FF2B5EF4-FFF2-40B4-BE49-F238E27FC236}">
                      <a16:creationId xmlns:a16="http://schemas.microsoft.com/office/drawing/2014/main" id="{8771A330-B1A7-73ED-505F-F45A87D22C12}"/>
                    </a:ext>
                  </a:extLst>
                </p:cNvPr>
                <p:cNvSpPr txBox="1"/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48" name="文本框 947">
                  <a:extLst>
                    <a:ext uri="{FF2B5EF4-FFF2-40B4-BE49-F238E27FC236}">
                      <a16:creationId xmlns:a16="http://schemas.microsoft.com/office/drawing/2014/main" id="{8771A330-B1A7-73ED-505F-F45A87D22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9" name="文本框 948">
                  <a:extLst>
                    <a:ext uri="{FF2B5EF4-FFF2-40B4-BE49-F238E27FC236}">
                      <a16:creationId xmlns:a16="http://schemas.microsoft.com/office/drawing/2014/main" id="{1140C96C-17DF-C54A-B307-A698359CD510}"/>
                    </a:ext>
                  </a:extLst>
                </p:cNvPr>
                <p:cNvSpPr txBox="1"/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49" name="文本框 948">
                  <a:extLst>
                    <a:ext uri="{FF2B5EF4-FFF2-40B4-BE49-F238E27FC236}">
                      <a16:creationId xmlns:a16="http://schemas.microsoft.com/office/drawing/2014/main" id="{1140C96C-17DF-C54A-B307-A698359CD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3" name="直接连接符 992">
              <a:extLst>
                <a:ext uri="{FF2B5EF4-FFF2-40B4-BE49-F238E27FC236}">
                  <a16:creationId xmlns:a16="http://schemas.microsoft.com/office/drawing/2014/main" id="{2BBBE4D0-1844-A6DB-0479-BC5551035EDA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30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直接连接符 1008">
              <a:extLst>
                <a:ext uri="{FF2B5EF4-FFF2-40B4-BE49-F238E27FC236}">
                  <a16:creationId xmlns:a16="http://schemas.microsoft.com/office/drawing/2014/main" id="{7B16F721-BB67-58F2-BADC-D805BB9D69AD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5832000"/>
              <a:ext cx="32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直接连接符 1010">
              <a:extLst>
                <a:ext uri="{FF2B5EF4-FFF2-40B4-BE49-F238E27FC236}">
                  <a16:creationId xmlns:a16="http://schemas.microsoft.com/office/drawing/2014/main" id="{E2D06292-1CE8-FBF7-B6A1-F617858F712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6120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直接连接符 1012">
              <a:extLst>
                <a:ext uri="{FF2B5EF4-FFF2-40B4-BE49-F238E27FC236}">
                  <a16:creationId xmlns:a16="http://schemas.microsoft.com/office/drawing/2014/main" id="{CFE3F417-5F2A-B04B-1ED5-F020FA4026A2}"/>
                </a:ext>
              </a:extLst>
            </p:cNvPr>
            <p:cNvCxnSpPr>
              <a:cxnSpLocks/>
            </p:cNvCxnSpPr>
            <p:nvPr/>
          </p:nvCxnSpPr>
          <p:spPr>
            <a:xfrm>
              <a:off x="9108636" y="1597817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直接连接符 1014">
              <a:extLst>
                <a:ext uri="{FF2B5EF4-FFF2-40B4-BE49-F238E27FC236}">
                  <a16:creationId xmlns:a16="http://schemas.microsoft.com/office/drawing/2014/main" id="{9001AA6D-AB5D-3FAF-4A60-48293042562B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0" cy="24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直接连接符 1036">
              <a:extLst>
                <a:ext uri="{FF2B5EF4-FFF2-40B4-BE49-F238E27FC236}">
                  <a16:creationId xmlns:a16="http://schemas.microsoft.com/office/drawing/2014/main" id="{80E478D4-2873-0347-5E85-543D74AF50A6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0" cy="91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直接连接符 1044">
              <a:extLst>
                <a:ext uri="{FF2B5EF4-FFF2-40B4-BE49-F238E27FC236}">
                  <a16:creationId xmlns:a16="http://schemas.microsoft.com/office/drawing/2014/main" id="{2865FBAD-A1F1-7158-2DCE-204FC6EF5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2000" y="1602000"/>
              <a:ext cx="0" cy="13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接连接符 1049">
              <a:extLst>
                <a:ext uri="{FF2B5EF4-FFF2-40B4-BE49-F238E27FC236}">
                  <a16:creationId xmlns:a16="http://schemas.microsoft.com/office/drawing/2014/main" id="{A7016AAE-5E1B-2EC7-3DCD-07DDA823F3F4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888000"/>
              <a:ext cx="0" cy="24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连接符 1061">
              <a:extLst>
                <a:ext uri="{FF2B5EF4-FFF2-40B4-BE49-F238E27FC236}">
                  <a16:creationId xmlns:a16="http://schemas.microsoft.com/office/drawing/2014/main" id="{E2774972-48C1-24F4-A959-5A44C221F84F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64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B7EB5F4D-E19E-23D2-8C56-136036D5794A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6" name="文本框 1065">
                  <a:extLst>
                    <a:ext uri="{FF2B5EF4-FFF2-40B4-BE49-F238E27FC236}">
                      <a16:creationId xmlns:a16="http://schemas.microsoft.com/office/drawing/2014/main" id="{138F2ADF-3415-1892-6C33-1B8AAE35750D}"/>
                    </a:ext>
                  </a:extLst>
                </p:cNvPr>
                <p:cNvSpPr txBox="1"/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6" name="文本框 1065">
                  <a:extLst>
                    <a:ext uri="{FF2B5EF4-FFF2-40B4-BE49-F238E27FC236}">
                      <a16:creationId xmlns:a16="http://schemas.microsoft.com/office/drawing/2014/main" id="{138F2ADF-3415-1892-6C33-1B8AAE357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B9BB602C-4519-0A45-473D-B085436F55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53997678-7817-2771-34E9-D486926EE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750076BF-C1BD-DEAE-35EC-B3DE40491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A57A009F-2CA6-877C-3B30-32EDA7CE4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2F1A85D5-43AB-7402-2B08-EA12AEBF2C5E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55489E45-64A0-7E52-0902-AEDE86B4BA3F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246DF307-6338-A1A5-7045-7D4D39F28E6D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11D244C5-B4CF-A00F-9013-FAB7CFD6175E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F2AAB074-FBA8-6A4B-8F06-DDF0C8088911}"/>
                </a:ext>
              </a:extLst>
            </p:cNvPr>
            <p:cNvSpPr/>
            <p:nvPr/>
          </p:nvSpPr>
          <p:spPr>
            <a:xfrm>
              <a:off x="977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0D6B47F1-54FD-B70C-F697-287AEFA65A5A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433E286A-78DB-6FB4-342D-64195518AF70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142000"/>
              <a:ext cx="0" cy="2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837B841B-3F55-CB7B-8167-D14360E371F7}"/>
                </a:ext>
              </a:extLst>
            </p:cNvPr>
            <p:cNvSpPr/>
            <p:nvPr/>
          </p:nvSpPr>
          <p:spPr>
            <a:xfrm>
              <a:off x="977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A89E2DD6-CC41-34AD-83A5-EC7E13678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3876BD9B-D000-D0A7-D900-3966FCE79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63CF930D-94C5-447D-031B-3DA12711B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B5FF236D-6170-4FEB-EAA8-FC752C0A6A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4A30B01A-6361-3AE9-ED83-5290DB45958C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7DF6498A-B024-9999-4AB8-8F7006CD2B3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17974189-00CB-98C6-C42C-EFF468F4C4C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EBA0BB27-E7EC-DB9A-4FCB-228BA159258B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F92D9A7C-B03F-4FD1-FFD5-20CBA1BA8A7E}"/>
                </a:ext>
              </a:extLst>
            </p:cNvPr>
            <p:cNvSpPr/>
            <p:nvPr/>
          </p:nvSpPr>
          <p:spPr>
            <a:xfrm>
              <a:off x="1103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A14A37D0-B292-44C0-EF03-54BE8AC7E5CF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C9336A34-060C-13BC-03AC-BE35CC3CA5D4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2142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0" name="椭圆 1069">
              <a:extLst>
                <a:ext uri="{FF2B5EF4-FFF2-40B4-BE49-F238E27FC236}">
                  <a16:creationId xmlns:a16="http://schemas.microsoft.com/office/drawing/2014/main" id="{8ACB6DC5-9046-9939-4ABB-D626722C2A6E}"/>
                </a:ext>
              </a:extLst>
            </p:cNvPr>
            <p:cNvSpPr/>
            <p:nvPr/>
          </p:nvSpPr>
          <p:spPr>
            <a:xfrm>
              <a:off x="1103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71" name="直接连接符 1070">
              <a:extLst>
                <a:ext uri="{FF2B5EF4-FFF2-40B4-BE49-F238E27FC236}">
                  <a16:creationId xmlns:a16="http://schemas.microsoft.com/office/drawing/2014/main" id="{C2B5C2A8-4CEE-8EFD-295D-76E7A548CD25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394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3" name="椭圆 1072">
              <a:extLst>
                <a:ext uri="{FF2B5EF4-FFF2-40B4-BE49-F238E27FC236}">
                  <a16:creationId xmlns:a16="http://schemas.microsoft.com/office/drawing/2014/main" id="{195A7230-79EC-175B-F090-B30F95F71536}"/>
                </a:ext>
              </a:extLst>
            </p:cNvPr>
            <p:cNvSpPr/>
            <p:nvPr/>
          </p:nvSpPr>
          <p:spPr>
            <a:xfrm>
              <a:off x="11034000" y="234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0070270B-9898-4528-5C72-34891E2E2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264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DC83CE2A-FE81-956B-99E3-3819B43AB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57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直接连接符 1075">
              <a:extLst>
                <a:ext uri="{FF2B5EF4-FFF2-40B4-BE49-F238E27FC236}">
                  <a16:creationId xmlns:a16="http://schemas.microsoft.com/office/drawing/2014/main" id="{CE51A518-5A36-663C-7F4B-DCAE08DD6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11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直接连接符 1076">
              <a:extLst>
                <a:ext uri="{FF2B5EF4-FFF2-40B4-BE49-F238E27FC236}">
                  <a16:creationId xmlns:a16="http://schemas.microsoft.com/office/drawing/2014/main" id="{E66C60A8-9651-8DF3-DF70-C0E7BD0E1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直接连接符 1077">
              <a:extLst>
                <a:ext uri="{FF2B5EF4-FFF2-40B4-BE49-F238E27FC236}">
                  <a16:creationId xmlns:a16="http://schemas.microsoft.com/office/drawing/2014/main" id="{D4672B0C-CF50-EAC3-B2AD-AA56F4C00B7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64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直接连接符 1078">
              <a:extLst>
                <a:ext uri="{FF2B5EF4-FFF2-40B4-BE49-F238E27FC236}">
                  <a16:creationId xmlns:a16="http://schemas.microsoft.com/office/drawing/2014/main" id="{3D01E004-C72A-17A0-2DEA-7995143DC21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1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直接连接符 1079">
              <a:extLst>
                <a:ext uri="{FF2B5EF4-FFF2-40B4-BE49-F238E27FC236}">
                  <a16:creationId xmlns:a16="http://schemas.microsoft.com/office/drawing/2014/main" id="{3B03C864-7F47-75EB-D688-9492D551FB4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接连接符 1082">
              <a:extLst>
                <a:ext uri="{FF2B5EF4-FFF2-40B4-BE49-F238E27FC236}">
                  <a16:creationId xmlns:a16="http://schemas.microsoft.com/office/drawing/2014/main" id="{073A48B9-E5C5-E696-FA99-97867B4B83FC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直接连接符 1084">
              <a:extLst>
                <a:ext uri="{FF2B5EF4-FFF2-40B4-BE49-F238E27FC236}">
                  <a16:creationId xmlns:a16="http://schemas.microsoft.com/office/drawing/2014/main" id="{50606994-A509-7E73-363E-90C91C19E99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直接连接符 1087">
              <a:extLst>
                <a:ext uri="{FF2B5EF4-FFF2-40B4-BE49-F238E27FC236}">
                  <a16:creationId xmlns:a16="http://schemas.microsoft.com/office/drawing/2014/main" id="{6D451CE6-F229-7F1B-986F-B0199A136C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361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直接连接符 1088">
              <a:extLst>
                <a:ext uri="{FF2B5EF4-FFF2-40B4-BE49-F238E27FC236}">
                  <a16:creationId xmlns:a16="http://schemas.microsoft.com/office/drawing/2014/main" id="{33A0D2B3-84EC-0ABC-9C09-9EF4D64AF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54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直接连接符 1089">
              <a:extLst>
                <a:ext uri="{FF2B5EF4-FFF2-40B4-BE49-F238E27FC236}">
                  <a16:creationId xmlns:a16="http://schemas.microsoft.com/office/drawing/2014/main" id="{09F26FB1-F585-D7C2-BF09-575224086E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408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直接连接符 1090">
              <a:extLst>
                <a:ext uri="{FF2B5EF4-FFF2-40B4-BE49-F238E27FC236}">
                  <a16:creationId xmlns:a16="http://schemas.microsoft.com/office/drawing/2014/main" id="{5D5AC54D-DFA6-563A-C739-B69B100F5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8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直接连接符 1091">
              <a:extLst>
                <a:ext uri="{FF2B5EF4-FFF2-40B4-BE49-F238E27FC236}">
                  <a16:creationId xmlns:a16="http://schemas.microsoft.com/office/drawing/2014/main" id="{08C941E2-9E31-239A-923A-68F6A896C4A1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1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直接连接符 1092">
              <a:extLst>
                <a:ext uri="{FF2B5EF4-FFF2-40B4-BE49-F238E27FC236}">
                  <a16:creationId xmlns:a16="http://schemas.microsoft.com/office/drawing/2014/main" id="{99687299-80F1-D572-7F1E-F90D8A38643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15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直接连接符 1093">
              <a:extLst>
                <a:ext uri="{FF2B5EF4-FFF2-40B4-BE49-F238E27FC236}">
                  <a16:creationId xmlns:a16="http://schemas.microsoft.com/office/drawing/2014/main" id="{FED6F779-5ED2-8632-7016-037C53EC7A4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8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直接连接符 1094">
              <a:extLst>
                <a:ext uri="{FF2B5EF4-FFF2-40B4-BE49-F238E27FC236}">
                  <a16:creationId xmlns:a16="http://schemas.microsoft.com/office/drawing/2014/main" id="{6C41BC71-37FA-27BA-0F60-2AD182734546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4158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6" name="椭圆 1095">
              <a:extLst>
                <a:ext uri="{FF2B5EF4-FFF2-40B4-BE49-F238E27FC236}">
                  <a16:creationId xmlns:a16="http://schemas.microsoft.com/office/drawing/2014/main" id="{25243E94-75A4-ECB8-1C97-FC26869228F8}"/>
                </a:ext>
              </a:extLst>
            </p:cNvPr>
            <p:cNvSpPr/>
            <p:nvPr/>
          </p:nvSpPr>
          <p:spPr>
            <a:xfrm>
              <a:off x="11034000" y="410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07" name="直接连接符 1106">
              <a:extLst>
                <a:ext uri="{FF2B5EF4-FFF2-40B4-BE49-F238E27FC236}">
                  <a16:creationId xmlns:a16="http://schemas.microsoft.com/office/drawing/2014/main" id="{E7A29D00-C51D-1926-4202-3348D35B7868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18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1" name="椭圆 1110">
              <a:extLst>
                <a:ext uri="{FF2B5EF4-FFF2-40B4-BE49-F238E27FC236}">
                  <a16:creationId xmlns:a16="http://schemas.microsoft.com/office/drawing/2014/main" id="{E9D64753-3601-ECD8-0954-DD72FB55D189}"/>
                </a:ext>
              </a:extLst>
            </p:cNvPr>
            <p:cNvSpPr/>
            <p:nvPr/>
          </p:nvSpPr>
          <p:spPr>
            <a:xfrm>
              <a:off x="11034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14" name="直接连接符 1113">
              <a:extLst>
                <a:ext uri="{FF2B5EF4-FFF2-40B4-BE49-F238E27FC236}">
                  <a16:creationId xmlns:a16="http://schemas.microsoft.com/office/drawing/2014/main" id="{244394AD-1109-68A5-58A1-ECB1CE42C9C4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直接连接符 1120">
              <a:extLst>
                <a:ext uri="{FF2B5EF4-FFF2-40B4-BE49-F238E27FC236}">
                  <a16:creationId xmlns:a16="http://schemas.microsoft.com/office/drawing/2014/main" id="{82F1B1E4-7543-DE4E-1E31-BE03F5EE2F8B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0" cy="15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直接连接符 985">
              <a:extLst>
                <a:ext uri="{FF2B5EF4-FFF2-40B4-BE49-F238E27FC236}">
                  <a16:creationId xmlns:a16="http://schemas.microsoft.com/office/drawing/2014/main" id="{33CD7EE7-DC35-1DEE-09F4-45F5B525F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000" y="1602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直接连接符 990">
              <a:extLst>
                <a:ext uri="{FF2B5EF4-FFF2-40B4-BE49-F238E27FC236}">
                  <a16:creationId xmlns:a16="http://schemas.microsoft.com/office/drawing/2014/main" id="{A1D130E1-D76F-5D73-F598-245F3F2A887E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4" name="文本框 1063">
                  <a:extLst>
                    <a:ext uri="{FF2B5EF4-FFF2-40B4-BE49-F238E27FC236}">
                      <a16:creationId xmlns:a16="http://schemas.microsoft.com/office/drawing/2014/main" id="{D3050127-81CA-40E5-665D-9312B441FA60}"/>
                    </a:ext>
                  </a:extLst>
                </p:cNvPr>
                <p:cNvSpPr txBox="1"/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4" name="文本框 1063">
                  <a:extLst>
                    <a:ext uri="{FF2B5EF4-FFF2-40B4-BE49-F238E27FC236}">
                      <a16:creationId xmlns:a16="http://schemas.microsoft.com/office/drawing/2014/main" id="{D3050127-81CA-40E5-665D-9312B441F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5" name="文本框 1064">
                  <a:extLst>
                    <a:ext uri="{FF2B5EF4-FFF2-40B4-BE49-F238E27FC236}">
                      <a16:creationId xmlns:a16="http://schemas.microsoft.com/office/drawing/2014/main" id="{F5D6C756-DE14-83FA-EF19-3951FAC9E549}"/>
                    </a:ext>
                  </a:extLst>
                </p:cNvPr>
                <p:cNvSpPr txBox="1"/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5" name="文本框 1064">
                  <a:extLst>
                    <a:ext uri="{FF2B5EF4-FFF2-40B4-BE49-F238E27FC236}">
                      <a16:creationId xmlns:a16="http://schemas.microsoft.com/office/drawing/2014/main" id="{F5D6C756-DE14-83FA-EF19-3951FAC9E5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2" name="直接连接符 941">
              <a:extLst>
                <a:ext uri="{FF2B5EF4-FFF2-40B4-BE49-F238E27FC236}">
                  <a16:creationId xmlns:a16="http://schemas.microsoft.com/office/drawing/2014/main" id="{23F70737-F28D-8F30-E436-D1EE7F6EC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直接连接符 942">
              <a:extLst>
                <a:ext uri="{FF2B5EF4-FFF2-40B4-BE49-F238E27FC236}">
                  <a16:creationId xmlns:a16="http://schemas.microsoft.com/office/drawing/2014/main" id="{E6B842D4-972E-9169-7295-19F79830F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直接连接符 943">
              <a:extLst>
                <a:ext uri="{FF2B5EF4-FFF2-40B4-BE49-F238E27FC236}">
                  <a16:creationId xmlns:a16="http://schemas.microsoft.com/office/drawing/2014/main" id="{F59D1D43-E65D-08EC-7661-9259F2A989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直接连接符 944">
              <a:extLst>
                <a:ext uri="{FF2B5EF4-FFF2-40B4-BE49-F238E27FC236}">
                  <a16:creationId xmlns:a16="http://schemas.microsoft.com/office/drawing/2014/main" id="{0D76DF74-476C-C163-F2A3-A1CB4E0D5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直接连接符 945">
              <a:extLst>
                <a:ext uri="{FF2B5EF4-FFF2-40B4-BE49-F238E27FC236}">
                  <a16:creationId xmlns:a16="http://schemas.microsoft.com/office/drawing/2014/main" id="{C0CF836F-465D-E3B2-444B-F48CC718F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CF12203-5B0F-B4C2-3315-8A414AB36E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335ABFD8-9303-4CCD-62AB-0B8FE9109D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8B3B2082-9821-88D7-67ED-979A0FE8359B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96662F37-2955-08D3-5210-F71B21676108}"/>
                </a:ext>
              </a:extLst>
            </p:cNvPr>
            <p:cNvSpPr/>
            <p:nvPr/>
          </p:nvSpPr>
          <p:spPr>
            <a:xfrm>
              <a:off x="8298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DF357EB-9054-CD6F-82F7-DEC0F3DB423C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13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47260EA-3764-9536-0655-2A449E31FE5C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214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5A32D55-BAA0-1711-16DB-81B4456B6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246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AB078AA-F2B2-C85F-8F87-02D0B0C88C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39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6502283-6A91-53D4-4236-B187CDE1E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93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1E69B8A-BDFF-8190-9D02-9A5AF90395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6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86D0C61-0CC9-2CD5-4911-708315181CA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4D562B6-6C76-3AEE-24E0-381129516ECB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00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83CBAF2-7F92-B728-72B8-150121F5915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C5D38BA-2E72-B64B-D63C-6565AA9645F0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2466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03C4E0DB-2486-FC14-116F-8D66714B9FC1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006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2FF4560-D6A1-071E-F69E-B9DD1A2612D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2AFED0C-BBE4-3B90-6D9D-90DD3903AD6C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4068000"/>
              <a:ext cx="0" cy="20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直接连接符 913">
              <a:extLst>
                <a:ext uri="{FF2B5EF4-FFF2-40B4-BE49-F238E27FC236}">
                  <a16:creationId xmlns:a16="http://schemas.microsoft.com/office/drawing/2014/main" id="{94D4D7CB-16CE-5F7E-96D5-3B16919DC2F1}"/>
                </a:ext>
              </a:extLst>
            </p:cNvPr>
            <p:cNvCxnSpPr>
              <a:cxnSpLocks/>
            </p:cNvCxnSpPr>
            <p:nvPr/>
          </p:nvCxnSpPr>
          <p:spPr>
            <a:xfrm>
              <a:off x="7633431" y="2466000"/>
              <a:ext cx="0" cy="250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63C8C04-1C79-9470-E2F8-4CA9941B45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55BA0CF-88D9-3A0A-ACC9-C867F83153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B57E5E7E-12D1-616D-86CF-B1EC78349E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4C042F9-BA17-E670-6D98-3936DFBA0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827C610-A89F-E1EB-453D-B53874229F93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8EFF810-9F12-F4DD-D9FB-9C21D385FFE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613AC8A-5F20-8FA6-AC09-88BEAC20303F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C6C1242B-4195-DDE8-34B8-61BEB625C16F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9" name="椭圆 898">
              <a:extLst>
                <a:ext uri="{FF2B5EF4-FFF2-40B4-BE49-F238E27FC236}">
                  <a16:creationId xmlns:a16="http://schemas.microsoft.com/office/drawing/2014/main" id="{58D2E094-45E4-E5D5-AA01-4F164A8332D2}"/>
                </a:ext>
              </a:extLst>
            </p:cNvPr>
            <p:cNvSpPr/>
            <p:nvPr/>
          </p:nvSpPr>
          <p:spPr>
            <a:xfrm>
              <a:off x="829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5" name="椭圆 914">
              <a:extLst>
                <a:ext uri="{FF2B5EF4-FFF2-40B4-BE49-F238E27FC236}">
                  <a16:creationId xmlns:a16="http://schemas.microsoft.com/office/drawing/2014/main" id="{D948F05B-069F-0597-9DAB-765ED0BF85D0}"/>
                </a:ext>
              </a:extLst>
            </p:cNvPr>
            <p:cNvSpPr/>
            <p:nvPr/>
          </p:nvSpPr>
          <p:spPr>
            <a:xfrm>
              <a:off x="757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26" name="直接连接符 925">
              <a:extLst>
                <a:ext uri="{FF2B5EF4-FFF2-40B4-BE49-F238E27FC236}">
                  <a16:creationId xmlns:a16="http://schemas.microsoft.com/office/drawing/2014/main" id="{BA90C03C-8773-3DF0-23AE-BD96CBED19DF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直接连接符 926">
              <a:extLst>
                <a:ext uri="{FF2B5EF4-FFF2-40B4-BE49-F238E27FC236}">
                  <a16:creationId xmlns:a16="http://schemas.microsoft.com/office/drawing/2014/main" id="{2D93E13F-5858-F6F9-7C28-0B047C397F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接连接符 927">
              <a:extLst>
                <a:ext uri="{FF2B5EF4-FFF2-40B4-BE49-F238E27FC236}">
                  <a16:creationId xmlns:a16="http://schemas.microsoft.com/office/drawing/2014/main" id="{C9FC10CE-51B7-43A8-7872-85F27EBF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接连接符 928">
              <a:extLst>
                <a:ext uri="{FF2B5EF4-FFF2-40B4-BE49-F238E27FC236}">
                  <a16:creationId xmlns:a16="http://schemas.microsoft.com/office/drawing/2014/main" id="{E91192CE-616B-2269-680D-F56207B10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接连接符 929">
              <a:extLst>
                <a:ext uri="{FF2B5EF4-FFF2-40B4-BE49-F238E27FC236}">
                  <a16:creationId xmlns:a16="http://schemas.microsoft.com/office/drawing/2014/main" id="{6B7991C3-038D-3FB0-07E4-5B8882352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直接连接符 930">
              <a:extLst>
                <a:ext uri="{FF2B5EF4-FFF2-40B4-BE49-F238E27FC236}">
                  <a16:creationId xmlns:a16="http://schemas.microsoft.com/office/drawing/2014/main" id="{D72355AB-8FB5-B6E4-5CB7-44382D419F2D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直接连接符 931">
              <a:extLst>
                <a:ext uri="{FF2B5EF4-FFF2-40B4-BE49-F238E27FC236}">
                  <a16:creationId xmlns:a16="http://schemas.microsoft.com/office/drawing/2014/main" id="{C71E990F-9A64-6187-854A-9815FEFB1D5D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直接连接符 932">
              <a:extLst>
                <a:ext uri="{FF2B5EF4-FFF2-40B4-BE49-F238E27FC236}">
                  <a16:creationId xmlns:a16="http://schemas.microsoft.com/office/drawing/2014/main" id="{9427EA5E-76D6-4D15-8174-B2011C1C3F3E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直接连接符 933">
              <a:extLst>
                <a:ext uri="{FF2B5EF4-FFF2-40B4-BE49-F238E27FC236}">
                  <a16:creationId xmlns:a16="http://schemas.microsoft.com/office/drawing/2014/main" id="{EB20F332-5887-C5AB-2121-C08662E1B4F7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4338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直接连接符 934">
              <a:extLst>
                <a:ext uri="{FF2B5EF4-FFF2-40B4-BE49-F238E27FC236}">
                  <a16:creationId xmlns:a16="http://schemas.microsoft.com/office/drawing/2014/main" id="{98A46F75-384B-D84C-BD60-A9463BE4DC2F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06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6" name="椭圆 935">
              <a:extLst>
                <a:ext uri="{FF2B5EF4-FFF2-40B4-BE49-F238E27FC236}">
                  <a16:creationId xmlns:a16="http://schemas.microsoft.com/office/drawing/2014/main" id="{1F1B82CA-982C-6851-6195-FD5DE2D09131}"/>
                </a:ext>
              </a:extLst>
            </p:cNvPr>
            <p:cNvSpPr/>
            <p:nvPr/>
          </p:nvSpPr>
          <p:spPr>
            <a:xfrm>
              <a:off x="7182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79" name="直接连接符 978">
              <a:extLst>
                <a:ext uri="{FF2B5EF4-FFF2-40B4-BE49-F238E27FC236}">
                  <a16:creationId xmlns:a16="http://schemas.microsoft.com/office/drawing/2014/main" id="{5790F616-DA36-F11A-F930-1BA32C5B95DF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57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D3DC17F4-B04F-272F-0AAC-40D972C97E73}"/>
                </a:ext>
              </a:extLst>
            </p:cNvPr>
            <p:cNvSpPr/>
            <p:nvPr/>
          </p:nvSpPr>
          <p:spPr>
            <a:xfrm>
              <a:off x="8298000" y="45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D0BA97DC-C445-294D-554D-B73D67279260}"/>
                </a:ext>
              </a:extLst>
            </p:cNvPr>
            <p:cNvSpPr/>
            <p:nvPr/>
          </p:nvSpPr>
          <p:spPr>
            <a:xfrm>
              <a:off x="7578000" y="241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7" name="椭圆 946">
              <a:extLst>
                <a:ext uri="{FF2B5EF4-FFF2-40B4-BE49-F238E27FC236}">
                  <a16:creationId xmlns:a16="http://schemas.microsoft.com/office/drawing/2014/main" id="{5195E170-7F1D-BD3B-BE2F-52FBF25017EE}"/>
                </a:ext>
              </a:extLst>
            </p:cNvPr>
            <p:cNvSpPr/>
            <p:nvPr/>
          </p:nvSpPr>
          <p:spPr>
            <a:xfrm>
              <a:off x="8298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25" name="椭圆 1124">
              <a:extLst>
                <a:ext uri="{FF2B5EF4-FFF2-40B4-BE49-F238E27FC236}">
                  <a16:creationId xmlns:a16="http://schemas.microsoft.com/office/drawing/2014/main" id="{520DBB38-BB39-80AA-E8FE-EF2E0F2FBB66}"/>
                </a:ext>
              </a:extLst>
            </p:cNvPr>
            <p:cNvSpPr/>
            <p:nvPr/>
          </p:nvSpPr>
          <p:spPr>
            <a:xfrm>
              <a:off x="9630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34" name="直接连接符 1133">
              <a:extLst>
                <a:ext uri="{FF2B5EF4-FFF2-40B4-BE49-F238E27FC236}">
                  <a16:creationId xmlns:a16="http://schemas.microsoft.com/office/drawing/2014/main" id="{3C1E1B63-064A-1913-C1E6-D1DD753AAAF6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3402000"/>
              <a:ext cx="0" cy="102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直接连接符 1125">
              <a:extLst>
                <a:ext uri="{FF2B5EF4-FFF2-40B4-BE49-F238E27FC236}">
                  <a16:creationId xmlns:a16="http://schemas.microsoft.com/office/drawing/2014/main" id="{50A4E1B5-FC29-BD37-2221-5F79DD568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6000" y="4698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直接连接符 1126">
              <a:extLst>
                <a:ext uri="{FF2B5EF4-FFF2-40B4-BE49-F238E27FC236}">
                  <a16:creationId xmlns:a16="http://schemas.microsoft.com/office/drawing/2014/main" id="{815F693B-557E-8151-ECBB-F185D1147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442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直接连接符 1127">
              <a:extLst>
                <a:ext uri="{FF2B5EF4-FFF2-40B4-BE49-F238E27FC236}">
                  <a16:creationId xmlns:a16="http://schemas.microsoft.com/office/drawing/2014/main" id="{77E4917D-093B-E80E-19F6-D729243199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直接连接符 1128">
              <a:extLst>
                <a:ext uri="{FF2B5EF4-FFF2-40B4-BE49-F238E27FC236}">
                  <a16:creationId xmlns:a16="http://schemas.microsoft.com/office/drawing/2014/main" id="{AC16CDC0-2A86-815B-FA7F-45E3DD42D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8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直接连接符 1129">
              <a:extLst>
                <a:ext uri="{FF2B5EF4-FFF2-40B4-BE49-F238E27FC236}">
                  <a16:creationId xmlns:a16="http://schemas.microsoft.com/office/drawing/2014/main" id="{660080EB-0BCF-ABE8-38FC-6EF5CE287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6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直接连接符 1130">
              <a:extLst>
                <a:ext uri="{FF2B5EF4-FFF2-40B4-BE49-F238E27FC236}">
                  <a16:creationId xmlns:a16="http://schemas.microsoft.com/office/drawing/2014/main" id="{2A363F68-D2D4-A3C4-B16E-49D15E87320F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42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直接连接符 1131">
              <a:extLst>
                <a:ext uri="{FF2B5EF4-FFF2-40B4-BE49-F238E27FC236}">
                  <a16:creationId xmlns:a16="http://schemas.microsoft.com/office/drawing/2014/main" id="{3C9DAE24-FB11-9323-95F2-135FC29DF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9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直接连接符 1132">
              <a:extLst>
                <a:ext uri="{FF2B5EF4-FFF2-40B4-BE49-F238E27FC236}">
                  <a16:creationId xmlns:a16="http://schemas.microsoft.com/office/drawing/2014/main" id="{CB175A32-C3A2-E156-E09D-656F8CB2F13F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69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直接连接符 1136">
              <a:extLst>
                <a:ext uri="{FF2B5EF4-FFF2-40B4-BE49-F238E27FC236}">
                  <a16:creationId xmlns:a16="http://schemas.microsoft.com/office/drawing/2014/main" id="{76CB7075-444E-DA67-2DCD-7153B1848B1A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49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直接连接符 1137">
              <a:extLst>
                <a:ext uri="{FF2B5EF4-FFF2-40B4-BE49-F238E27FC236}">
                  <a16:creationId xmlns:a16="http://schemas.microsoft.com/office/drawing/2014/main" id="{816A6D29-FA7F-8EA6-ECCF-21DA331AAA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52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直接连接符 1138">
              <a:extLst>
                <a:ext uri="{FF2B5EF4-FFF2-40B4-BE49-F238E27FC236}">
                  <a16:creationId xmlns:a16="http://schemas.microsoft.com/office/drawing/2014/main" id="{A5BE1E22-92C1-65B9-F711-8B9DB020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22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直接连接符 1139">
              <a:extLst>
                <a:ext uri="{FF2B5EF4-FFF2-40B4-BE49-F238E27FC236}">
                  <a16:creationId xmlns:a16="http://schemas.microsoft.com/office/drawing/2014/main" id="{9A0D5477-8DBF-36D5-E342-A778C2CCAF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7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直接连接符 1140">
              <a:extLst>
                <a:ext uri="{FF2B5EF4-FFF2-40B4-BE49-F238E27FC236}">
                  <a16:creationId xmlns:a16="http://schemas.microsoft.com/office/drawing/2014/main" id="{B81465F5-F1D3-9622-444D-8203C0D4D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49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直接连接符 1141">
              <a:extLst>
                <a:ext uri="{FF2B5EF4-FFF2-40B4-BE49-F238E27FC236}">
                  <a16:creationId xmlns:a16="http://schemas.microsoft.com/office/drawing/2014/main" id="{9604734F-B765-D19C-EA9D-C507A7F9D57D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29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直接连接符 1142">
              <a:extLst>
                <a:ext uri="{FF2B5EF4-FFF2-40B4-BE49-F238E27FC236}">
                  <a16:creationId xmlns:a16="http://schemas.microsoft.com/office/drawing/2014/main" id="{C951E16E-CB77-958A-F683-D40183CDAB00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8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直接连接符 1144">
              <a:extLst>
                <a:ext uri="{FF2B5EF4-FFF2-40B4-BE49-F238E27FC236}">
                  <a16:creationId xmlns:a16="http://schemas.microsoft.com/office/drawing/2014/main" id="{12F8B958-A644-B2BC-9ECE-CF27C660A4A3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5562000"/>
              <a:ext cx="0" cy="5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直接连接符 1145">
              <a:extLst>
                <a:ext uri="{FF2B5EF4-FFF2-40B4-BE49-F238E27FC236}">
                  <a16:creationId xmlns:a16="http://schemas.microsoft.com/office/drawing/2014/main" id="{3256FFAB-1810-8CED-6920-1827B0636B05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56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7" name="椭圆 1146">
              <a:extLst>
                <a:ext uri="{FF2B5EF4-FFF2-40B4-BE49-F238E27FC236}">
                  <a16:creationId xmlns:a16="http://schemas.microsoft.com/office/drawing/2014/main" id="{196DCFDE-56B1-DF58-20FD-AE7E5AD96F0D}"/>
                </a:ext>
              </a:extLst>
            </p:cNvPr>
            <p:cNvSpPr/>
            <p:nvPr/>
          </p:nvSpPr>
          <p:spPr>
            <a:xfrm>
              <a:off x="9054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49" name="直接连接符 1148">
              <a:extLst>
                <a:ext uri="{FF2B5EF4-FFF2-40B4-BE49-F238E27FC236}">
                  <a16:creationId xmlns:a16="http://schemas.microsoft.com/office/drawing/2014/main" id="{96B66A51-7243-7EDB-81CB-B8EDF47F434C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968000"/>
              <a:ext cx="217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1" name="椭圆 1150">
              <a:extLst>
                <a:ext uri="{FF2B5EF4-FFF2-40B4-BE49-F238E27FC236}">
                  <a16:creationId xmlns:a16="http://schemas.microsoft.com/office/drawing/2014/main" id="{F5E258AF-7754-94EC-6FED-416EAB036F03}"/>
                </a:ext>
              </a:extLst>
            </p:cNvPr>
            <p:cNvSpPr/>
            <p:nvPr/>
          </p:nvSpPr>
          <p:spPr>
            <a:xfrm>
              <a:off x="9342000" y="49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53" name="直接连接符 1152">
              <a:extLst>
                <a:ext uri="{FF2B5EF4-FFF2-40B4-BE49-F238E27FC236}">
                  <a16:creationId xmlns:a16="http://schemas.microsoft.com/office/drawing/2014/main" id="{D9A75C1D-E12B-3B72-4446-A9CF274753B6}"/>
                </a:ext>
              </a:extLst>
            </p:cNvPr>
            <p:cNvCxnSpPr>
              <a:cxnSpLocks/>
            </p:cNvCxnSpPr>
            <p:nvPr/>
          </p:nvCxnSpPr>
          <p:spPr>
            <a:xfrm>
              <a:off x="10241999" y="3402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8" name="椭圆 1157">
              <a:extLst>
                <a:ext uri="{FF2B5EF4-FFF2-40B4-BE49-F238E27FC236}">
                  <a16:creationId xmlns:a16="http://schemas.microsoft.com/office/drawing/2014/main" id="{48722676-78F5-298D-CF40-733B390BD127}"/>
                </a:ext>
              </a:extLst>
            </p:cNvPr>
            <p:cNvSpPr/>
            <p:nvPr/>
          </p:nvSpPr>
          <p:spPr>
            <a:xfrm>
              <a:off x="10188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0" name="椭圆 1159">
              <a:extLst>
                <a:ext uri="{FF2B5EF4-FFF2-40B4-BE49-F238E27FC236}">
                  <a16:creationId xmlns:a16="http://schemas.microsoft.com/office/drawing/2014/main" id="{2DBA8040-A330-E8EF-FBD0-79D9CD8A4141}"/>
                </a:ext>
              </a:extLst>
            </p:cNvPr>
            <p:cNvSpPr/>
            <p:nvPr/>
          </p:nvSpPr>
          <p:spPr>
            <a:xfrm>
              <a:off x="10188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1" name="椭圆 1160">
              <a:extLst>
                <a:ext uri="{FF2B5EF4-FFF2-40B4-BE49-F238E27FC236}">
                  <a16:creationId xmlns:a16="http://schemas.microsoft.com/office/drawing/2014/main" id="{9C2F94E0-71EC-D4DD-8828-01F0D7A62EA3}"/>
                </a:ext>
              </a:extLst>
            </p:cNvPr>
            <p:cNvSpPr/>
            <p:nvPr/>
          </p:nvSpPr>
          <p:spPr>
            <a:xfrm>
              <a:off x="11034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C9EFB80-964D-A745-F768-C1628883A33C}"/>
                </a:ext>
              </a:extLst>
            </p:cNvPr>
            <p:cNvSpPr/>
            <p:nvPr/>
          </p:nvSpPr>
          <p:spPr>
            <a:xfrm>
              <a:off x="6534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080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1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1013-63CC-2536-5F9E-48F527EA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F5ADB54-23BA-7C8C-21E1-1FBAAD631862}"/>
              </a:ext>
            </a:extLst>
          </p:cNvPr>
          <p:cNvCxnSpPr/>
          <p:nvPr/>
        </p:nvCxnSpPr>
        <p:spPr>
          <a:xfrm>
            <a:off x="10242000" y="5220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570AC56-40E3-261A-C211-4611E1EEC159}"/>
              </a:ext>
            </a:extLst>
          </p:cNvPr>
          <p:cNvGrpSpPr/>
          <p:nvPr/>
        </p:nvGrpSpPr>
        <p:grpSpPr>
          <a:xfrm>
            <a:off x="9738000" y="4410000"/>
            <a:ext cx="576000" cy="576000"/>
            <a:chOff x="5832000" y="5038887"/>
            <a:chExt cx="720001" cy="721113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DB2FE2B-F4FF-2534-BC77-8A2DB694B7FE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28DDD0E-5642-7BDA-C51E-7E8F808DC5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9108FF-92EF-D7B6-1E57-6AAA985D9D02}"/>
              </a:ext>
            </a:extLst>
          </p:cNvPr>
          <p:cNvGrpSpPr/>
          <p:nvPr/>
        </p:nvGrpSpPr>
        <p:grpSpPr>
          <a:xfrm>
            <a:off x="7848000" y="3780000"/>
            <a:ext cx="576000" cy="576000"/>
            <a:chOff x="5832000" y="5038887"/>
            <a:chExt cx="720001" cy="721113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C7594E6-A4B0-3931-3874-50C46D7A76A1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C4D1AA5-3902-9CB9-77D0-00B043DF8E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8AA115C-C766-F26A-8F56-D3A5DE9BFC95}"/>
              </a:ext>
            </a:extLst>
          </p:cNvPr>
          <p:cNvCxnSpPr/>
          <p:nvPr/>
        </p:nvCxnSpPr>
        <p:spPr>
          <a:xfrm>
            <a:off x="7236000" y="370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0CD2E00-5AF5-17BD-E569-B6AE38D2A0C0}"/>
              </a:ext>
            </a:extLst>
          </p:cNvPr>
          <p:cNvCxnSpPr/>
          <p:nvPr/>
        </p:nvCxnSpPr>
        <p:spPr>
          <a:xfrm>
            <a:off x="8352000" y="2376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552B115-A59D-5C83-719A-47D4636610EB}"/>
              </a:ext>
            </a:extLst>
          </p:cNvPr>
          <p:cNvGrpSpPr/>
          <p:nvPr/>
        </p:nvGrpSpPr>
        <p:grpSpPr>
          <a:xfrm>
            <a:off x="10584000" y="3600000"/>
            <a:ext cx="576000" cy="576000"/>
            <a:chOff x="5832000" y="5038887"/>
            <a:chExt cx="720001" cy="721113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18E4B3E-6F9A-BA0D-9B62-FA7FA1030E9B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83206CA-F18C-A0E5-1AF7-565661A2B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FE4318-A790-4140-27AF-FF53752FD640}"/>
              </a:ext>
            </a:extLst>
          </p:cNvPr>
          <p:cNvCxnSpPr/>
          <p:nvPr/>
        </p:nvCxnSpPr>
        <p:spPr>
          <a:xfrm>
            <a:off x="11088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43177CC-68B6-3D00-E02E-9776A2853E70}"/>
              </a:ext>
            </a:extLst>
          </p:cNvPr>
          <p:cNvGrpSpPr/>
          <p:nvPr/>
        </p:nvGrpSpPr>
        <p:grpSpPr>
          <a:xfrm>
            <a:off x="9324000" y="1584000"/>
            <a:ext cx="576000" cy="576000"/>
            <a:chOff x="5832000" y="5038887"/>
            <a:chExt cx="720001" cy="721113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AFC58A0-8133-6E03-6D5E-6C0AA1E7669D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C48EA96-8DBE-6473-38EA-4EF30A923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0" name="组合 1169">
            <a:extLst>
              <a:ext uri="{FF2B5EF4-FFF2-40B4-BE49-F238E27FC236}">
                <a16:creationId xmlns:a16="http://schemas.microsoft.com/office/drawing/2014/main" id="{FAF8046C-AFA3-0EB9-1E54-99AF3F080C17}"/>
              </a:ext>
            </a:extLst>
          </p:cNvPr>
          <p:cNvGrpSpPr/>
          <p:nvPr/>
        </p:nvGrpSpPr>
        <p:grpSpPr>
          <a:xfrm>
            <a:off x="7848000" y="1584000"/>
            <a:ext cx="576000" cy="576000"/>
            <a:chOff x="5832000" y="5038887"/>
            <a:chExt cx="720001" cy="721113"/>
          </a:xfrm>
        </p:grpSpPr>
        <p:cxnSp>
          <p:nvCxnSpPr>
            <p:cNvPr id="1171" name="直接连接符 1170">
              <a:extLst>
                <a:ext uri="{FF2B5EF4-FFF2-40B4-BE49-F238E27FC236}">
                  <a16:creationId xmlns:a16="http://schemas.microsoft.com/office/drawing/2014/main" id="{472E5B66-0B65-EDF0-764D-A85CBA5CE64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直接连接符 1171">
              <a:extLst>
                <a:ext uri="{FF2B5EF4-FFF2-40B4-BE49-F238E27FC236}">
                  <a16:creationId xmlns:a16="http://schemas.microsoft.com/office/drawing/2014/main" id="{DCB2204E-6F8F-ECBF-239F-E5D73B2546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3" name="直接连接符 1172">
            <a:extLst>
              <a:ext uri="{FF2B5EF4-FFF2-40B4-BE49-F238E27FC236}">
                <a16:creationId xmlns:a16="http://schemas.microsoft.com/office/drawing/2014/main" id="{806079CF-4EB2-02E2-2518-0BE57D67FB0F}"/>
              </a:ext>
            </a:extLst>
          </p:cNvPr>
          <p:cNvCxnSpPr/>
          <p:nvPr/>
        </p:nvCxnSpPr>
        <p:spPr>
          <a:xfrm>
            <a:off x="11088000" y="2556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8513EE-60B0-8316-E73B-7A70093DA4E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914FD29-9E6A-D4B4-5663-B17A93DB036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F3410986-3588-91B0-10F0-E632EF4ECF0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084AFE5-FD86-43A4-CE3E-1157FB4BCAF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07414F1-9EEA-6D6D-AD16-31F5DD201BB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94508AED-B5B3-4959-515E-9F67B447CB7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异或门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D115309D-126E-A7AA-4578-54A58B435D3B}"/>
              </a:ext>
            </a:extLst>
          </p:cNvPr>
          <p:cNvSpPr txBox="1"/>
          <p:nvPr/>
        </p:nvSpPr>
        <p:spPr>
          <a:xfrm>
            <a:off x="360000" y="827142"/>
            <a:ext cx="309790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0" name="文本框 1189">
            <a:extLst>
              <a:ext uri="{FF2B5EF4-FFF2-40B4-BE49-F238E27FC236}">
                <a16:creationId xmlns:a16="http://schemas.microsoft.com/office/drawing/2014/main" id="{BDAF703F-90C0-77B7-7EC4-E17FBF4DAF9A}"/>
              </a:ext>
            </a:extLst>
          </p:cNvPr>
          <p:cNvSpPr txBox="1"/>
          <p:nvPr/>
        </p:nvSpPr>
        <p:spPr>
          <a:xfrm>
            <a:off x="8532000" y="3420000"/>
            <a:ext cx="4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E8589D-9B17-6F14-C073-8C7987660427}"/>
              </a:ext>
            </a:extLst>
          </p:cNvPr>
          <p:cNvSpPr txBox="1"/>
          <p:nvPr/>
        </p:nvSpPr>
        <p:spPr>
          <a:xfrm>
            <a:off x="952464" y="2181807"/>
            <a:ext cx="26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9778606-B6DD-56C0-EE27-C19A2638E6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8226049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9778606-B6DD-56C0-EE27-C19A2638E6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8226049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356" t="-1333" r="-5516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8"/>
                          <a:stretch>
                            <a:fillRect l="-184314" t="-1333" r="-1307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9EACC62B-BA05-77C9-1C7F-AE29F437C37E}"/>
              </a:ext>
            </a:extLst>
          </p:cNvPr>
          <p:cNvSpPr txBox="1"/>
          <p:nvPr/>
        </p:nvSpPr>
        <p:spPr>
          <a:xfrm>
            <a:off x="2758570" y="3565110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B31696A-13B0-A9AE-F315-362358357F9C}"/>
              </a:ext>
            </a:extLst>
          </p:cNvPr>
          <p:cNvGrpSpPr/>
          <p:nvPr/>
        </p:nvGrpSpPr>
        <p:grpSpPr>
          <a:xfrm>
            <a:off x="5436000" y="972000"/>
            <a:ext cx="6516000" cy="5436000"/>
            <a:chOff x="5436000" y="972000"/>
            <a:chExt cx="6516000" cy="543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A5676A0-4F69-AE10-B0E6-AD8DBA086D6B}"/>
                    </a:ext>
                  </a:extLst>
                </p:cNvPr>
                <p:cNvSpPr txBox="1"/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A5676A0-4F69-AE10-B0E6-AD8DBA086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07C0609-E49B-CD70-62CF-69759C225E3C}"/>
                    </a:ext>
                  </a:extLst>
                </p:cNvPr>
                <p:cNvSpPr txBox="1"/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07C0609-E49B-CD70-62CF-69759C225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C94B768-1383-3062-8EFA-D7428A609FE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30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03FBBF9-77FD-32C2-0DF4-7A95A847FD56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5832000"/>
              <a:ext cx="32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FC42CB7-10C1-2568-41C1-D8743446E2F7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6120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470906B-E240-58D1-D10E-8ED0DD23D3BA}"/>
                </a:ext>
              </a:extLst>
            </p:cNvPr>
            <p:cNvCxnSpPr>
              <a:cxnSpLocks/>
            </p:cNvCxnSpPr>
            <p:nvPr/>
          </p:nvCxnSpPr>
          <p:spPr>
            <a:xfrm>
              <a:off x="9108636" y="1597817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6689F55-A04D-BED9-D5E9-5F6A43B88366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0" cy="24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4620DE9-5465-ADC7-FFF9-92E266D55D93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0" cy="91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7549D9C-A161-86CE-3E1B-0D6038416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2000" y="1602000"/>
              <a:ext cx="0" cy="13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417609A-A3EE-0A51-2726-49E0F170553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888000"/>
              <a:ext cx="0" cy="24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D8BB24AF-3E6D-8ECE-3C1B-41DF67DE0F0B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64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9B9D383-F2B0-7D3B-6CA0-B3D02A543474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47D569D-504B-95FE-78EB-527CAC4437B0}"/>
                    </a:ext>
                  </a:extLst>
                </p:cNvPr>
                <p:cNvSpPr txBox="1"/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47D569D-504B-95FE-78EB-527CAC443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B6FECB63-071D-1BFF-011E-AAC282262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173AC0E-449E-4065-87DA-511EB99F8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5742DD4-7553-975C-3296-3D45A0B9C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直接连接符 895">
              <a:extLst>
                <a:ext uri="{FF2B5EF4-FFF2-40B4-BE49-F238E27FC236}">
                  <a16:creationId xmlns:a16="http://schemas.microsoft.com/office/drawing/2014/main" id="{F77A4144-8DFF-FD9A-43DC-028507D726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接连接符 896">
              <a:extLst>
                <a:ext uri="{FF2B5EF4-FFF2-40B4-BE49-F238E27FC236}">
                  <a16:creationId xmlns:a16="http://schemas.microsoft.com/office/drawing/2014/main" id="{300CCEF9-CA1B-85BD-FE08-0770D36D9296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直接连接符 897">
              <a:extLst>
                <a:ext uri="{FF2B5EF4-FFF2-40B4-BE49-F238E27FC236}">
                  <a16:creationId xmlns:a16="http://schemas.microsoft.com/office/drawing/2014/main" id="{93E8EE6B-AD42-3881-685E-1BA23D021EB4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接连接符 899">
              <a:extLst>
                <a:ext uri="{FF2B5EF4-FFF2-40B4-BE49-F238E27FC236}">
                  <a16:creationId xmlns:a16="http://schemas.microsoft.com/office/drawing/2014/main" id="{057F0306-2FC5-35C2-BC57-995D1F1F8B2E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直接连接符 900">
              <a:extLst>
                <a:ext uri="{FF2B5EF4-FFF2-40B4-BE49-F238E27FC236}">
                  <a16:creationId xmlns:a16="http://schemas.microsoft.com/office/drawing/2014/main" id="{AC1C69B2-57BB-79D6-999A-E4EE9B08AC7A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2" name="椭圆 901">
              <a:extLst>
                <a:ext uri="{FF2B5EF4-FFF2-40B4-BE49-F238E27FC236}">
                  <a16:creationId xmlns:a16="http://schemas.microsoft.com/office/drawing/2014/main" id="{5C707631-3734-F23E-E1E4-13B2528D7889}"/>
                </a:ext>
              </a:extLst>
            </p:cNvPr>
            <p:cNvSpPr/>
            <p:nvPr/>
          </p:nvSpPr>
          <p:spPr>
            <a:xfrm>
              <a:off x="977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3" name="直接连接符 902">
              <a:extLst>
                <a:ext uri="{FF2B5EF4-FFF2-40B4-BE49-F238E27FC236}">
                  <a16:creationId xmlns:a16="http://schemas.microsoft.com/office/drawing/2014/main" id="{867711BE-C1E3-49E0-73EA-2CE1DE5094ED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直接连接符 903">
              <a:extLst>
                <a:ext uri="{FF2B5EF4-FFF2-40B4-BE49-F238E27FC236}">
                  <a16:creationId xmlns:a16="http://schemas.microsoft.com/office/drawing/2014/main" id="{B0B75CA2-AA74-14A7-DDD5-C732727979D2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142000"/>
              <a:ext cx="0" cy="2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5" name="椭圆 904">
              <a:extLst>
                <a:ext uri="{FF2B5EF4-FFF2-40B4-BE49-F238E27FC236}">
                  <a16:creationId xmlns:a16="http://schemas.microsoft.com/office/drawing/2014/main" id="{93A3CAD5-3D9C-8D30-3C78-989CEB012B73}"/>
                </a:ext>
              </a:extLst>
            </p:cNvPr>
            <p:cNvSpPr/>
            <p:nvPr/>
          </p:nvSpPr>
          <p:spPr>
            <a:xfrm>
              <a:off x="977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06" name="直接连接符 905">
              <a:extLst>
                <a:ext uri="{FF2B5EF4-FFF2-40B4-BE49-F238E27FC236}">
                  <a16:creationId xmlns:a16="http://schemas.microsoft.com/office/drawing/2014/main" id="{760B63D0-FDA9-EC13-6D6C-1B59CDE0B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直接连接符 906">
              <a:extLst>
                <a:ext uri="{FF2B5EF4-FFF2-40B4-BE49-F238E27FC236}">
                  <a16:creationId xmlns:a16="http://schemas.microsoft.com/office/drawing/2014/main" id="{E93E5386-AF5F-79BF-4496-B7D2AD126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直接连接符 907">
              <a:extLst>
                <a:ext uri="{FF2B5EF4-FFF2-40B4-BE49-F238E27FC236}">
                  <a16:creationId xmlns:a16="http://schemas.microsoft.com/office/drawing/2014/main" id="{D4101FAA-253B-B30D-26D8-E39EF5BDD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直接连接符 908">
              <a:extLst>
                <a:ext uri="{FF2B5EF4-FFF2-40B4-BE49-F238E27FC236}">
                  <a16:creationId xmlns:a16="http://schemas.microsoft.com/office/drawing/2014/main" id="{A732E73D-4E34-72B1-3C1B-804DF440B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直接连接符 909">
              <a:extLst>
                <a:ext uri="{FF2B5EF4-FFF2-40B4-BE49-F238E27FC236}">
                  <a16:creationId xmlns:a16="http://schemas.microsoft.com/office/drawing/2014/main" id="{FFDA19CA-4AFC-5F32-BAE1-9494F6661C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直接连接符 910">
              <a:extLst>
                <a:ext uri="{FF2B5EF4-FFF2-40B4-BE49-F238E27FC236}">
                  <a16:creationId xmlns:a16="http://schemas.microsoft.com/office/drawing/2014/main" id="{458EC686-DE6D-D211-0FC8-1247E93B64B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直接连接符 911">
              <a:extLst>
                <a:ext uri="{FF2B5EF4-FFF2-40B4-BE49-F238E27FC236}">
                  <a16:creationId xmlns:a16="http://schemas.microsoft.com/office/drawing/2014/main" id="{D6EADB68-9974-7979-2D14-262129D68A4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直接连接符 912">
              <a:extLst>
                <a:ext uri="{FF2B5EF4-FFF2-40B4-BE49-F238E27FC236}">
                  <a16:creationId xmlns:a16="http://schemas.microsoft.com/office/drawing/2014/main" id="{CEBB7508-A622-CE7D-A2FA-57AD493C0610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6" name="椭圆 915">
              <a:extLst>
                <a:ext uri="{FF2B5EF4-FFF2-40B4-BE49-F238E27FC236}">
                  <a16:creationId xmlns:a16="http://schemas.microsoft.com/office/drawing/2014/main" id="{1FC29293-6472-F667-DCD2-92EE391DB8A4}"/>
                </a:ext>
              </a:extLst>
            </p:cNvPr>
            <p:cNvSpPr/>
            <p:nvPr/>
          </p:nvSpPr>
          <p:spPr>
            <a:xfrm>
              <a:off x="1103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17" name="直接连接符 916">
              <a:extLst>
                <a:ext uri="{FF2B5EF4-FFF2-40B4-BE49-F238E27FC236}">
                  <a16:creationId xmlns:a16="http://schemas.microsoft.com/office/drawing/2014/main" id="{425199BE-8655-98FE-65F8-98CA1A91AD1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直接连接符 917">
              <a:extLst>
                <a:ext uri="{FF2B5EF4-FFF2-40B4-BE49-F238E27FC236}">
                  <a16:creationId xmlns:a16="http://schemas.microsoft.com/office/drawing/2014/main" id="{A27FE08C-8C0F-77DC-8BD3-77B38F35357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2142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9" name="椭圆 918">
              <a:extLst>
                <a:ext uri="{FF2B5EF4-FFF2-40B4-BE49-F238E27FC236}">
                  <a16:creationId xmlns:a16="http://schemas.microsoft.com/office/drawing/2014/main" id="{7B9A48F0-C020-67C1-A62B-C5202CD3AAB4}"/>
                </a:ext>
              </a:extLst>
            </p:cNvPr>
            <p:cNvSpPr/>
            <p:nvPr/>
          </p:nvSpPr>
          <p:spPr>
            <a:xfrm>
              <a:off x="1103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20" name="直接连接符 919">
              <a:extLst>
                <a:ext uri="{FF2B5EF4-FFF2-40B4-BE49-F238E27FC236}">
                  <a16:creationId xmlns:a16="http://schemas.microsoft.com/office/drawing/2014/main" id="{864BEC4B-B204-E72F-B54E-9832DBFCF960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394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1" name="椭圆 920">
              <a:extLst>
                <a:ext uri="{FF2B5EF4-FFF2-40B4-BE49-F238E27FC236}">
                  <a16:creationId xmlns:a16="http://schemas.microsoft.com/office/drawing/2014/main" id="{B21DAEFA-BA36-0DF5-F306-66A01B0EEDAF}"/>
                </a:ext>
              </a:extLst>
            </p:cNvPr>
            <p:cNvSpPr/>
            <p:nvPr/>
          </p:nvSpPr>
          <p:spPr>
            <a:xfrm>
              <a:off x="11034000" y="234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22" name="直接连接符 921">
              <a:extLst>
                <a:ext uri="{FF2B5EF4-FFF2-40B4-BE49-F238E27FC236}">
                  <a16:creationId xmlns:a16="http://schemas.microsoft.com/office/drawing/2014/main" id="{F373DABF-9996-2F36-67B1-9E2E5739A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264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直接连接符 922">
              <a:extLst>
                <a:ext uri="{FF2B5EF4-FFF2-40B4-BE49-F238E27FC236}">
                  <a16:creationId xmlns:a16="http://schemas.microsoft.com/office/drawing/2014/main" id="{A4F377AA-98C3-2587-A43C-77D0E67CD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57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直接连接符 923">
              <a:extLst>
                <a:ext uri="{FF2B5EF4-FFF2-40B4-BE49-F238E27FC236}">
                  <a16:creationId xmlns:a16="http://schemas.microsoft.com/office/drawing/2014/main" id="{25A1B239-842A-94C7-9652-6830151CC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11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直接连接符 924">
              <a:extLst>
                <a:ext uri="{FF2B5EF4-FFF2-40B4-BE49-F238E27FC236}">
                  <a16:creationId xmlns:a16="http://schemas.microsoft.com/office/drawing/2014/main" id="{AEC5166F-075E-6332-2BD1-994D6D2DF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直接连接符 936">
              <a:extLst>
                <a:ext uri="{FF2B5EF4-FFF2-40B4-BE49-F238E27FC236}">
                  <a16:creationId xmlns:a16="http://schemas.microsoft.com/office/drawing/2014/main" id="{E683B65D-9333-941C-FFB2-2F6E6970B95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64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直接连接符 937">
              <a:extLst>
                <a:ext uri="{FF2B5EF4-FFF2-40B4-BE49-F238E27FC236}">
                  <a16:creationId xmlns:a16="http://schemas.microsoft.com/office/drawing/2014/main" id="{9D3E31E0-880C-80EF-7BBA-18C7B97923E1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1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直接连接符 938">
              <a:extLst>
                <a:ext uri="{FF2B5EF4-FFF2-40B4-BE49-F238E27FC236}">
                  <a16:creationId xmlns:a16="http://schemas.microsoft.com/office/drawing/2014/main" id="{C6F17C24-C93E-692D-F47D-7E0335C736AC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直接连接符 939">
              <a:extLst>
                <a:ext uri="{FF2B5EF4-FFF2-40B4-BE49-F238E27FC236}">
                  <a16:creationId xmlns:a16="http://schemas.microsoft.com/office/drawing/2014/main" id="{4E78F5EE-6BB3-ACB1-3A52-C617B2151D29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直接连接符 940">
              <a:extLst>
                <a:ext uri="{FF2B5EF4-FFF2-40B4-BE49-F238E27FC236}">
                  <a16:creationId xmlns:a16="http://schemas.microsoft.com/office/drawing/2014/main" id="{C343A724-20B9-2310-49D8-859FFA42C7DF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>
              <a:extLst>
                <a:ext uri="{FF2B5EF4-FFF2-40B4-BE49-F238E27FC236}">
                  <a16:creationId xmlns:a16="http://schemas.microsoft.com/office/drawing/2014/main" id="{65A5775B-B535-B084-26A6-1C8B7FD97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361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>
              <a:extLst>
                <a:ext uri="{FF2B5EF4-FFF2-40B4-BE49-F238E27FC236}">
                  <a16:creationId xmlns:a16="http://schemas.microsoft.com/office/drawing/2014/main" id="{D91D8DBC-0075-73F1-81B0-9A889B559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54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>
              <a:extLst>
                <a:ext uri="{FF2B5EF4-FFF2-40B4-BE49-F238E27FC236}">
                  <a16:creationId xmlns:a16="http://schemas.microsoft.com/office/drawing/2014/main" id="{1D22E8A4-5FDC-8BC9-393E-5C1878C5A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408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>
              <a:extLst>
                <a:ext uri="{FF2B5EF4-FFF2-40B4-BE49-F238E27FC236}">
                  <a16:creationId xmlns:a16="http://schemas.microsoft.com/office/drawing/2014/main" id="{77520A82-F5EA-8254-6F03-12849EE9F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8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直接连接符 953">
              <a:extLst>
                <a:ext uri="{FF2B5EF4-FFF2-40B4-BE49-F238E27FC236}">
                  <a16:creationId xmlns:a16="http://schemas.microsoft.com/office/drawing/2014/main" id="{D109B6A4-0636-770F-760F-F72DEC1C8FE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1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直接连接符 954">
              <a:extLst>
                <a:ext uri="{FF2B5EF4-FFF2-40B4-BE49-F238E27FC236}">
                  <a16:creationId xmlns:a16="http://schemas.microsoft.com/office/drawing/2014/main" id="{E1A047B9-FE98-E642-15E5-67FB7A4F3DCC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15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直接连接符 955">
              <a:extLst>
                <a:ext uri="{FF2B5EF4-FFF2-40B4-BE49-F238E27FC236}">
                  <a16:creationId xmlns:a16="http://schemas.microsoft.com/office/drawing/2014/main" id="{26EC40F0-F216-F623-F908-E00937C48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8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直接连接符 956">
              <a:extLst>
                <a:ext uri="{FF2B5EF4-FFF2-40B4-BE49-F238E27FC236}">
                  <a16:creationId xmlns:a16="http://schemas.microsoft.com/office/drawing/2014/main" id="{CA6231BF-5C2E-59ED-B577-E540C71B3585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4158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椭圆 957">
              <a:extLst>
                <a:ext uri="{FF2B5EF4-FFF2-40B4-BE49-F238E27FC236}">
                  <a16:creationId xmlns:a16="http://schemas.microsoft.com/office/drawing/2014/main" id="{3AA068DA-35F0-0D1C-1114-0073CDAE3AB9}"/>
                </a:ext>
              </a:extLst>
            </p:cNvPr>
            <p:cNvSpPr/>
            <p:nvPr/>
          </p:nvSpPr>
          <p:spPr>
            <a:xfrm>
              <a:off x="11034000" y="410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9" name="直接连接符 958">
              <a:extLst>
                <a:ext uri="{FF2B5EF4-FFF2-40B4-BE49-F238E27FC236}">
                  <a16:creationId xmlns:a16="http://schemas.microsoft.com/office/drawing/2014/main" id="{8E395267-A087-E9DB-083B-93BA0F1A8054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18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0" name="椭圆 959">
              <a:extLst>
                <a:ext uri="{FF2B5EF4-FFF2-40B4-BE49-F238E27FC236}">
                  <a16:creationId xmlns:a16="http://schemas.microsoft.com/office/drawing/2014/main" id="{113CCCBF-E490-792C-7165-1C4B209C0216}"/>
                </a:ext>
              </a:extLst>
            </p:cNvPr>
            <p:cNvSpPr/>
            <p:nvPr/>
          </p:nvSpPr>
          <p:spPr>
            <a:xfrm>
              <a:off x="11034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61" name="直接连接符 960">
              <a:extLst>
                <a:ext uri="{FF2B5EF4-FFF2-40B4-BE49-F238E27FC236}">
                  <a16:creationId xmlns:a16="http://schemas.microsoft.com/office/drawing/2014/main" id="{C35BC458-C0ED-F1B9-21B0-5AE5EE65063B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直接连接符 961">
              <a:extLst>
                <a:ext uri="{FF2B5EF4-FFF2-40B4-BE49-F238E27FC236}">
                  <a16:creationId xmlns:a16="http://schemas.microsoft.com/office/drawing/2014/main" id="{40FCC34C-1CD6-2BE3-9F24-A5381B5DD55E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0" cy="15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直接连接符 962">
              <a:extLst>
                <a:ext uri="{FF2B5EF4-FFF2-40B4-BE49-F238E27FC236}">
                  <a16:creationId xmlns:a16="http://schemas.microsoft.com/office/drawing/2014/main" id="{37286760-6DCC-C8DB-3F21-0E8A3A62C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000" y="1602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直接连接符 963">
              <a:extLst>
                <a:ext uri="{FF2B5EF4-FFF2-40B4-BE49-F238E27FC236}">
                  <a16:creationId xmlns:a16="http://schemas.microsoft.com/office/drawing/2014/main" id="{94082069-E8D5-2773-41CD-3413C15D9F7D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5" name="文本框 964">
                  <a:extLst>
                    <a:ext uri="{FF2B5EF4-FFF2-40B4-BE49-F238E27FC236}">
                      <a16:creationId xmlns:a16="http://schemas.microsoft.com/office/drawing/2014/main" id="{8F196C29-1870-2A77-4986-3F86AFADB573}"/>
                    </a:ext>
                  </a:extLst>
                </p:cNvPr>
                <p:cNvSpPr txBox="1"/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65" name="文本框 964">
                  <a:extLst>
                    <a:ext uri="{FF2B5EF4-FFF2-40B4-BE49-F238E27FC236}">
                      <a16:creationId xmlns:a16="http://schemas.microsoft.com/office/drawing/2014/main" id="{8F196C29-1870-2A77-4986-3F86AFADB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6" name="文本框 965">
                  <a:extLst>
                    <a:ext uri="{FF2B5EF4-FFF2-40B4-BE49-F238E27FC236}">
                      <a16:creationId xmlns:a16="http://schemas.microsoft.com/office/drawing/2014/main" id="{0AD088FA-5EAB-2E46-7290-B08F15B45489}"/>
                    </a:ext>
                  </a:extLst>
                </p:cNvPr>
                <p:cNvSpPr txBox="1"/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66" name="文本框 965">
                  <a:extLst>
                    <a:ext uri="{FF2B5EF4-FFF2-40B4-BE49-F238E27FC236}">
                      <a16:creationId xmlns:a16="http://schemas.microsoft.com/office/drawing/2014/main" id="{0AD088FA-5EAB-2E46-7290-B08F15B45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7" name="直接连接符 966">
              <a:extLst>
                <a:ext uri="{FF2B5EF4-FFF2-40B4-BE49-F238E27FC236}">
                  <a16:creationId xmlns:a16="http://schemas.microsoft.com/office/drawing/2014/main" id="{C2C9A787-7F39-85B8-4CD4-0D11A6528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直接连接符 967">
              <a:extLst>
                <a:ext uri="{FF2B5EF4-FFF2-40B4-BE49-F238E27FC236}">
                  <a16:creationId xmlns:a16="http://schemas.microsoft.com/office/drawing/2014/main" id="{9794B5AE-D0DE-1DAC-F9E7-78B9DF7C1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直接连接符 968">
              <a:extLst>
                <a:ext uri="{FF2B5EF4-FFF2-40B4-BE49-F238E27FC236}">
                  <a16:creationId xmlns:a16="http://schemas.microsoft.com/office/drawing/2014/main" id="{9C9223E1-9FE1-6613-8BE8-7B3E035F1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直接连接符 969">
              <a:extLst>
                <a:ext uri="{FF2B5EF4-FFF2-40B4-BE49-F238E27FC236}">
                  <a16:creationId xmlns:a16="http://schemas.microsoft.com/office/drawing/2014/main" id="{6CACEA23-5319-EFEF-2995-3942F78A2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直接连接符 970">
              <a:extLst>
                <a:ext uri="{FF2B5EF4-FFF2-40B4-BE49-F238E27FC236}">
                  <a16:creationId xmlns:a16="http://schemas.microsoft.com/office/drawing/2014/main" id="{228FBCFB-9841-7E87-9A63-D7B10C65F222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直接连接符 971">
              <a:extLst>
                <a:ext uri="{FF2B5EF4-FFF2-40B4-BE49-F238E27FC236}">
                  <a16:creationId xmlns:a16="http://schemas.microsoft.com/office/drawing/2014/main" id="{8B3772D3-1957-8E42-E7D4-465C84CB704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直接连接符 972">
              <a:extLst>
                <a:ext uri="{FF2B5EF4-FFF2-40B4-BE49-F238E27FC236}">
                  <a16:creationId xmlns:a16="http://schemas.microsoft.com/office/drawing/2014/main" id="{448291DF-8CD8-4978-5072-EA80E30555F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直接连接符 973">
              <a:extLst>
                <a:ext uri="{FF2B5EF4-FFF2-40B4-BE49-F238E27FC236}">
                  <a16:creationId xmlns:a16="http://schemas.microsoft.com/office/drawing/2014/main" id="{5BB96A09-8CDC-B321-516B-C770DE9F2E47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5" name="椭圆 974">
              <a:extLst>
                <a:ext uri="{FF2B5EF4-FFF2-40B4-BE49-F238E27FC236}">
                  <a16:creationId xmlns:a16="http://schemas.microsoft.com/office/drawing/2014/main" id="{5AFB40C0-E6A3-E5F5-8F02-A74336E5400E}"/>
                </a:ext>
              </a:extLst>
            </p:cNvPr>
            <p:cNvSpPr/>
            <p:nvPr/>
          </p:nvSpPr>
          <p:spPr>
            <a:xfrm>
              <a:off x="8298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76" name="直接连接符 975">
              <a:extLst>
                <a:ext uri="{FF2B5EF4-FFF2-40B4-BE49-F238E27FC236}">
                  <a16:creationId xmlns:a16="http://schemas.microsoft.com/office/drawing/2014/main" id="{3B00F7BD-4089-DF57-3EB1-F6BA226890DB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13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直接连接符 976">
              <a:extLst>
                <a:ext uri="{FF2B5EF4-FFF2-40B4-BE49-F238E27FC236}">
                  <a16:creationId xmlns:a16="http://schemas.microsoft.com/office/drawing/2014/main" id="{F7526DC4-66DD-29BF-A203-016710C34BE6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214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直接连接符 977">
              <a:extLst>
                <a:ext uri="{FF2B5EF4-FFF2-40B4-BE49-F238E27FC236}">
                  <a16:creationId xmlns:a16="http://schemas.microsoft.com/office/drawing/2014/main" id="{7B427D4C-41FB-817A-B898-50557963F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246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直接连接符 979">
              <a:extLst>
                <a:ext uri="{FF2B5EF4-FFF2-40B4-BE49-F238E27FC236}">
                  <a16:creationId xmlns:a16="http://schemas.microsoft.com/office/drawing/2014/main" id="{49237DBE-3F2B-C800-2E2E-2ECBC297E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39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直接连接符 980">
              <a:extLst>
                <a:ext uri="{FF2B5EF4-FFF2-40B4-BE49-F238E27FC236}">
                  <a16:creationId xmlns:a16="http://schemas.microsoft.com/office/drawing/2014/main" id="{C10C16B0-7125-2DE2-A96C-E4B1E9641E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93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直接连接符 981">
              <a:extLst>
                <a:ext uri="{FF2B5EF4-FFF2-40B4-BE49-F238E27FC236}">
                  <a16:creationId xmlns:a16="http://schemas.microsoft.com/office/drawing/2014/main" id="{7C9EBD97-3B54-0C0C-153E-2D1CBD0DC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6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直接连接符 982">
              <a:extLst>
                <a:ext uri="{FF2B5EF4-FFF2-40B4-BE49-F238E27FC236}">
                  <a16:creationId xmlns:a16="http://schemas.microsoft.com/office/drawing/2014/main" id="{00C1A53C-F9AF-3654-658B-83520B497DE9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直接连接符 983">
              <a:extLst>
                <a:ext uri="{FF2B5EF4-FFF2-40B4-BE49-F238E27FC236}">
                  <a16:creationId xmlns:a16="http://schemas.microsoft.com/office/drawing/2014/main" id="{A84851A9-CA9E-5F84-DECC-41D27227513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00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直接连接符 984">
              <a:extLst>
                <a:ext uri="{FF2B5EF4-FFF2-40B4-BE49-F238E27FC236}">
                  <a16:creationId xmlns:a16="http://schemas.microsoft.com/office/drawing/2014/main" id="{405F6DF8-67B9-D9B6-3B37-E2CB1C2980E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直接连接符 986">
              <a:extLst>
                <a:ext uri="{FF2B5EF4-FFF2-40B4-BE49-F238E27FC236}">
                  <a16:creationId xmlns:a16="http://schemas.microsoft.com/office/drawing/2014/main" id="{158184EF-2BB9-0111-EDE6-566B40AFD4F4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2466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直接连接符 987">
              <a:extLst>
                <a:ext uri="{FF2B5EF4-FFF2-40B4-BE49-F238E27FC236}">
                  <a16:creationId xmlns:a16="http://schemas.microsoft.com/office/drawing/2014/main" id="{24D86AD5-CFD9-A78E-1C9C-7A5204706A79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006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直接连接符 988">
              <a:extLst>
                <a:ext uri="{FF2B5EF4-FFF2-40B4-BE49-F238E27FC236}">
                  <a16:creationId xmlns:a16="http://schemas.microsoft.com/office/drawing/2014/main" id="{5C65F7BA-3A4E-1A5A-287D-8F7E215AEBBB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直接连接符 989">
              <a:extLst>
                <a:ext uri="{FF2B5EF4-FFF2-40B4-BE49-F238E27FC236}">
                  <a16:creationId xmlns:a16="http://schemas.microsoft.com/office/drawing/2014/main" id="{BDE79053-B481-5FCC-2558-FCE5AEFAACE1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4068000"/>
              <a:ext cx="0" cy="20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直接连接符 991">
              <a:extLst>
                <a:ext uri="{FF2B5EF4-FFF2-40B4-BE49-F238E27FC236}">
                  <a16:creationId xmlns:a16="http://schemas.microsoft.com/office/drawing/2014/main" id="{CD62FCD1-80D5-1FED-C83F-5056D130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633431" y="2466000"/>
              <a:ext cx="0" cy="250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直接连接符 993">
              <a:extLst>
                <a:ext uri="{FF2B5EF4-FFF2-40B4-BE49-F238E27FC236}">
                  <a16:creationId xmlns:a16="http://schemas.microsoft.com/office/drawing/2014/main" id="{3517196B-D117-2553-84C7-502EC65E7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直接连接符 994">
              <a:extLst>
                <a:ext uri="{FF2B5EF4-FFF2-40B4-BE49-F238E27FC236}">
                  <a16:creationId xmlns:a16="http://schemas.microsoft.com/office/drawing/2014/main" id="{EEBBF6BA-AC3C-8113-AB85-3D26AE51B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直接连接符 995">
              <a:extLst>
                <a:ext uri="{FF2B5EF4-FFF2-40B4-BE49-F238E27FC236}">
                  <a16:creationId xmlns:a16="http://schemas.microsoft.com/office/drawing/2014/main" id="{624CC08E-B1DC-32BD-361E-87315C92A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直接连接符 996">
              <a:extLst>
                <a:ext uri="{FF2B5EF4-FFF2-40B4-BE49-F238E27FC236}">
                  <a16:creationId xmlns:a16="http://schemas.microsoft.com/office/drawing/2014/main" id="{9C4D4FAD-8E47-F240-2906-0A0051B466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直接连接符 997">
              <a:extLst>
                <a:ext uri="{FF2B5EF4-FFF2-40B4-BE49-F238E27FC236}">
                  <a16:creationId xmlns:a16="http://schemas.microsoft.com/office/drawing/2014/main" id="{AD89D34B-1C91-F20A-4F2E-6B93C29DA0C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直接连接符 998">
              <a:extLst>
                <a:ext uri="{FF2B5EF4-FFF2-40B4-BE49-F238E27FC236}">
                  <a16:creationId xmlns:a16="http://schemas.microsoft.com/office/drawing/2014/main" id="{75C42309-E314-F1E6-B700-DA5A592A642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直接连接符 999">
              <a:extLst>
                <a:ext uri="{FF2B5EF4-FFF2-40B4-BE49-F238E27FC236}">
                  <a16:creationId xmlns:a16="http://schemas.microsoft.com/office/drawing/2014/main" id="{E77A499F-0D14-34D6-FBCA-22560531D31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直接连接符 1000">
              <a:extLst>
                <a:ext uri="{FF2B5EF4-FFF2-40B4-BE49-F238E27FC236}">
                  <a16:creationId xmlns:a16="http://schemas.microsoft.com/office/drawing/2014/main" id="{344CE48B-7E89-069D-BA3A-D0D258D00426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2" name="椭圆 1001">
              <a:extLst>
                <a:ext uri="{FF2B5EF4-FFF2-40B4-BE49-F238E27FC236}">
                  <a16:creationId xmlns:a16="http://schemas.microsoft.com/office/drawing/2014/main" id="{A50498A9-C879-D207-B1C2-87DD8300F318}"/>
                </a:ext>
              </a:extLst>
            </p:cNvPr>
            <p:cNvSpPr/>
            <p:nvPr/>
          </p:nvSpPr>
          <p:spPr>
            <a:xfrm>
              <a:off x="829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3" name="椭圆 1002">
              <a:extLst>
                <a:ext uri="{FF2B5EF4-FFF2-40B4-BE49-F238E27FC236}">
                  <a16:creationId xmlns:a16="http://schemas.microsoft.com/office/drawing/2014/main" id="{20C8A594-A7E3-C0E3-E5ED-1AE62D3BF490}"/>
                </a:ext>
              </a:extLst>
            </p:cNvPr>
            <p:cNvSpPr/>
            <p:nvPr/>
          </p:nvSpPr>
          <p:spPr>
            <a:xfrm>
              <a:off x="757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04" name="直接连接符 1003">
              <a:extLst>
                <a:ext uri="{FF2B5EF4-FFF2-40B4-BE49-F238E27FC236}">
                  <a16:creationId xmlns:a16="http://schemas.microsoft.com/office/drawing/2014/main" id="{384EDA48-482D-4723-36F0-4D4767181DE6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直接连接符 1004">
              <a:extLst>
                <a:ext uri="{FF2B5EF4-FFF2-40B4-BE49-F238E27FC236}">
                  <a16:creationId xmlns:a16="http://schemas.microsoft.com/office/drawing/2014/main" id="{FE52C0B1-09FF-5926-51B1-5BF29DDE4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直接连接符 1005">
              <a:extLst>
                <a:ext uri="{FF2B5EF4-FFF2-40B4-BE49-F238E27FC236}">
                  <a16:creationId xmlns:a16="http://schemas.microsoft.com/office/drawing/2014/main" id="{309B7429-8177-A479-8D5B-5A8C854E7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直接连接符 1006">
              <a:extLst>
                <a:ext uri="{FF2B5EF4-FFF2-40B4-BE49-F238E27FC236}">
                  <a16:creationId xmlns:a16="http://schemas.microsoft.com/office/drawing/2014/main" id="{2BEA3212-9109-187B-0883-DA034A5740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直接连接符 1007">
              <a:extLst>
                <a:ext uri="{FF2B5EF4-FFF2-40B4-BE49-F238E27FC236}">
                  <a16:creationId xmlns:a16="http://schemas.microsoft.com/office/drawing/2014/main" id="{1902E019-5E6C-CFE7-9F60-03BD260B0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直接连接符 1009">
              <a:extLst>
                <a:ext uri="{FF2B5EF4-FFF2-40B4-BE49-F238E27FC236}">
                  <a16:creationId xmlns:a16="http://schemas.microsoft.com/office/drawing/2014/main" id="{D0C694FB-D6FC-A436-024F-E789EB66A133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直接连接符 1011">
              <a:extLst>
                <a:ext uri="{FF2B5EF4-FFF2-40B4-BE49-F238E27FC236}">
                  <a16:creationId xmlns:a16="http://schemas.microsoft.com/office/drawing/2014/main" id="{8EBB04C4-AD10-8D19-797B-2A486A3E9ABF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直接连接符 1013">
              <a:extLst>
                <a:ext uri="{FF2B5EF4-FFF2-40B4-BE49-F238E27FC236}">
                  <a16:creationId xmlns:a16="http://schemas.microsoft.com/office/drawing/2014/main" id="{4E57B306-F01C-D1C4-8D60-A03B3D23017B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直接连接符 1015">
              <a:extLst>
                <a:ext uri="{FF2B5EF4-FFF2-40B4-BE49-F238E27FC236}">
                  <a16:creationId xmlns:a16="http://schemas.microsoft.com/office/drawing/2014/main" id="{A9872D98-4CBC-B70D-C763-64008C04C75C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4338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直接连接符 1016">
              <a:extLst>
                <a:ext uri="{FF2B5EF4-FFF2-40B4-BE49-F238E27FC236}">
                  <a16:creationId xmlns:a16="http://schemas.microsoft.com/office/drawing/2014/main" id="{FDD63A86-7607-7207-6B8B-B378A5061792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06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8" name="椭圆 1017">
              <a:extLst>
                <a:ext uri="{FF2B5EF4-FFF2-40B4-BE49-F238E27FC236}">
                  <a16:creationId xmlns:a16="http://schemas.microsoft.com/office/drawing/2014/main" id="{7C1965A8-1A62-E16F-70A8-003612951FC5}"/>
                </a:ext>
              </a:extLst>
            </p:cNvPr>
            <p:cNvSpPr/>
            <p:nvPr/>
          </p:nvSpPr>
          <p:spPr>
            <a:xfrm>
              <a:off x="7182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19" name="直接连接符 1018">
              <a:extLst>
                <a:ext uri="{FF2B5EF4-FFF2-40B4-BE49-F238E27FC236}">
                  <a16:creationId xmlns:a16="http://schemas.microsoft.com/office/drawing/2014/main" id="{47A2693B-8832-9249-8470-467FBCF7D25E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57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0" name="椭圆 1019">
              <a:extLst>
                <a:ext uri="{FF2B5EF4-FFF2-40B4-BE49-F238E27FC236}">
                  <a16:creationId xmlns:a16="http://schemas.microsoft.com/office/drawing/2014/main" id="{F846A4C6-CDA9-B9FB-CC4F-C4A61A3592FB}"/>
                </a:ext>
              </a:extLst>
            </p:cNvPr>
            <p:cNvSpPr/>
            <p:nvPr/>
          </p:nvSpPr>
          <p:spPr>
            <a:xfrm>
              <a:off x="8298000" y="45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1" name="椭圆 1020">
              <a:extLst>
                <a:ext uri="{FF2B5EF4-FFF2-40B4-BE49-F238E27FC236}">
                  <a16:creationId xmlns:a16="http://schemas.microsoft.com/office/drawing/2014/main" id="{916C94E2-2211-6BF8-E712-330BBC412A11}"/>
                </a:ext>
              </a:extLst>
            </p:cNvPr>
            <p:cNvSpPr/>
            <p:nvPr/>
          </p:nvSpPr>
          <p:spPr>
            <a:xfrm>
              <a:off x="7578000" y="241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2" name="椭圆 1021">
              <a:extLst>
                <a:ext uri="{FF2B5EF4-FFF2-40B4-BE49-F238E27FC236}">
                  <a16:creationId xmlns:a16="http://schemas.microsoft.com/office/drawing/2014/main" id="{45F75631-907F-383F-3C1F-1376D440A6AC}"/>
                </a:ext>
              </a:extLst>
            </p:cNvPr>
            <p:cNvSpPr/>
            <p:nvPr/>
          </p:nvSpPr>
          <p:spPr>
            <a:xfrm>
              <a:off x="8298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3" name="椭圆 1022">
              <a:extLst>
                <a:ext uri="{FF2B5EF4-FFF2-40B4-BE49-F238E27FC236}">
                  <a16:creationId xmlns:a16="http://schemas.microsoft.com/office/drawing/2014/main" id="{71284FDE-99A4-27BF-077D-989F0D0E25B3}"/>
                </a:ext>
              </a:extLst>
            </p:cNvPr>
            <p:cNvSpPr/>
            <p:nvPr/>
          </p:nvSpPr>
          <p:spPr>
            <a:xfrm>
              <a:off x="9630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DC02347E-4511-3981-8CD6-13288A5536E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3402000"/>
              <a:ext cx="0" cy="102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9BCF04AC-B887-B619-8C11-6410CD103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6000" y="4698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36D1637C-6457-A69F-E9BA-0C3FE05A6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442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2EF6E932-3AC2-F0DF-0DD1-BEF602A20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71C6DF79-52CC-1BDE-0B04-2D5F8050C9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8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1B4EA8C2-8390-1968-88B0-F63DAB670E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6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35100D02-268A-45A9-1321-86952814F923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42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1DE69367-D5DC-3E3B-751D-D19E21D3B61E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9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4C192BD5-BE5A-A86C-8F3B-5B662A4F4DA0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69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34FEABE7-4FC3-8DD0-7925-B2E45029EB37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49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A1DD71C3-DC0B-2FDA-2519-ABF484583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52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5CCCB49A-AB4F-899E-AEFB-5C5DA8CC0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22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7BC6FFC0-7377-BC34-6E6C-FBD034140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7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6CB3C855-20D5-72B5-AAD0-06818F0119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49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2DB0AA11-A99E-7E16-AA64-127A70C83E3D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29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3B113F4D-813A-8F53-7046-C89EC332125A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8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682530D5-BB31-A223-9035-A91913DA750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5562000"/>
              <a:ext cx="0" cy="5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BE85FE48-34F9-1472-08D3-A83D30A0ABB3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56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F7C31913-FC3B-5E66-4C0A-0FF76A98A21A}"/>
                </a:ext>
              </a:extLst>
            </p:cNvPr>
            <p:cNvSpPr/>
            <p:nvPr/>
          </p:nvSpPr>
          <p:spPr>
            <a:xfrm>
              <a:off x="9054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DA0CBED4-E376-8FF4-063F-E105EC6877E1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968000"/>
              <a:ext cx="217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1DECFBF7-4CA6-7280-B85D-7E14D814A314}"/>
                </a:ext>
              </a:extLst>
            </p:cNvPr>
            <p:cNvSpPr/>
            <p:nvPr/>
          </p:nvSpPr>
          <p:spPr>
            <a:xfrm>
              <a:off x="9342000" y="49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915269FE-4297-2B50-A1FB-E25BD170650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1999" y="3402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A2A36C83-AA67-4929-B55F-F530A33CA2F6}"/>
                </a:ext>
              </a:extLst>
            </p:cNvPr>
            <p:cNvSpPr/>
            <p:nvPr/>
          </p:nvSpPr>
          <p:spPr>
            <a:xfrm>
              <a:off x="10188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C9AF4A70-A246-7E93-5ED8-C56F8C9DEDB1}"/>
                </a:ext>
              </a:extLst>
            </p:cNvPr>
            <p:cNvSpPr/>
            <p:nvPr/>
          </p:nvSpPr>
          <p:spPr>
            <a:xfrm>
              <a:off x="10188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7B390B95-81B6-4DEE-5959-639D62FC4FDC}"/>
                </a:ext>
              </a:extLst>
            </p:cNvPr>
            <p:cNvSpPr/>
            <p:nvPr/>
          </p:nvSpPr>
          <p:spPr>
            <a:xfrm>
              <a:off x="11034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E59F738C-7D05-CB98-18D5-C9F00C9B7E29}"/>
                </a:ext>
              </a:extLst>
            </p:cNvPr>
            <p:cNvSpPr/>
            <p:nvPr/>
          </p:nvSpPr>
          <p:spPr>
            <a:xfrm>
              <a:off x="6534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563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8BEC7A51-9E59-0F6E-435C-F1869227AE18}"/>
              </a:ext>
            </a:extLst>
          </p:cNvPr>
          <p:cNvCxnSpPr/>
          <p:nvPr/>
        </p:nvCxnSpPr>
        <p:spPr>
          <a:xfrm>
            <a:off x="8352000" y="370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55EEE862-9713-93E4-513B-7E2D143E0989}"/>
              </a:ext>
            </a:extLst>
          </p:cNvPr>
          <p:cNvGrpSpPr/>
          <p:nvPr/>
        </p:nvGrpSpPr>
        <p:grpSpPr>
          <a:xfrm>
            <a:off x="6732000" y="3780000"/>
            <a:ext cx="576000" cy="576000"/>
            <a:chOff x="5832000" y="5038887"/>
            <a:chExt cx="720001" cy="721113"/>
          </a:xfrm>
        </p:grpSpPr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7D40BB85-C403-DCA9-08C1-289EE893027D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AA9D7C51-4234-61FC-228C-74F90266E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00958E3B-6D85-DD1E-3D0F-629BC3C3C16E}"/>
              </a:ext>
            </a:extLst>
          </p:cNvPr>
          <p:cNvGrpSpPr/>
          <p:nvPr/>
        </p:nvGrpSpPr>
        <p:grpSpPr>
          <a:xfrm>
            <a:off x="9720000" y="5274000"/>
            <a:ext cx="576000" cy="576000"/>
            <a:chOff x="5832000" y="5038887"/>
            <a:chExt cx="720001" cy="721113"/>
          </a:xfrm>
        </p:grpSpPr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5127F4ED-A42F-2215-64DC-68748C6EF66E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618710A6-6C0A-94EF-7ADC-DA6265CB3C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8CA41916-9D85-F275-A452-7359554F3791}"/>
              </a:ext>
            </a:extLst>
          </p:cNvPr>
          <p:cNvCxnSpPr/>
          <p:nvPr/>
        </p:nvCxnSpPr>
        <p:spPr>
          <a:xfrm>
            <a:off x="10242000" y="433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88DC410A-98BE-C273-D4B1-5637E50E34B6}"/>
              </a:ext>
            </a:extLst>
          </p:cNvPr>
          <p:cNvGrpSpPr/>
          <p:nvPr/>
        </p:nvGrpSpPr>
        <p:grpSpPr>
          <a:xfrm>
            <a:off x="10584000" y="3600000"/>
            <a:ext cx="576000" cy="576000"/>
            <a:chOff x="5832000" y="5038887"/>
            <a:chExt cx="720001" cy="721113"/>
          </a:xfrm>
        </p:grpSpPr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94AE5B0B-4E45-1FC9-C52E-EDE0CA29A2E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81766F48-8442-AEA4-3DEA-28861B645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4404AA0F-2242-7F79-287B-D3A9635AF830}"/>
              </a:ext>
            </a:extLst>
          </p:cNvPr>
          <p:cNvGrpSpPr/>
          <p:nvPr/>
        </p:nvGrpSpPr>
        <p:grpSpPr>
          <a:xfrm>
            <a:off x="7848000" y="2448000"/>
            <a:ext cx="576000" cy="576000"/>
            <a:chOff x="5832000" y="5038887"/>
            <a:chExt cx="720001" cy="721113"/>
          </a:xfrm>
        </p:grpSpPr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0A742B12-A6EC-73D5-D62E-B54574737105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6335A490-72F2-F816-4DD2-B9D10554E7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79FFD7B4-91AF-53B1-AF70-954F1FF73FEB}"/>
              </a:ext>
            </a:extLst>
          </p:cNvPr>
          <p:cNvCxnSpPr/>
          <p:nvPr/>
        </p:nvCxnSpPr>
        <p:spPr>
          <a:xfrm>
            <a:off x="11088000" y="2556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70611529-5CD1-C700-B039-D474DAC70582}"/>
              </a:ext>
            </a:extLst>
          </p:cNvPr>
          <p:cNvGrpSpPr/>
          <p:nvPr/>
        </p:nvGrpSpPr>
        <p:grpSpPr>
          <a:xfrm>
            <a:off x="10584000" y="1584000"/>
            <a:ext cx="576000" cy="576000"/>
            <a:chOff x="5832000" y="5038887"/>
            <a:chExt cx="720001" cy="721113"/>
          </a:xfrm>
        </p:grpSpPr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2733FB63-88C3-9D63-7338-30508EEC8F1C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2521AABD-DFB1-1A43-D390-E5D06A1C8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3CA21655-9A50-9F7D-AD0A-409781A8DCDF}"/>
              </a:ext>
            </a:extLst>
          </p:cNvPr>
          <p:cNvCxnSpPr/>
          <p:nvPr/>
        </p:nvCxnSpPr>
        <p:spPr>
          <a:xfrm>
            <a:off x="9828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3C7ACA3A-DAD2-472D-6869-B6C42841AF2C}"/>
              </a:ext>
            </a:extLst>
          </p:cNvPr>
          <p:cNvCxnSpPr/>
          <p:nvPr/>
        </p:nvCxnSpPr>
        <p:spPr>
          <a:xfrm>
            <a:off x="8352000" y="151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A1C4EA7F-05B5-4E3F-DEF1-C8E6AED733D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5F34D27-1120-205F-DC52-2C657FFD01A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11BCF711-3505-AD11-FDE8-B4DCF9CF265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539023D1-2B49-9C8C-830A-D89A0A85385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37FCD991-DCF9-F18F-FEB9-ECA844BB155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33DABB63-52F7-C9CD-E702-AE94454AA00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异或门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EB8199-00C8-4878-3476-3EB104BE9BE3}"/>
              </a:ext>
            </a:extLst>
          </p:cNvPr>
          <p:cNvSpPr txBox="1"/>
          <p:nvPr/>
        </p:nvSpPr>
        <p:spPr>
          <a:xfrm>
            <a:off x="360000" y="827142"/>
            <a:ext cx="309790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4D8D3D-12C3-30DC-38E8-1F1514441D0B}"/>
              </a:ext>
            </a:extLst>
          </p:cNvPr>
          <p:cNvSpPr txBox="1"/>
          <p:nvPr/>
        </p:nvSpPr>
        <p:spPr>
          <a:xfrm>
            <a:off x="952464" y="2181807"/>
            <a:ext cx="26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DF74ADC6-8E55-8779-8C64-E2032BCBC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928618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DF74ADC6-8E55-8779-8C64-E2032BCBC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2928618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6" t="-1333" r="-5516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4314" t="-1333" r="-1307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9612C39-71ED-3840-F367-848F16DA2BAD}"/>
              </a:ext>
            </a:extLst>
          </p:cNvPr>
          <p:cNvSpPr txBox="1"/>
          <p:nvPr/>
        </p:nvSpPr>
        <p:spPr>
          <a:xfrm>
            <a:off x="2758570" y="4025748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1037BC1D-3665-9F09-2E69-B7F2D337B835}"/>
              </a:ext>
            </a:extLst>
          </p:cNvPr>
          <p:cNvSpPr txBox="1"/>
          <p:nvPr/>
        </p:nvSpPr>
        <p:spPr>
          <a:xfrm>
            <a:off x="8532000" y="3420000"/>
            <a:ext cx="4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55BC8666-BB48-349E-6B71-C20A9168C68B}"/>
              </a:ext>
            </a:extLst>
          </p:cNvPr>
          <p:cNvGrpSpPr/>
          <p:nvPr/>
        </p:nvGrpSpPr>
        <p:grpSpPr>
          <a:xfrm>
            <a:off x="5436000" y="972000"/>
            <a:ext cx="6516000" cy="5436000"/>
            <a:chOff x="5436000" y="972000"/>
            <a:chExt cx="6516000" cy="543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4BF2452-DF5A-8224-CE37-8033CC7200D1}"/>
                    </a:ext>
                  </a:extLst>
                </p:cNvPr>
                <p:cNvSpPr txBox="1"/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C4BF2452-DF5A-8224-CE37-8033CC720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FC0ED667-FE70-1BF9-8EBC-3D8B203C519D}"/>
                    </a:ext>
                  </a:extLst>
                </p:cNvPr>
                <p:cNvSpPr txBox="1"/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FC0ED667-FE70-1BF9-8EBC-3D8B203C5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F8D29E8D-C21A-CB0A-D2B2-34041DA5781F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30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F679342D-F74E-FE2D-7995-B97B6958D842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5832000"/>
              <a:ext cx="32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CA084DD8-BBAF-067E-1B5C-5C4499B5676B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6120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9664B225-E80C-712E-03C4-457A428C2ECF}"/>
                </a:ext>
              </a:extLst>
            </p:cNvPr>
            <p:cNvCxnSpPr>
              <a:cxnSpLocks/>
            </p:cNvCxnSpPr>
            <p:nvPr/>
          </p:nvCxnSpPr>
          <p:spPr>
            <a:xfrm>
              <a:off x="9108636" y="1597817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5BE9122E-C8D9-F3FD-9AF8-27E36558EB20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0" cy="24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4823A0DF-D2B6-5A52-DDDB-DD04E5808175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0" cy="91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A84A7424-93D3-B3FC-3C14-262CC332E3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2000" y="1602000"/>
              <a:ext cx="0" cy="13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FCA82A15-EF4B-163B-255E-551418C2BA1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888000"/>
              <a:ext cx="0" cy="24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CA5D1A10-0808-DDF9-1D1F-7B01ABBD281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64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0B75D823-5A07-FF0C-3B0B-B253ABDEBDED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C0DB72C3-88F0-16CE-6622-580B8191DC1D}"/>
                    </a:ext>
                  </a:extLst>
                </p:cNvPr>
                <p:cNvSpPr txBox="1"/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C0DB72C3-88F0-16CE-6622-580B8191D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D60EAE37-7A59-51ED-E27C-391F5338B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38A15820-B9E7-3057-E86F-AAA8FDFCE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FAD73930-D03B-2709-2395-0D627801A4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9948B67C-5A11-8D70-F38B-94BDC12FC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910E7C57-CD63-6044-589F-CCAA6A5937CC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CB284072-975D-D3E7-768F-4BB4D84D5162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F60352EC-819D-04AE-29AC-51A5421D6487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7C515B6A-A930-569D-4BDC-4606BF4160A5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5341C4A5-8D59-5521-5E96-F94C6E6468B3}"/>
                </a:ext>
              </a:extLst>
            </p:cNvPr>
            <p:cNvSpPr/>
            <p:nvPr/>
          </p:nvSpPr>
          <p:spPr>
            <a:xfrm>
              <a:off x="977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B693E781-B27B-F56F-29DC-4CB74D705609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760A6FE9-1F05-C517-BCB1-94671F231236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142000"/>
              <a:ext cx="0" cy="2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B801B7EE-9EDA-AA34-7143-A19EAA817F50}"/>
                </a:ext>
              </a:extLst>
            </p:cNvPr>
            <p:cNvSpPr/>
            <p:nvPr/>
          </p:nvSpPr>
          <p:spPr>
            <a:xfrm>
              <a:off x="977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ACDBA306-98B3-905C-D8FA-EDDD2418F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B741C5B8-AD96-2C4A-6103-F9E46F74F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DB0315FF-FF60-D2F8-1902-1D0B54D4E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6BFCBBCF-B4D0-C8BE-2485-CB75FD09D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9E8D8FAE-D04E-D2B6-6DB4-BA99347F6A7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0271DECC-6F89-61A0-4930-E7C4494A724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A19B817D-558B-04D1-3FC0-9EB93A7A662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43B1A6DD-A3CF-7623-89BA-759DC4368014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DD516172-A253-F659-FC57-FE596CC8CE09}"/>
                </a:ext>
              </a:extLst>
            </p:cNvPr>
            <p:cNvSpPr/>
            <p:nvPr/>
          </p:nvSpPr>
          <p:spPr>
            <a:xfrm>
              <a:off x="1103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3B656905-AB6F-9791-35AE-A743924BDFE0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A9AAE89D-4FC2-A051-3BF5-45683A549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2142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AD63720A-FFC8-B988-7A37-510B34065302}"/>
                </a:ext>
              </a:extLst>
            </p:cNvPr>
            <p:cNvSpPr/>
            <p:nvPr/>
          </p:nvSpPr>
          <p:spPr>
            <a:xfrm>
              <a:off x="1103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C0762F02-195F-0F0A-1049-4E55DE7BBBA0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394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8101A5C3-0F70-F0D1-20D4-E24BAC8E02BD}"/>
                </a:ext>
              </a:extLst>
            </p:cNvPr>
            <p:cNvSpPr/>
            <p:nvPr/>
          </p:nvSpPr>
          <p:spPr>
            <a:xfrm>
              <a:off x="11034000" y="234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9EB71B2A-4C06-AABD-51C9-6D013AB72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264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977BE0F5-91AA-78DC-6F5E-D00008C23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57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ADC5D47A-65EB-5497-CF75-5879AF1AC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11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7601298F-01FB-5ADC-2C84-C5C88F7DC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5AAAE86-94C6-20B7-9224-330569F15E6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64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30EF5619-C001-7DDB-4149-6BB0F6831372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1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7AC73A2D-0980-C37B-AEA9-6AB9EFC7F46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41EED3F9-7BB7-3BD9-6058-D6893F34CF7D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C98ED3B-50BD-B79A-D59C-E3926D93B61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5D7609EF-2BAC-038A-9FF3-145967845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361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3778DB45-7979-6E99-52BF-D6F7C566B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54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CDF3F734-3D54-AED6-BBE3-488B658D82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408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FF2C1948-E232-300A-6C1C-9DCBDB977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8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BCECC336-A1E8-457B-B905-FF33D25F772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1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D8AA4B9F-9AB4-B0B8-CA7D-B792D3E4D2D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15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4454CBC8-B887-7129-E5CA-490EAE6C79F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8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D9817ED3-7F7D-FD85-9FB1-C01BF25C248E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4158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FB990CFF-18AF-82A0-D9EB-664AC7CC20D8}"/>
                </a:ext>
              </a:extLst>
            </p:cNvPr>
            <p:cNvSpPr/>
            <p:nvPr/>
          </p:nvSpPr>
          <p:spPr>
            <a:xfrm>
              <a:off x="11034000" y="410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7C1CCF8C-51D6-987B-4D6F-E01B64F5C5C8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18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D1114D41-5004-D4AA-620E-0E7C0C53E998}"/>
                </a:ext>
              </a:extLst>
            </p:cNvPr>
            <p:cNvSpPr/>
            <p:nvPr/>
          </p:nvSpPr>
          <p:spPr>
            <a:xfrm>
              <a:off x="11034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9D60643C-6B73-11AC-DEAC-79C13077C1C1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5A89E5FC-2970-A0F8-CD74-51F6672B9154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0" cy="15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266997B9-0848-0F3C-051C-B6F42FAFAD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000" y="1602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248A7322-A412-D00F-007C-639766BC87FB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9F3AAB3A-9B94-5AF6-4B33-53A8AA3BAF23}"/>
                    </a:ext>
                  </a:extLst>
                </p:cNvPr>
                <p:cNvSpPr txBox="1"/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9F3AAB3A-9B94-5AF6-4B33-53A8AA3BA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F701EF6-3F13-5903-6338-7A0E89073DD4}"/>
                    </a:ext>
                  </a:extLst>
                </p:cNvPr>
                <p:cNvSpPr txBox="1"/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F701EF6-3F13-5903-6338-7A0E89073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47FCDCE7-878D-B066-7B5C-0D04420807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DBB1EFBA-C3C1-9A5C-A145-B89D449D5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BE7FAC0-CE15-536A-BBDE-4E8121057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92E59810-F19E-3391-6351-847ED5818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B46BA4C5-498F-F8BB-8AD0-7B12BDC5FE11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C4959FD5-E847-420B-AD1E-C23B33ABACA7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9A3D11DA-936C-0D31-9F83-99C377002E0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F84A3F56-BFAB-C498-FDBD-0540AA2EC2F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88D4938E-E267-5B72-681C-00B8CE7B0411}"/>
                </a:ext>
              </a:extLst>
            </p:cNvPr>
            <p:cNvSpPr/>
            <p:nvPr/>
          </p:nvSpPr>
          <p:spPr>
            <a:xfrm>
              <a:off x="8298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067C8C66-BE31-1F3E-0926-21E22F483A8E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13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778FB64A-ADAF-DAFC-D73B-FB8CE38C1319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214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4213F6A3-B54B-5AE0-9053-8BA02372A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246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3B8AE7A8-5C2C-E708-1254-236E1851F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39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C41C8E82-F341-C179-1622-F291C3462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93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C3E355B9-A930-AF64-0447-22B7EBA78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6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A43C4C45-BF55-5C84-5551-7BCBAF1914CB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37976138-8F71-0789-E54D-6C700D5DD52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00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CA62977D-2600-436B-6057-FE2BA45EDBAF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42003ECC-A7B1-9AC5-0877-4B0206B2F676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2466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67161457-B308-CC47-CB75-DC6B097004F2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006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6F8C0C52-443D-CE9D-9AEB-B861090A695F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2A0355E2-ECE2-813E-969E-D2CB1C553EC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4068000"/>
              <a:ext cx="0" cy="20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C14C2689-5097-6B8B-2505-09DF04607851}"/>
                </a:ext>
              </a:extLst>
            </p:cNvPr>
            <p:cNvCxnSpPr>
              <a:cxnSpLocks/>
            </p:cNvCxnSpPr>
            <p:nvPr/>
          </p:nvCxnSpPr>
          <p:spPr>
            <a:xfrm>
              <a:off x="7633431" y="2466000"/>
              <a:ext cx="0" cy="250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C553D4DC-8B22-8EFA-0628-BAD8D3BEA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C7A2395B-827D-7BA9-9B45-2285B9A3F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E6408E4B-0B3F-4733-DDED-7E6FD10EA8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9996443-7B7C-5C9D-322D-14D7C2A004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FC259F3D-FD15-6AF1-A280-D3BA51D45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CF9A590D-BDE5-B526-E96A-72E7EA9AC13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62DB7151-E4A7-3DA9-20D7-44924DE738A9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815ACBEC-88B0-029B-31E5-8A11F70600D6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3F637C98-990A-0C2A-23E3-83ECB1A34FD5}"/>
                </a:ext>
              </a:extLst>
            </p:cNvPr>
            <p:cNvSpPr/>
            <p:nvPr/>
          </p:nvSpPr>
          <p:spPr>
            <a:xfrm>
              <a:off x="829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3753544B-3F4B-ADD3-2F79-7E4AE6C0DD50}"/>
                </a:ext>
              </a:extLst>
            </p:cNvPr>
            <p:cNvSpPr/>
            <p:nvPr/>
          </p:nvSpPr>
          <p:spPr>
            <a:xfrm>
              <a:off x="757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64E93F76-0311-8064-373C-30342680305E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FFEEE433-91BA-24CC-8343-00ADE0FF9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08C57303-F0C0-BE6A-3C80-3AAD11234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DC341CBB-8D5C-BA67-B66A-2EAEEA05F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D795237B-D206-D735-3AFA-F37CA61F0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C48B1990-1D38-E48C-1E86-86619D59D115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7AB9377C-4104-6376-5CB0-BDA9E95049DE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135933BA-5A03-7EFB-1BDC-B84E75E3EE11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FFE392A7-E510-0E80-8773-C60741D39F81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4338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535EB8F0-E1B0-877C-BE4E-1221F6CEC570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06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178B1A9D-7C12-462C-8DC6-3AB1990E8E21}"/>
                </a:ext>
              </a:extLst>
            </p:cNvPr>
            <p:cNvSpPr/>
            <p:nvPr/>
          </p:nvSpPr>
          <p:spPr>
            <a:xfrm>
              <a:off x="7182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C6B43426-A75D-9B47-9D8E-F3036DE215AD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57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BCB02020-D31D-F0B9-4B74-8F6D73F28AF4}"/>
                </a:ext>
              </a:extLst>
            </p:cNvPr>
            <p:cNvSpPr/>
            <p:nvPr/>
          </p:nvSpPr>
          <p:spPr>
            <a:xfrm>
              <a:off x="8298000" y="45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2E18DACE-BA1D-ACBB-9A8D-4A4AEF5E2DEC}"/>
                </a:ext>
              </a:extLst>
            </p:cNvPr>
            <p:cNvSpPr/>
            <p:nvPr/>
          </p:nvSpPr>
          <p:spPr>
            <a:xfrm>
              <a:off x="7578000" y="241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C0B187CE-4DEE-AE71-B488-A443DAB2DAA0}"/>
                </a:ext>
              </a:extLst>
            </p:cNvPr>
            <p:cNvSpPr/>
            <p:nvPr/>
          </p:nvSpPr>
          <p:spPr>
            <a:xfrm>
              <a:off x="8298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0F5E9579-457C-D50C-DABD-C27C858BCBA2}"/>
                </a:ext>
              </a:extLst>
            </p:cNvPr>
            <p:cNvSpPr/>
            <p:nvPr/>
          </p:nvSpPr>
          <p:spPr>
            <a:xfrm>
              <a:off x="9630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07998B81-EC36-C185-F0C8-FF317AF09014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3402000"/>
              <a:ext cx="0" cy="102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850643F6-6ECC-8A41-2DB5-C78E4F8DC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6000" y="4698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D082367A-0751-85B6-531F-B2D2EB338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442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FF7C6CEE-BA85-44D6-6BD1-271DC0632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06BF3942-DA44-6037-77FD-3986A408E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8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9AB0BBA8-F986-A3AD-6315-1E1507F25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6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59ADF8B3-9E51-4E49-DC69-A3FC328A17D3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42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900F2AD7-0463-84D7-5384-D60B5588A3A5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9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E7EB9D45-1F55-8068-26E6-6010BA72DDE6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69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61B293E9-317D-C1E1-3609-1A0041C8315A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49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A047DE28-B9F8-BB8A-8093-F1F46DDB8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52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510EE85C-3904-F438-F177-8C1574DAEE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22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2BA4FECF-0AC5-6995-CE72-8401FF0F0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7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1B1FAED2-CF44-3A30-F03C-66E547718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49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72435FB8-37F0-8441-0121-133CCC487F6B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29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C6B6CE56-4DFD-313E-3EEF-1F9927D5E591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8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670D3CBE-0421-5C99-2495-FE3AADF575EF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5562000"/>
              <a:ext cx="0" cy="5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D22882BF-6C30-2504-3142-1D27B300A796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56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31E364B6-CA12-DF32-785E-E974CE56BFAB}"/>
                </a:ext>
              </a:extLst>
            </p:cNvPr>
            <p:cNvSpPr/>
            <p:nvPr/>
          </p:nvSpPr>
          <p:spPr>
            <a:xfrm>
              <a:off x="9054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D7089D6B-CAAF-1DC9-F992-8EE94EF5419B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968000"/>
              <a:ext cx="217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243C224C-C4C2-506F-EA8F-6C78F8A1CB61}"/>
                </a:ext>
              </a:extLst>
            </p:cNvPr>
            <p:cNvSpPr/>
            <p:nvPr/>
          </p:nvSpPr>
          <p:spPr>
            <a:xfrm>
              <a:off x="9342000" y="49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3EEE7BDD-B692-C63C-3EBD-982CF337A55D}"/>
                </a:ext>
              </a:extLst>
            </p:cNvPr>
            <p:cNvCxnSpPr>
              <a:cxnSpLocks/>
            </p:cNvCxnSpPr>
            <p:nvPr/>
          </p:nvCxnSpPr>
          <p:spPr>
            <a:xfrm>
              <a:off x="10241999" y="3402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E71D908B-F0D2-71CE-BE46-4E257B8C00E3}"/>
                </a:ext>
              </a:extLst>
            </p:cNvPr>
            <p:cNvSpPr/>
            <p:nvPr/>
          </p:nvSpPr>
          <p:spPr>
            <a:xfrm>
              <a:off x="10188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FDD5ABCA-1CD7-C7D1-2ABE-D52DBA3307C7}"/>
                </a:ext>
              </a:extLst>
            </p:cNvPr>
            <p:cNvSpPr/>
            <p:nvPr/>
          </p:nvSpPr>
          <p:spPr>
            <a:xfrm>
              <a:off x="10188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E4671ADD-442C-BA0C-A82A-E2BB4835A9A1}"/>
                </a:ext>
              </a:extLst>
            </p:cNvPr>
            <p:cNvSpPr/>
            <p:nvPr/>
          </p:nvSpPr>
          <p:spPr>
            <a:xfrm>
              <a:off x="11034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BD2619D7-1FDB-9149-5A16-AE8E006DE115}"/>
                </a:ext>
              </a:extLst>
            </p:cNvPr>
            <p:cNvSpPr/>
            <p:nvPr/>
          </p:nvSpPr>
          <p:spPr>
            <a:xfrm>
              <a:off x="6534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986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DBF6FC7F-037A-1D04-AC7B-A1E077540D98}"/>
              </a:ext>
            </a:extLst>
          </p:cNvPr>
          <p:cNvCxnSpPr/>
          <p:nvPr/>
        </p:nvCxnSpPr>
        <p:spPr>
          <a:xfrm>
            <a:off x="10242000" y="5202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35CFEA96-DB37-55E4-92C3-7E9F2B8F8143}"/>
              </a:ext>
            </a:extLst>
          </p:cNvPr>
          <p:cNvCxnSpPr/>
          <p:nvPr/>
        </p:nvCxnSpPr>
        <p:spPr>
          <a:xfrm>
            <a:off x="10242000" y="433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4DD6FDE2-14FA-C2D6-92E5-EEAE3815F7A9}"/>
              </a:ext>
            </a:extLst>
          </p:cNvPr>
          <p:cNvCxnSpPr/>
          <p:nvPr/>
        </p:nvCxnSpPr>
        <p:spPr>
          <a:xfrm>
            <a:off x="7236000" y="370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F7866EEC-FFBF-28D4-41A5-BBF6887F6344}"/>
              </a:ext>
            </a:extLst>
          </p:cNvPr>
          <p:cNvCxnSpPr/>
          <p:nvPr/>
        </p:nvCxnSpPr>
        <p:spPr>
          <a:xfrm>
            <a:off x="8352000" y="3708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BA878F20-FC1F-D93D-2E10-8387CEFDAF72}"/>
              </a:ext>
            </a:extLst>
          </p:cNvPr>
          <p:cNvGrpSpPr/>
          <p:nvPr/>
        </p:nvGrpSpPr>
        <p:grpSpPr>
          <a:xfrm>
            <a:off x="10584000" y="3600000"/>
            <a:ext cx="576000" cy="576000"/>
            <a:chOff x="5832000" y="5038887"/>
            <a:chExt cx="720001" cy="721113"/>
          </a:xfrm>
        </p:grpSpPr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8A35BB1D-4307-94F0-1317-02E2BE653D7A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43A3910A-4873-5A2E-2451-B7939D065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5D2D6FD1-7C2F-875A-DA0A-150FC45B4861}"/>
              </a:ext>
            </a:extLst>
          </p:cNvPr>
          <p:cNvCxnSpPr/>
          <p:nvPr/>
        </p:nvCxnSpPr>
        <p:spPr>
          <a:xfrm>
            <a:off x="11088000" y="2556000"/>
            <a:ext cx="0" cy="720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883E999A-2600-1501-BFBB-AECF1734B4DB}"/>
              </a:ext>
            </a:extLst>
          </p:cNvPr>
          <p:cNvGrpSpPr/>
          <p:nvPr/>
        </p:nvGrpSpPr>
        <p:grpSpPr>
          <a:xfrm>
            <a:off x="10584000" y="1584000"/>
            <a:ext cx="576000" cy="576000"/>
            <a:chOff x="5832000" y="5038887"/>
            <a:chExt cx="720001" cy="721113"/>
          </a:xfrm>
        </p:grpSpPr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1B5A2ACF-E956-0FC4-B5AB-CBF257410F43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E5AFB56C-FA28-111C-76DD-C3F1CFBF23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97400671-A0D4-CD05-4669-B332FB067B03}"/>
              </a:ext>
            </a:extLst>
          </p:cNvPr>
          <p:cNvGrpSpPr/>
          <p:nvPr/>
        </p:nvGrpSpPr>
        <p:grpSpPr>
          <a:xfrm>
            <a:off x="7848000" y="2448000"/>
            <a:ext cx="576000" cy="576000"/>
            <a:chOff x="5832000" y="5038887"/>
            <a:chExt cx="720001" cy="721113"/>
          </a:xfrm>
        </p:grpSpPr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0EE93FB3-0BEA-6103-0A22-E8E66EDB2544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99C82A56-9D41-40E3-88B8-6583A9189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C2D7FCEF-33E7-E953-C4B1-B1E1853F1094}"/>
              </a:ext>
            </a:extLst>
          </p:cNvPr>
          <p:cNvGrpSpPr/>
          <p:nvPr/>
        </p:nvGrpSpPr>
        <p:grpSpPr>
          <a:xfrm>
            <a:off x="9324000" y="1584000"/>
            <a:ext cx="576000" cy="576000"/>
            <a:chOff x="5832000" y="5038887"/>
            <a:chExt cx="720001" cy="721113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2B1F88E8-0517-42FD-EB49-DE9CC21BB5C3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1A86B99B-EF2E-CF4A-87C9-42401BD7C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512528D-FB5C-23CC-5BF5-EDA6006CCE34}"/>
              </a:ext>
            </a:extLst>
          </p:cNvPr>
          <p:cNvGrpSpPr/>
          <p:nvPr/>
        </p:nvGrpSpPr>
        <p:grpSpPr>
          <a:xfrm>
            <a:off x="7848000" y="1584000"/>
            <a:ext cx="576000" cy="576000"/>
            <a:chOff x="5832000" y="5038887"/>
            <a:chExt cx="720001" cy="721113"/>
          </a:xfrm>
        </p:grpSpPr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229A97C3-54BC-AEA1-C79C-423E52BE6615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01" y="5038887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27EE592E-35F2-3D18-F5FB-902357011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000" y="5040000"/>
              <a:ext cx="720000" cy="72000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98F0E3C-71F1-7EA3-6585-BDCE6A849C1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A7FA4E8-6C27-391E-ADD4-17371AC3766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5C27C68-DB42-39F5-8A2E-014CE29BE2E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DC717534-1210-0D97-B079-978CF1CF225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D671C4F7-36CD-E7D5-6FC8-3DA5B012CA3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4A699B60-C457-29A1-0586-3798CEC2A0E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异或门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627ECB-E839-A3BA-9C00-53D9A57F1C5F}"/>
              </a:ext>
            </a:extLst>
          </p:cNvPr>
          <p:cNvSpPr txBox="1"/>
          <p:nvPr/>
        </p:nvSpPr>
        <p:spPr>
          <a:xfrm>
            <a:off x="360000" y="827142"/>
            <a:ext cx="309790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BBDAB-CFCF-AA0E-3538-2B96E2C741F4}"/>
              </a:ext>
            </a:extLst>
          </p:cNvPr>
          <p:cNvSpPr txBox="1"/>
          <p:nvPr/>
        </p:nvSpPr>
        <p:spPr>
          <a:xfrm>
            <a:off x="952464" y="2181807"/>
            <a:ext cx="26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8493A075-C0F8-3CE9-B25C-AE26D500CD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825743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8493A075-C0F8-3CE9-B25C-AE26D500CD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825743"/>
                  </p:ext>
                </p:extLst>
              </p:nvPr>
            </p:nvGraphicFramePr>
            <p:xfrm>
              <a:off x="952462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6" t="-1333" r="-5516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4314" t="-1333" r="-1307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95EE6E5C-F7B3-0348-7A6A-837F42577045}"/>
              </a:ext>
            </a:extLst>
          </p:cNvPr>
          <p:cNvSpPr txBox="1"/>
          <p:nvPr/>
        </p:nvSpPr>
        <p:spPr>
          <a:xfrm>
            <a:off x="2758570" y="4480211"/>
            <a:ext cx="733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1CDE1C2A-4033-2805-36BC-51B2EF80B49F}"/>
              </a:ext>
            </a:extLst>
          </p:cNvPr>
          <p:cNvSpPr txBox="1"/>
          <p:nvPr/>
        </p:nvSpPr>
        <p:spPr>
          <a:xfrm>
            <a:off x="8532000" y="3420000"/>
            <a:ext cx="43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EC9C9298-4868-485B-E216-D29B5E3CD6C1}"/>
              </a:ext>
            </a:extLst>
          </p:cNvPr>
          <p:cNvGrpSpPr/>
          <p:nvPr/>
        </p:nvGrpSpPr>
        <p:grpSpPr>
          <a:xfrm>
            <a:off x="5436000" y="972000"/>
            <a:ext cx="6516000" cy="5436000"/>
            <a:chOff x="5436000" y="972000"/>
            <a:chExt cx="6516000" cy="543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3B30F7FA-30E8-19FC-6AEC-4C7E23C5CCB1}"/>
                    </a:ext>
                  </a:extLst>
                </p:cNvPr>
                <p:cNvSpPr txBox="1"/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3B30F7FA-30E8-19FC-6AEC-4C7E23C5C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CD504BC8-8409-F94F-F6E0-7B6E1C3CB26A}"/>
                    </a:ext>
                  </a:extLst>
                </p:cNvPr>
                <p:cNvSpPr txBox="1"/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CD504BC8-8409-F94F-F6E0-7B6E1C3CB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AEB7A79F-0D6D-2F3B-4263-6F04705493F8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30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9F46C07D-C16F-C166-E13C-FDFD0F6C33F5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5832000"/>
              <a:ext cx="32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98257387-8101-28D3-CED0-37D12D377A7D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6120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D5C99CED-0507-622F-050E-0C54CAD5843C}"/>
                </a:ext>
              </a:extLst>
            </p:cNvPr>
            <p:cNvCxnSpPr>
              <a:cxnSpLocks/>
            </p:cNvCxnSpPr>
            <p:nvPr/>
          </p:nvCxnSpPr>
          <p:spPr>
            <a:xfrm>
              <a:off x="9108636" y="1597817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F2997C03-6B7C-ED93-7A60-2C291DDEF890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0" cy="24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6FF5980D-9FF9-E8CF-E137-D6587FBFCFD8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0" cy="91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974BB229-A3E9-52FA-C674-D44CB8F08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2000" y="1602000"/>
              <a:ext cx="0" cy="13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D594B66F-1A1C-E535-E114-E2D1D8734F32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888000"/>
              <a:ext cx="0" cy="24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503CCCCF-2DB9-0A5D-394F-022E68160FF9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64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ED90574B-588A-6342-2450-D37AFCDC2B07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8C013648-09DB-96DC-B119-34B19BFA4C27}"/>
                    </a:ext>
                  </a:extLst>
                </p:cNvPr>
                <p:cNvSpPr txBox="1"/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8C013648-09DB-96DC-B119-34B19BFA4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4506B811-9788-F68C-576B-084442E57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50337E78-E930-959B-34C9-ACE301073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4C0043C0-1AE9-AC31-C927-3F9E82EDE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CA5D87E1-4DA0-4379-753A-F4F3947A3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420D5E01-5BA7-5788-8CCD-64512E3EB176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25876828-4D68-A80D-1754-2A2A1ADAAC33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178CB25A-0588-ADDC-58F6-726B26801DB9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A67B9BD-9AAE-FF92-8213-5DE3C4E87E9C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6936F507-DB04-19EE-6B8B-913CD6612932}"/>
                </a:ext>
              </a:extLst>
            </p:cNvPr>
            <p:cNvSpPr/>
            <p:nvPr/>
          </p:nvSpPr>
          <p:spPr>
            <a:xfrm>
              <a:off x="977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BC526B22-90B8-E3FA-3C5A-6133CCB7FC46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82F5BFE-424D-7FD9-4B69-B22A5E73E475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142000"/>
              <a:ext cx="0" cy="2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4EC92D6E-D956-CD50-5516-1D20297665D7}"/>
                </a:ext>
              </a:extLst>
            </p:cNvPr>
            <p:cNvSpPr/>
            <p:nvPr/>
          </p:nvSpPr>
          <p:spPr>
            <a:xfrm>
              <a:off x="977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6B1F48C7-3BF7-7F04-94B2-DF74E51C1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0B7A611-1AEE-1003-5E2E-5D82845B4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F771B9E6-711D-7067-7051-490A3D0FD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783DC36C-404B-2F35-E366-BE93CB396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61BA6BF-97BE-DD6C-B3B3-72267F367E7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E562EACD-262E-A5FA-55C9-F07B9B5C4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4672A30-8368-DEC0-E9BB-579DEC454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3F58B470-0E0E-B5D0-C39C-054A11A8085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7CBA1C9D-C6A1-FC42-B3D5-03A9B276E298}"/>
                </a:ext>
              </a:extLst>
            </p:cNvPr>
            <p:cNvSpPr/>
            <p:nvPr/>
          </p:nvSpPr>
          <p:spPr>
            <a:xfrm>
              <a:off x="1103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6E3F821B-E5E7-6256-A49B-8302C8138243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BF779078-A1E0-758C-A1AC-0478A3BC0B7D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2142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6C416B15-75BD-15B3-B43B-BE69F1255C06}"/>
                </a:ext>
              </a:extLst>
            </p:cNvPr>
            <p:cNvSpPr/>
            <p:nvPr/>
          </p:nvSpPr>
          <p:spPr>
            <a:xfrm>
              <a:off x="1103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6C400640-46B4-9FDE-525D-163DCD60E253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394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956C0AC1-EB50-8F0D-DB6A-6E44FE0EFB38}"/>
                </a:ext>
              </a:extLst>
            </p:cNvPr>
            <p:cNvSpPr/>
            <p:nvPr/>
          </p:nvSpPr>
          <p:spPr>
            <a:xfrm>
              <a:off x="11034000" y="234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78F83EE5-F41C-780B-D328-1F54CD4C4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264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99381BFD-71E6-B0EE-6E9D-961F723EA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57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D4EF0A06-3700-20FD-4F8E-255EC254D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11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D27E3831-6D87-1B7A-213B-9B4A8969B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1C2E45D0-74B2-14FC-E892-32EE9BEAE4C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64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4E071CE4-BD4C-12D2-2F89-F186A528A83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1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C25BBC39-AE1D-06CF-5DE9-BDDD5A5CFF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2760FDEA-13D2-1A8F-4BD8-32B0C0ADE532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DD8CA0FD-8252-99D8-43C5-47486516723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DE4F9E96-8D18-B327-9F9D-5EE26F68C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361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8E097F1B-C8EA-F34C-424E-EF058BC2D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54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3871D510-1565-15ED-4B4E-3962AA31A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408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E56BD88D-3471-4182-3455-42D457D71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8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17C6B088-CDF3-C7EB-6F2A-284CDBF124E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1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63E5AFE0-3E1D-3A2C-4E7A-6AB40AECD1D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15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A69566C7-85FF-7655-8F57-025C0B57AE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8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17F7630F-271D-42A9-0C46-9C145CBCC654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4158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DE36D36B-700E-B612-EE45-63338B7867DB}"/>
                </a:ext>
              </a:extLst>
            </p:cNvPr>
            <p:cNvSpPr/>
            <p:nvPr/>
          </p:nvSpPr>
          <p:spPr>
            <a:xfrm>
              <a:off x="11034000" y="410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7A191EB9-237F-89E7-E9B0-6A9F72ABAE66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18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495EC89B-B70C-DFEA-6048-90A723D42138}"/>
                </a:ext>
              </a:extLst>
            </p:cNvPr>
            <p:cNvSpPr/>
            <p:nvPr/>
          </p:nvSpPr>
          <p:spPr>
            <a:xfrm>
              <a:off x="11034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9258DDA6-756B-84DB-8C77-0D558AFC367A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BF3FAE66-1C4A-F56C-6ED7-AD6D779873D9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0" cy="15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2F187185-CD98-5859-266D-F6657B298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000" y="1602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FFF03F4E-88F1-7EA5-7074-DEC8BCD8915C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4F576C59-A956-4B65-B913-4FFD86138CFB}"/>
                    </a:ext>
                  </a:extLst>
                </p:cNvPr>
                <p:cNvSpPr txBox="1"/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4F576C59-A956-4B65-B913-4FFD86138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2250000"/>
                  <a:ext cx="900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84791297-3B7B-A751-E6AE-1D1FD056D981}"/>
                    </a:ext>
                  </a:extLst>
                </p:cNvPr>
                <p:cNvSpPr txBox="1"/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84791297-3B7B-A751-E6AE-1D1FD056D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000" y="4122000"/>
                  <a:ext cx="900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340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474BA184-3162-C83F-B583-34E9114EAD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DDF97A18-F959-3D48-E468-C63E8A1FA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CDBFE450-93FA-8638-049C-7F9BAD4A9E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29CEAB77-D1A6-5F16-62BA-E3AC27401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560C4FC0-59D6-37A3-3C8B-F1533C4CEB9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F5FE0215-008D-EAB4-B475-88E3BA26D570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B11F1E51-C47A-18F0-FA40-AD2A7A8D24F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18CE25CA-D17D-EF26-BDA7-9625F7B043C9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F28ED811-0134-4E80-FCB1-6F7F69E4A86D}"/>
                </a:ext>
              </a:extLst>
            </p:cNvPr>
            <p:cNvSpPr/>
            <p:nvPr/>
          </p:nvSpPr>
          <p:spPr>
            <a:xfrm>
              <a:off x="8298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43FB8665-453A-EE52-F3E3-20B14420B45E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13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EC6A470C-28C9-0BE1-3335-EEA4BB572B5B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214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7EA4A195-D9C5-1C7B-D75D-B2E4E9DA2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246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A31FAF68-2CAD-0F5B-B9F8-DB07FDB47B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39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61D2C9E8-94A5-30FB-554F-BE86C85A97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93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435A34CB-6201-D3ED-5F0F-3F882720F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6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DCABAE19-F169-13AA-6E22-977A1229E520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E0A55E85-31AC-6510-D8DF-0BCB686160AE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00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CA38E1F5-745C-88D0-7EF5-5BBE16347F2D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0D77288B-E632-6699-4D1C-C42EAC0CBF30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2466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E5DB5C92-2ED7-7758-1998-FA2EDB212CF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006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4466740F-E1C9-104C-831E-3A6717CD4F6A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A4BCD9E8-E6CA-B623-ED66-103211CCC854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4068000"/>
              <a:ext cx="0" cy="20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6661857F-8E4B-98D1-A733-F67DC5A520E3}"/>
                </a:ext>
              </a:extLst>
            </p:cNvPr>
            <p:cNvCxnSpPr>
              <a:cxnSpLocks/>
            </p:cNvCxnSpPr>
            <p:nvPr/>
          </p:nvCxnSpPr>
          <p:spPr>
            <a:xfrm>
              <a:off x="7633431" y="2466000"/>
              <a:ext cx="0" cy="250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5E5EE823-BC32-7BF2-A6AB-13A0C38BE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EFE41F7F-80D2-DD82-7964-53FAE50AE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77EAE1BE-E432-D987-584A-0996A9C61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B680A533-D9ED-903B-AD5E-DD33E5FCB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9A10A03E-E327-9DA1-48B2-858CE0A18947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6D1CA141-93C7-6741-7C76-969A92F1BC09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9B07A55C-3966-ECBE-D044-3EB16B29B83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5B46088D-7FD1-C687-C50F-7A85AFEBC819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04F7F990-FACF-D04F-CD04-EA0058B1AF05}"/>
                </a:ext>
              </a:extLst>
            </p:cNvPr>
            <p:cNvSpPr/>
            <p:nvPr/>
          </p:nvSpPr>
          <p:spPr>
            <a:xfrm>
              <a:off x="829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F20E9FCE-E348-13E8-6270-B19BE84B6218}"/>
                </a:ext>
              </a:extLst>
            </p:cNvPr>
            <p:cNvSpPr/>
            <p:nvPr/>
          </p:nvSpPr>
          <p:spPr>
            <a:xfrm>
              <a:off x="757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8BA31C02-B770-E038-BF95-FD245E8E2DC4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98220AF7-02AD-3155-D2EB-51B6CE3092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6B293B6A-1DDF-F798-0030-D9FF2E3F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5B49B62-1E68-7CF6-C8E9-C3AEE3349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BFCB2B25-A166-232B-2B16-CCD6CD74A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DCB40905-5794-D9B1-A20C-8D2B364A91F8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231E409E-A0F1-0E55-96FF-3BAEC7A463A5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C431A6A0-9400-6099-4A0A-290BEF679EDE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F6771AA3-3A9E-7591-5B1F-1356080545AF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4338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EF89A262-0A3C-827F-06A4-3F58E49049EC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06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14A3529A-88C9-E758-6FF3-CBE28B2DB10F}"/>
                </a:ext>
              </a:extLst>
            </p:cNvPr>
            <p:cNvSpPr/>
            <p:nvPr/>
          </p:nvSpPr>
          <p:spPr>
            <a:xfrm>
              <a:off x="7182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370F0374-BF67-977E-FA0A-72C548F17190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57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E696D429-B7F5-266F-C2AE-7BAEB75447A0}"/>
                </a:ext>
              </a:extLst>
            </p:cNvPr>
            <p:cNvSpPr/>
            <p:nvPr/>
          </p:nvSpPr>
          <p:spPr>
            <a:xfrm>
              <a:off x="8298000" y="45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A65B7B1B-468D-57A1-CDB0-21318307C694}"/>
                </a:ext>
              </a:extLst>
            </p:cNvPr>
            <p:cNvSpPr/>
            <p:nvPr/>
          </p:nvSpPr>
          <p:spPr>
            <a:xfrm>
              <a:off x="7578000" y="241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F3B7B8D6-C8A1-2231-9963-59A31EA7811B}"/>
                </a:ext>
              </a:extLst>
            </p:cNvPr>
            <p:cNvSpPr/>
            <p:nvPr/>
          </p:nvSpPr>
          <p:spPr>
            <a:xfrm>
              <a:off x="8298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977D73C2-C5E8-6B3D-D85A-8FAC4ECC4C63}"/>
                </a:ext>
              </a:extLst>
            </p:cNvPr>
            <p:cNvSpPr/>
            <p:nvPr/>
          </p:nvSpPr>
          <p:spPr>
            <a:xfrm>
              <a:off x="9630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46482DF5-586C-65DF-74D1-7F1082DD2366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3402000"/>
              <a:ext cx="0" cy="102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DBC9BC1E-C957-7292-76F0-C90A12A11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6000" y="4698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15174AFA-48BC-5AF8-1912-51CF4E640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442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0BA27F9B-01DA-1A7F-B8DC-EEF95CEA4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F4707231-3801-5446-B9A6-739812D5B5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8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C341753E-6687-292B-312D-2311F973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6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6506A093-F5C0-6742-60EE-5ADAFF4AE75B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42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13C09067-AC1B-8869-3153-9F4D5D92FB97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9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260688E5-8068-5581-7C11-51E678BE0344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69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A0980E54-D0AF-3543-FACC-185BC68EC260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49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03A895EB-EFA5-1B64-CC6D-263E6208A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52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BB4D45ED-EC4A-642C-D16A-0B45202AB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22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D1AE1801-9CCE-0734-27FC-6E11612534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7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2DFA1BEC-E286-848D-F306-C2FED91E8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49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D3AB4B20-B852-5E6F-243F-9EC8928DEE1F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29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FB2BA09A-D672-EE9A-A45B-94B98D787D29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8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2D4378E9-05D8-D1A0-101D-369016C283EA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5562000"/>
              <a:ext cx="0" cy="5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BCB5230A-04AA-0277-9411-D143C6F732CE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56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5B781F78-E661-1496-ED8D-1FBE4E01FC5B}"/>
                </a:ext>
              </a:extLst>
            </p:cNvPr>
            <p:cNvSpPr/>
            <p:nvPr/>
          </p:nvSpPr>
          <p:spPr>
            <a:xfrm>
              <a:off x="9054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990FF9F9-418C-D5D6-83D6-8B2BE3E434EA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968000"/>
              <a:ext cx="217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6BD4CB9F-FD96-D00E-464D-5D0759C504A3}"/>
                </a:ext>
              </a:extLst>
            </p:cNvPr>
            <p:cNvSpPr/>
            <p:nvPr/>
          </p:nvSpPr>
          <p:spPr>
            <a:xfrm>
              <a:off x="9342000" y="49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498F6D79-A84E-B55C-1159-8692C12C405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1999" y="3402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B0DBB714-2605-F88B-42CB-2D1CB0A93C87}"/>
                </a:ext>
              </a:extLst>
            </p:cNvPr>
            <p:cNvSpPr/>
            <p:nvPr/>
          </p:nvSpPr>
          <p:spPr>
            <a:xfrm>
              <a:off x="10188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2BA09FDC-4C5B-4D0B-8FCA-BEB3F0554D7A}"/>
                </a:ext>
              </a:extLst>
            </p:cNvPr>
            <p:cNvSpPr/>
            <p:nvPr/>
          </p:nvSpPr>
          <p:spPr>
            <a:xfrm>
              <a:off x="10188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B23DEAC5-D97C-7CB3-5B84-578EF2B2F8BC}"/>
                </a:ext>
              </a:extLst>
            </p:cNvPr>
            <p:cNvSpPr/>
            <p:nvPr/>
          </p:nvSpPr>
          <p:spPr>
            <a:xfrm>
              <a:off x="11034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E8DFB369-9378-C4D1-F951-1E4534CDE6D4}"/>
                </a:ext>
              </a:extLst>
            </p:cNvPr>
            <p:cNvSpPr/>
            <p:nvPr/>
          </p:nvSpPr>
          <p:spPr>
            <a:xfrm>
              <a:off x="6534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1103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2A10-A19B-CBDD-B639-6C9F1127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B2E7565-1660-E133-EB19-3C9B14A8FB3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560F771-6586-41A5-7FA4-04D3C61C996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B3C053A9-6D4B-0D4D-AB75-7067942BDB3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91E9098-1F76-7FE3-BD19-69F44166122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9DAE09F-73A1-1C9E-3C82-E6A30E52AE1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68" name="文本框 1067">
            <a:extLst>
              <a:ext uri="{FF2B5EF4-FFF2-40B4-BE49-F238E27FC236}">
                <a16:creationId xmlns:a16="http://schemas.microsoft.com/office/drawing/2014/main" id="{DEBEE2E6-B951-D027-6DE3-65E5B00A0C5C}"/>
              </a:ext>
            </a:extLst>
          </p:cNvPr>
          <p:cNvSpPr txBox="1"/>
          <p:nvPr/>
        </p:nvSpPr>
        <p:spPr>
          <a:xfrm>
            <a:off x="952464" y="2181807"/>
            <a:ext cx="263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9" name="表格 1068">
                <a:extLst>
                  <a:ext uri="{FF2B5EF4-FFF2-40B4-BE49-F238E27FC236}">
                    <a16:creationId xmlns:a16="http://schemas.microsoft.com/office/drawing/2014/main" id="{69CAC184-CD0F-CFC8-F434-F0B3AA6059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5469815"/>
                  </p:ext>
                </p:extLst>
              </p:nvPr>
            </p:nvGraphicFramePr>
            <p:xfrm>
              <a:off x="952461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zh-CN" sz="24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69" name="表格 1068">
                <a:extLst>
                  <a:ext uri="{FF2B5EF4-FFF2-40B4-BE49-F238E27FC236}">
                    <a16:creationId xmlns:a16="http://schemas.microsoft.com/office/drawing/2014/main" id="{69CAC184-CD0F-CFC8-F434-F0B3AA6059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5469815"/>
                  </p:ext>
                </p:extLst>
              </p:nvPr>
            </p:nvGraphicFramePr>
            <p:xfrm>
              <a:off x="952461" y="2644343"/>
              <a:ext cx="2638877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06667">
                      <a:extLst>
                        <a:ext uri="{9D8B030D-6E8A-4147-A177-3AD203B41FA5}">
                          <a16:colId xmlns:a16="http://schemas.microsoft.com/office/drawing/2014/main" val="845919632"/>
                        </a:ext>
                      </a:extLst>
                    </a:gridCol>
                    <a:gridCol w="932210">
                      <a:extLst>
                        <a:ext uri="{9D8B030D-6E8A-4147-A177-3AD203B41FA5}">
                          <a16:colId xmlns:a16="http://schemas.microsoft.com/office/drawing/2014/main" val="25221327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56" t="-1333" r="-55160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84314" t="-1333" r="-1307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2016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946232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6692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2235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77196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08394C6-F852-0F6C-E1F2-8FF6C9933E73}"/>
                  </a:ext>
                </a:extLst>
              </p:cNvPr>
              <p:cNvSpPr txBox="1"/>
              <p:nvPr/>
            </p:nvSpPr>
            <p:spPr>
              <a:xfrm>
                <a:off x="936000" y="5580000"/>
                <a:ext cx="3960000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kumimoji="1"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e>
                      </m:acc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  <m:r>
                        <a:rPr kumimoji="1"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08394C6-F852-0F6C-E1F2-8FF6C9933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0" y="5580000"/>
                <a:ext cx="3960000" cy="524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>
            <a:extLst>
              <a:ext uri="{FF2B5EF4-FFF2-40B4-BE49-F238E27FC236}">
                <a16:creationId xmlns:a16="http://schemas.microsoft.com/office/drawing/2014/main" id="{BA484E48-FD6A-B9FC-489B-5BB563AC70B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异或门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02B304-26E8-C899-EB68-25DC1BD264A7}"/>
              </a:ext>
            </a:extLst>
          </p:cNvPr>
          <p:cNvSpPr txBox="1"/>
          <p:nvPr/>
        </p:nvSpPr>
        <p:spPr>
          <a:xfrm>
            <a:off x="360000" y="827142"/>
            <a:ext cx="309790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18EB945-1E6A-AD01-5EC1-233C0F0B4623}"/>
              </a:ext>
            </a:extLst>
          </p:cNvPr>
          <p:cNvGrpSpPr/>
          <p:nvPr/>
        </p:nvGrpSpPr>
        <p:grpSpPr>
          <a:xfrm>
            <a:off x="5688000" y="972000"/>
            <a:ext cx="6264000" cy="5436000"/>
            <a:chOff x="5688000" y="972000"/>
            <a:chExt cx="6264000" cy="543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3670ECB-FB57-A6DB-E08A-040840FA68B0}"/>
                    </a:ext>
                  </a:extLst>
                </p:cNvPr>
                <p:cNvSpPr txBox="1"/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3670ECB-FB57-A6DB-E08A-040840FA6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972000"/>
                  <a:ext cx="720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511294-E0FE-EB6A-BF66-EF858AF88A7D}"/>
                    </a:ext>
                  </a:extLst>
                </p:cNvPr>
                <p:cNvSpPr txBox="1"/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511294-E0FE-EB6A-BF66-EF858AF88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4000" y="3186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1AC1457-A78D-E20F-3541-C2CEAB5896BB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30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1453184-86DF-E7B8-95F3-221C889617F8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5832000"/>
              <a:ext cx="32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A1FF28B-F762-2998-FFCE-637F7205AF22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6120000"/>
              <a:ext cx="27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BDE592C-4D4E-9A56-BAC6-2C6B2CCB1BF0}"/>
                </a:ext>
              </a:extLst>
            </p:cNvPr>
            <p:cNvCxnSpPr>
              <a:cxnSpLocks/>
            </p:cNvCxnSpPr>
            <p:nvPr/>
          </p:nvCxnSpPr>
          <p:spPr>
            <a:xfrm>
              <a:off x="9108636" y="1597817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0B101BD-FE96-C7CE-7941-281401C37124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0" cy="24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ED7033F-F713-475A-6A0F-C9C033D4C538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0" cy="91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ADF7E99-598F-2472-B673-F68C126B1B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2000" y="1602000"/>
              <a:ext cx="0" cy="13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EA879AB-01A0-3B48-C761-C1BE2D40911C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888000"/>
              <a:ext cx="0" cy="24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2B952B4-B0C0-E55F-5D0B-D49A4915B68B}"/>
                </a:ext>
              </a:extLst>
            </p:cNvPr>
            <p:cNvCxnSpPr>
              <a:cxnSpLocks/>
            </p:cNvCxnSpPr>
            <p:nvPr/>
          </p:nvCxnSpPr>
          <p:spPr>
            <a:xfrm>
              <a:off x="10944000" y="6408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59D137E-2489-3AFB-EB8D-F58633516C01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2520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EABDA9B-FEE3-6C14-1AC5-937D1B93C8A3}"/>
                    </a:ext>
                  </a:extLst>
                </p:cNvPr>
                <p:cNvSpPr txBox="1"/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EABDA9B-FEE3-6C14-1AC5-937D1B93C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000" y="2988000"/>
                  <a:ext cx="432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8B366EE-05DD-600B-F150-5BC406F1E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0D29E14-54FE-7DB4-FCF7-17E9027EA4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58945FC-B45E-02A2-5397-21FBCE060C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1A67198-1CE3-27BB-3EDC-BD0159130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ECB2891-D620-2E89-6CE4-47D879A420CE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2BFD006-2EE5-D4F3-3894-630369645203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直接连接符 946">
              <a:extLst>
                <a:ext uri="{FF2B5EF4-FFF2-40B4-BE49-F238E27FC236}">
                  <a16:creationId xmlns:a16="http://schemas.microsoft.com/office/drawing/2014/main" id="{0858345C-27EF-3915-F69E-C66E1EA5C935}"/>
                </a:ext>
              </a:extLst>
            </p:cNvPr>
            <p:cNvCxnSpPr>
              <a:cxnSpLocks/>
            </p:cNvCxnSpPr>
            <p:nvPr/>
          </p:nvCxnSpPr>
          <p:spPr>
            <a:xfrm>
              <a:off x="954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直接连接符 947">
              <a:extLst>
                <a:ext uri="{FF2B5EF4-FFF2-40B4-BE49-F238E27FC236}">
                  <a16:creationId xmlns:a16="http://schemas.microsoft.com/office/drawing/2014/main" id="{489CBA43-BEB2-9EBD-D5B9-48F1B470C951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9" name="椭圆 948">
              <a:extLst>
                <a:ext uri="{FF2B5EF4-FFF2-40B4-BE49-F238E27FC236}">
                  <a16:creationId xmlns:a16="http://schemas.microsoft.com/office/drawing/2014/main" id="{02203D3F-5601-6AED-661B-97E6046906A1}"/>
                </a:ext>
              </a:extLst>
            </p:cNvPr>
            <p:cNvSpPr/>
            <p:nvPr/>
          </p:nvSpPr>
          <p:spPr>
            <a:xfrm>
              <a:off x="977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0" name="直接连接符 949">
              <a:extLst>
                <a:ext uri="{FF2B5EF4-FFF2-40B4-BE49-F238E27FC236}">
                  <a16:creationId xmlns:a16="http://schemas.microsoft.com/office/drawing/2014/main" id="{64728EB5-AB0B-EC14-AFAA-235AA4C91DE5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>
              <a:extLst>
                <a:ext uri="{FF2B5EF4-FFF2-40B4-BE49-F238E27FC236}">
                  <a16:creationId xmlns:a16="http://schemas.microsoft.com/office/drawing/2014/main" id="{A6BCED4E-2B19-1ABF-BD03-A4EDE6170B38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142000"/>
              <a:ext cx="0" cy="2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2" name="椭圆 951">
              <a:extLst>
                <a:ext uri="{FF2B5EF4-FFF2-40B4-BE49-F238E27FC236}">
                  <a16:creationId xmlns:a16="http://schemas.microsoft.com/office/drawing/2014/main" id="{9BEF9FD2-688C-502F-9523-108CF34E2330}"/>
                </a:ext>
              </a:extLst>
            </p:cNvPr>
            <p:cNvSpPr/>
            <p:nvPr/>
          </p:nvSpPr>
          <p:spPr>
            <a:xfrm>
              <a:off x="977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3" name="直接连接符 952">
              <a:extLst>
                <a:ext uri="{FF2B5EF4-FFF2-40B4-BE49-F238E27FC236}">
                  <a16:creationId xmlns:a16="http://schemas.microsoft.com/office/drawing/2014/main" id="{F4220EAC-DE2A-7267-5156-503BBE255E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直接连接符 953">
              <a:extLst>
                <a:ext uri="{FF2B5EF4-FFF2-40B4-BE49-F238E27FC236}">
                  <a16:creationId xmlns:a16="http://schemas.microsoft.com/office/drawing/2014/main" id="{39CBD86B-F27A-AD88-E2B4-33E11D68D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直接连接符 954">
              <a:extLst>
                <a:ext uri="{FF2B5EF4-FFF2-40B4-BE49-F238E27FC236}">
                  <a16:creationId xmlns:a16="http://schemas.microsoft.com/office/drawing/2014/main" id="{1554E044-C07C-9DDF-6FCE-0FF8ABC77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直接连接符 955">
              <a:extLst>
                <a:ext uri="{FF2B5EF4-FFF2-40B4-BE49-F238E27FC236}">
                  <a16:creationId xmlns:a16="http://schemas.microsoft.com/office/drawing/2014/main" id="{3B3B64A7-66FC-D7F2-AD93-3C23EE0C9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直接连接符 956">
              <a:extLst>
                <a:ext uri="{FF2B5EF4-FFF2-40B4-BE49-F238E27FC236}">
                  <a16:creationId xmlns:a16="http://schemas.microsoft.com/office/drawing/2014/main" id="{3B101331-D8FB-DFBE-9D46-62D0566787D6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直接连接符 957">
              <a:extLst>
                <a:ext uri="{FF2B5EF4-FFF2-40B4-BE49-F238E27FC236}">
                  <a16:creationId xmlns:a16="http://schemas.microsoft.com/office/drawing/2014/main" id="{81F10CFF-4AA6-4B06-8C90-1D846A96EF8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直接连接符 958">
              <a:extLst>
                <a:ext uri="{FF2B5EF4-FFF2-40B4-BE49-F238E27FC236}">
                  <a16:creationId xmlns:a16="http://schemas.microsoft.com/office/drawing/2014/main" id="{E7FB17F5-C281-08F5-BC5B-277ACA3DE42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直接连接符 1023">
              <a:extLst>
                <a:ext uri="{FF2B5EF4-FFF2-40B4-BE49-F238E27FC236}">
                  <a16:creationId xmlns:a16="http://schemas.microsoft.com/office/drawing/2014/main" id="{A10F0C03-D599-609F-FC19-22A9909D6DB3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椭圆 1024">
              <a:extLst>
                <a:ext uri="{FF2B5EF4-FFF2-40B4-BE49-F238E27FC236}">
                  <a16:creationId xmlns:a16="http://schemas.microsoft.com/office/drawing/2014/main" id="{2505B857-7068-C52C-E36B-14E8932D46CC}"/>
                </a:ext>
              </a:extLst>
            </p:cNvPr>
            <p:cNvSpPr/>
            <p:nvPr/>
          </p:nvSpPr>
          <p:spPr>
            <a:xfrm>
              <a:off x="11034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26" name="直接连接符 1025">
              <a:extLst>
                <a:ext uri="{FF2B5EF4-FFF2-40B4-BE49-F238E27FC236}">
                  <a16:creationId xmlns:a16="http://schemas.microsoft.com/office/drawing/2014/main" id="{89962E8D-20CC-512E-E048-1248D9001DE6}"/>
                </a:ext>
              </a:extLst>
            </p:cNvPr>
            <p:cNvCxnSpPr>
              <a:cxnSpLocks/>
            </p:cNvCxnSpPr>
            <p:nvPr/>
          </p:nvCxnSpPr>
          <p:spPr>
            <a:xfrm>
              <a:off x="10368000" y="160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接连接符 1026">
              <a:extLst>
                <a:ext uri="{FF2B5EF4-FFF2-40B4-BE49-F238E27FC236}">
                  <a16:creationId xmlns:a16="http://schemas.microsoft.com/office/drawing/2014/main" id="{52CF66DD-CBFC-AC17-5DF1-497970C1D1F9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2142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8" name="椭圆 1027">
              <a:extLst>
                <a:ext uri="{FF2B5EF4-FFF2-40B4-BE49-F238E27FC236}">
                  <a16:creationId xmlns:a16="http://schemas.microsoft.com/office/drawing/2014/main" id="{37992C94-2952-704B-B4E5-6B318FAD2384}"/>
                </a:ext>
              </a:extLst>
            </p:cNvPr>
            <p:cNvSpPr/>
            <p:nvPr/>
          </p:nvSpPr>
          <p:spPr>
            <a:xfrm>
              <a:off x="11034000" y="12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29" name="直接连接符 1028">
              <a:extLst>
                <a:ext uri="{FF2B5EF4-FFF2-40B4-BE49-F238E27FC236}">
                  <a16:creationId xmlns:a16="http://schemas.microsoft.com/office/drawing/2014/main" id="{FF41E0DB-278E-A0D3-FA66-4F60D541C756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2394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0" name="椭圆 1029">
              <a:extLst>
                <a:ext uri="{FF2B5EF4-FFF2-40B4-BE49-F238E27FC236}">
                  <a16:creationId xmlns:a16="http://schemas.microsoft.com/office/drawing/2014/main" id="{AADF3881-1B0B-5950-F1AE-BF00DEE4A6B2}"/>
                </a:ext>
              </a:extLst>
            </p:cNvPr>
            <p:cNvSpPr/>
            <p:nvPr/>
          </p:nvSpPr>
          <p:spPr>
            <a:xfrm>
              <a:off x="11034000" y="234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31" name="直接连接符 1030">
              <a:extLst>
                <a:ext uri="{FF2B5EF4-FFF2-40B4-BE49-F238E27FC236}">
                  <a16:creationId xmlns:a16="http://schemas.microsoft.com/office/drawing/2014/main" id="{CFB655A2-AA17-E802-CD00-B75CB7194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264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接连接符 1031">
              <a:extLst>
                <a:ext uri="{FF2B5EF4-FFF2-40B4-BE49-F238E27FC236}">
                  <a16:creationId xmlns:a16="http://schemas.microsoft.com/office/drawing/2014/main" id="{676ADC01-32C4-8A5C-F0A3-2D693E439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57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接连接符 1032">
              <a:extLst>
                <a:ext uri="{FF2B5EF4-FFF2-40B4-BE49-F238E27FC236}">
                  <a16:creationId xmlns:a16="http://schemas.microsoft.com/office/drawing/2014/main" id="{6CDF1A13-4631-99C6-180F-87DE38DDD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11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直接连接符 1033">
              <a:extLst>
                <a:ext uri="{FF2B5EF4-FFF2-40B4-BE49-F238E27FC236}">
                  <a16:creationId xmlns:a16="http://schemas.microsoft.com/office/drawing/2014/main" id="{D1DBC75C-7B7B-36CF-5990-BFC1BF2378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直接连接符 1034">
              <a:extLst>
                <a:ext uri="{FF2B5EF4-FFF2-40B4-BE49-F238E27FC236}">
                  <a16:creationId xmlns:a16="http://schemas.microsoft.com/office/drawing/2014/main" id="{3887C0A3-751C-D4C1-1D6C-118AB00BB9B0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64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直接连接符 1035">
              <a:extLst>
                <a:ext uri="{FF2B5EF4-FFF2-40B4-BE49-F238E27FC236}">
                  <a16:creationId xmlns:a16="http://schemas.microsoft.com/office/drawing/2014/main" id="{05FE3637-B554-B576-7F03-4DF40AC3E84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1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直接连接符 1036">
              <a:extLst>
                <a:ext uri="{FF2B5EF4-FFF2-40B4-BE49-F238E27FC236}">
                  <a16:creationId xmlns:a16="http://schemas.microsoft.com/office/drawing/2014/main" id="{7D3F4FE3-3784-A907-31F8-07D39D8EE2B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直接连接符 1037">
              <a:extLst>
                <a:ext uri="{FF2B5EF4-FFF2-40B4-BE49-F238E27FC236}">
                  <a16:creationId xmlns:a16="http://schemas.microsoft.com/office/drawing/2014/main" id="{FF359F3A-F227-ED01-AB6C-095D7A656815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接连接符 1038">
              <a:extLst>
                <a:ext uri="{FF2B5EF4-FFF2-40B4-BE49-F238E27FC236}">
                  <a16:creationId xmlns:a16="http://schemas.microsoft.com/office/drawing/2014/main" id="{DAC485F9-0D92-90C8-E45B-FF12157B5A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直接连接符 1039">
              <a:extLst>
                <a:ext uri="{FF2B5EF4-FFF2-40B4-BE49-F238E27FC236}">
                  <a16:creationId xmlns:a16="http://schemas.microsoft.com/office/drawing/2014/main" id="{C37F4920-3F08-F919-2937-09657C496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6000" y="361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直接连接符 1040">
              <a:extLst>
                <a:ext uri="{FF2B5EF4-FFF2-40B4-BE49-F238E27FC236}">
                  <a16:creationId xmlns:a16="http://schemas.microsoft.com/office/drawing/2014/main" id="{75E96B83-7927-9F8A-9D26-9370292E7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54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直接连接符 1041">
              <a:extLst>
                <a:ext uri="{FF2B5EF4-FFF2-40B4-BE49-F238E27FC236}">
                  <a16:creationId xmlns:a16="http://schemas.microsoft.com/office/drawing/2014/main" id="{0DBEAEDA-9E85-39DE-538D-60F7B8869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408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直接连接符 1042">
              <a:extLst>
                <a:ext uri="{FF2B5EF4-FFF2-40B4-BE49-F238E27FC236}">
                  <a16:creationId xmlns:a16="http://schemas.microsoft.com/office/drawing/2014/main" id="{5C60CD37-6BD8-7708-913A-3A15A7BAC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38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直接连接符 1043">
              <a:extLst>
                <a:ext uri="{FF2B5EF4-FFF2-40B4-BE49-F238E27FC236}">
                  <a16:creationId xmlns:a16="http://schemas.microsoft.com/office/drawing/2014/main" id="{F5EF6BF8-041E-D83D-8824-A3B8B69F86A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1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直接连接符 1044">
              <a:extLst>
                <a:ext uri="{FF2B5EF4-FFF2-40B4-BE49-F238E27FC236}">
                  <a16:creationId xmlns:a16="http://schemas.microsoft.com/office/drawing/2014/main" id="{7A38C104-4CED-3B0E-B42D-6C1BB664F83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415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直接连接符 1045">
              <a:extLst>
                <a:ext uri="{FF2B5EF4-FFF2-40B4-BE49-F238E27FC236}">
                  <a16:creationId xmlns:a16="http://schemas.microsoft.com/office/drawing/2014/main" id="{15AE758C-574E-456C-367D-D3526C95A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88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直接连接符 1046">
              <a:extLst>
                <a:ext uri="{FF2B5EF4-FFF2-40B4-BE49-F238E27FC236}">
                  <a16:creationId xmlns:a16="http://schemas.microsoft.com/office/drawing/2014/main" id="{9DE0B4D5-9C0C-3046-AAA1-E0A17920E219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4158000"/>
              <a:ext cx="97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椭圆 1047">
              <a:extLst>
                <a:ext uri="{FF2B5EF4-FFF2-40B4-BE49-F238E27FC236}">
                  <a16:creationId xmlns:a16="http://schemas.microsoft.com/office/drawing/2014/main" id="{5747281B-87DE-B009-253D-8712B4F9BF05}"/>
                </a:ext>
              </a:extLst>
            </p:cNvPr>
            <p:cNvSpPr/>
            <p:nvPr/>
          </p:nvSpPr>
          <p:spPr>
            <a:xfrm>
              <a:off x="11034000" y="410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49" name="直接连接符 1048">
              <a:extLst>
                <a:ext uri="{FF2B5EF4-FFF2-40B4-BE49-F238E27FC236}">
                  <a16:creationId xmlns:a16="http://schemas.microsoft.com/office/drawing/2014/main" id="{BF8A49AF-829B-414B-6B1B-BE4EFC578B7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000" y="318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" name="椭圆 1049">
              <a:extLst>
                <a:ext uri="{FF2B5EF4-FFF2-40B4-BE49-F238E27FC236}">
                  <a16:creationId xmlns:a16="http://schemas.microsoft.com/office/drawing/2014/main" id="{4B6AA000-DFDD-6487-CE0E-414F499A6E9E}"/>
                </a:ext>
              </a:extLst>
            </p:cNvPr>
            <p:cNvSpPr/>
            <p:nvPr/>
          </p:nvSpPr>
          <p:spPr>
            <a:xfrm>
              <a:off x="11034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51" name="直接连接符 1050">
              <a:extLst>
                <a:ext uri="{FF2B5EF4-FFF2-40B4-BE49-F238E27FC236}">
                  <a16:creationId xmlns:a16="http://schemas.microsoft.com/office/drawing/2014/main" id="{58470399-2E24-28A8-F995-9664126AC1DE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直接连接符 1051">
              <a:extLst>
                <a:ext uri="{FF2B5EF4-FFF2-40B4-BE49-F238E27FC236}">
                  <a16:creationId xmlns:a16="http://schemas.microsoft.com/office/drawing/2014/main" id="{C49B76A4-7AF2-D392-F8FA-7684E4B182E0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646000"/>
              <a:ext cx="0" cy="151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接连接符 1052">
              <a:extLst>
                <a:ext uri="{FF2B5EF4-FFF2-40B4-BE49-F238E27FC236}">
                  <a16:creationId xmlns:a16="http://schemas.microsoft.com/office/drawing/2014/main" id="{8CE52154-EB44-53A0-BD02-2BE65B279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000" y="1602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直接连接符 1053">
              <a:extLst>
                <a:ext uri="{FF2B5EF4-FFF2-40B4-BE49-F238E27FC236}">
                  <a16:creationId xmlns:a16="http://schemas.microsoft.com/office/drawing/2014/main" id="{9A789251-4A55-DB22-A7C4-3E0A101C4902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0" cy="423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5" name="文本框 1054">
                  <a:extLst>
                    <a:ext uri="{FF2B5EF4-FFF2-40B4-BE49-F238E27FC236}">
                      <a16:creationId xmlns:a16="http://schemas.microsoft.com/office/drawing/2014/main" id="{40D26F36-A87B-54F4-8E06-26017337D8D9}"/>
                    </a:ext>
                  </a:extLst>
                </p:cNvPr>
                <p:cNvSpPr txBox="1"/>
                <p:nvPr/>
              </p:nvSpPr>
              <p:spPr>
                <a:xfrm>
                  <a:off x="5688000" y="2250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5" name="文本框 1054">
                  <a:extLst>
                    <a:ext uri="{FF2B5EF4-FFF2-40B4-BE49-F238E27FC236}">
                      <a16:creationId xmlns:a16="http://schemas.microsoft.com/office/drawing/2014/main" id="{40D26F36-A87B-54F4-8E06-26017337D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000" y="2250000"/>
                  <a:ext cx="900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6" name="文本框 1055">
                  <a:extLst>
                    <a:ext uri="{FF2B5EF4-FFF2-40B4-BE49-F238E27FC236}">
                      <a16:creationId xmlns:a16="http://schemas.microsoft.com/office/drawing/2014/main" id="{4DF0668D-6A3F-C75F-09F2-AFC4E209905B}"/>
                    </a:ext>
                  </a:extLst>
                </p:cNvPr>
                <p:cNvSpPr txBox="1"/>
                <p:nvPr/>
              </p:nvSpPr>
              <p:spPr>
                <a:xfrm>
                  <a:off x="5688000" y="4122000"/>
                  <a:ext cx="90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6" name="文本框 1055">
                  <a:extLst>
                    <a:ext uri="{FF2B5EF4-FFF2-40B4-BE49-F238E27FC236}">
                      <a16:creationId xmlns:a16="http://schemas.microsoft.com/office/drawing/2014/main" id="{4DF0668D-6A3F-C75F-09F2-AFC4E2099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000" y="4122000"/>
                  <a:ext cx="900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7" name="直接连接符 1056">
              <a:extLst>
                <a:ext uri="{FF2B5EF4-FFF2-40B4-BE49-F238E27FC236}">
                  <a16:creationId xmlns:a16="http://schemas.microsoft.com/office/drawing/2014/main" id="{A4546D62-C9C8-8FA8-533D-BABC0B1932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160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直接连接符 1057">
              <a:extLst>
                <a:ext uri="{FF2B5EF4-FFF2-40B4-BE49-F238E27FC236}">
                  <a16:creationId xmlns:a16="http://schemas.microsoft.com/office/drawing/2014/main" id="{1A074941-B75B-53AD-FDF9-34DF77B19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53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6FC4FBD2-2147-4F10-0F36-9F8D6A2278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07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连接符 1059">
              <a:extLst>
                <a:ext uri="{FF2B5EF4-FFF2-40B4-BE49-F238E27FC236}">
                  <a16:creationId xmlns:a16="http://schemas.microsoft.com/office/drawing/2014/main" id="{264E96D4-DFED-07E5-16C8-7EB931990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连接符 1060">
              <a:extLst>
                <a:ext uri="{FF2B5EF4-FFF2-40B4-BE49-F238E27FC236}">
                  <a16:creationId xmlns:a16="http://schemas.microsoft.com/office/drawing/2014/main" id="{51B14D6C-9607-17A1-F423-2330CF00B550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6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连接符 1061">
              <a:extLst>
                <a:ext uri="{FF2B5EF4-FFF2-40B4-BE49-F238E27FC236}">
                  <a16:creationId xmlns:a16="http://schemas.microsoft.com/office/drawing/2014/main" id="{2ED91688-6051-0DB9-AD8B-B738DD853217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14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8CF2A3A1-45BA-60F4-F638-13AB3F26CD29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直接连接符 1063">
              <a:extLst>
                <a:ext uri="{FF2B5EF4-FFF2-40B4-BE49-F238E27FC236}">
                  <a16:creationId xmlns:a16="http://schemas.microsoft.com/office/drawing/2014/main" id="{855A273D-859F-4041-F491-7F7B4EAE2611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133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FB91AAF1-24CA-389C-66BE-F357556ADA74}"/>
                </a:ext>
              </a:extLst>
            </p:cNvPr>
            <p:cNvSpPr/>
            <p:nvPr/>
          </p:nvSpPr>
          <p:spPr>
            <a:xfrm>
              <a:off x="8298000" y="15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66" name="直接连接符 1065">
              <a:extLst>
                <a:ext uri="{FF2B5EF4-FFF2-40B4-BE49-F238E27FC236}">
                  <a16:creationId xmlns:a16="http://schemas.microsoft.com/office/drawing/2014/main" id="{C39E19A2-CD55-70C0-4135-DE01E1284BEA}"/>
                </a:ext>
              </a:extLst>
            </p:cNvPr>
            <p:cNvCxnSpPr>
              <a:cxnSpLocks/>
            </p:cNvCxnSpPr>
            <p:nvPr/>
          </p:nvCxnSpPr>
          <p:spPr>
            <a:xfrm>
              <a:off x="6588000" y="1602000"/>
              <a:ext cx="13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直接连接符 1066">
              <a:extLst>
                <a:ext uri="{FF2B5EF4-FFF2-40B4-BE49-F238E27FC236}">
                  <a16:creationId xmlns:a16="http://schemas.microsoft.com/office/drawing/2014/main" id="{BB25B4F6-0550-B7AE-9639-B23DB8F60842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214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连接符 1069">
              <a:extLst>
                <a:ext uri="{FF2B5EF4-FFF2-40B4-BE49-F238E27FC236}">
                  <a16:creationId xmlns:a16="http://schemas.microsoft.com/office/drawing/2014/main" id="{20C9BF4C-5916-DE67-C0B0-698B7D8A8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2466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直接连接符 1070">
              <a:extLst>
                <a:ext uri="{FF2B5EF4-FFF2-40B4-BE49-F238E27FC236}">
                  <a16:creationId xmlns:a16="http://schemas.microsoft.com/office/drawing/2014/main" id="{E914F4F9-B570-0F29-020E-3E1ACBD90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39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直接连接符 1071">
              <a:extLst>
                <a:ext uri="{FF2B5EF4-FFF2-40B4-BE49-F238E27FC236}">
                  <a16:creationId xmlns:a16="http://schemas.microsoft.com/office/drawing/2014/main" id="{9FA9BCBE-63CD-7683-D430-0AEBC9605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93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直接连接符 1072">
              <a:extLst>
                <a:ext uri="{FF2B5EF4-FFF2-40B4-BE49-F238E27FC236}">
                  <a16:creationId xmlns:a16="http://schemas.microsoft.com/office/drawing/2014/main" id="{997392F3-39D8-31FB-CC40-ECAE56481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26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C8EAF730-84EE-01A3-BE15-F35F5AE8505B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4DE27FFE-ED96-4A0D-46A7-E2E9463F629C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00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直接连接符 1075">
              <a:extLst>
                <a:ext uri="{FF2B5EF4-FFF2-40B4-BE49-F238E27FC236}">
                  <a16:creationId xmlns:a16="http://schemas.microsoft.com/office/drawing/2014/main" id="{275B5105-35F9-F31A-917D-A5653BFD5199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直接连接符 1076">
              <a:extLst>
                <a:ext uri="{FF2B5EF4-FFF2-40B4-BE49-F238E27FC236}">
                  <a16:creationId xmlns:a16="http://schemas.microsoft.com/office/drawing/2014/main" id="{6686F3C2-BB83-E255-4572-251E93C48A4E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2466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直接连接符 1077">
              <a:extLst>
                <a:ext uri="{FF2B5EF4-FFF2-40B4-BE49-F238E27FC236}">
                  <a16:creationId xmlns:a16="http://schemas.microsoft.com/office/drawing/2014/main" id="{387F7FA5-6298-DF6B-C51C-06CEB1100D9E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006000"/>
              <a:ext cx="0" cy="79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直接连接符 1078">
              <a:extLst>
                <a:ext uri="{FF2B5EF4-FFF2-40B4-BE49-F238E27FC236}">
                  <a16:creationId xmlns:a16="http://schemas.microsoft.com/office/drawing/2014/main" id="{CB5717FF-CCE2-D17D-90F8-DD0A690B9E2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73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直接连接符 1079">
              <a:extLst>
                <a:ext uri="{FF2B5EF4-FFF2-40B4-BE49-F238E27FC236}">
                  <a16:creationId xmlns:a16="http://schemas.microsoft.com/office/drawing/2014/main" id="{E6ADFE1A-5543-9346-204C-FDDE0104D5DE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4068000"/>
              <a:ext cx="0" cy="205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直接连接符 1080">
              <a:extLst>
                <a:ext uri="{FF2B5EF4-FFF2-40B4-BE49-F238E27FC236}">
                  <a16:creationId xmlns:a16="http://schemas.microsoft.com/office/drawing/2014/main" id="{FCDC82E7-5970-3DF2-C6E3-D8A78C7011B0}"/>
                </a:ext>
              </a:extLst>
            </p:cNvPr>
            <p:cNvCxnSpPr>
              <a:cxnSpLocks/>
            </p:cNvCxnSpPr>
            <p:nvPr/>
          </p:nvCxnSpPr>
          <p:spPr>
            <a:xfrm>
              <a:off x="7633431" y="2466000"/>
              <a:ext cx="0" cy="250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直接连接符 1081">
              <a:extLst>
                <a:ext uri="{FF2B5EF4-FFF2-40B4-BE49-F238E27FC236}">
                  <a16:creationId xmlns:a16="http://schemas.microsoft.com/office/drawing/2014/main" id="{1A99A5F5-AFA4-9840-CFC8-364A08FEC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0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接连接符 1082">
              <a:extLst>
                <a:ext uri="{FF2B5EF4-FFF2-40B4-BE49-F238E27FC236}">
                  <a16:creationId xmlns:a16="http://schemas.microsoft.com/office/drawing/2014/main" id="{5FBD53C9-0959-E871-8EF4-8431AF39C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直接连接符 1083">
              <a:extLst>
                <a:ext uri="{FF2B5EF4-FFF2-40B4-BE49-F238E27FC236}">
                  <a16:creationId xmlns:a16="http://schemas.microsoft.com/office/drawing/2014/main" id="{899F6F48-7D95-8354-D2D5-4F088F44E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直接连接符 1084">
              <a:extLst>
                <a:ext uri="{FF2B5EF4-FFF2-40B4-BE49-F238E27FC236}">
                  <a16:creationId xmlns:a16="http://schemas.microsoft.com/office/drawing/2014/main" id="{453552B7-3F18-B826-3D55-8C295BB43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4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直接连接符 1085">
              <a:extLst>
                <a:ext uri="{FF2B5EF4-FFF2-40B4-BE49-F238E27FC236}">
                  <a16:creationId xmlns:a16="http://schemas.microsoft.com/office/drawing/2014/main" id="{891A54E7-C8CA-54DF-360C-BDC1EF7EE9B1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接连接符 1086">
              <a:extLst>
                <a:ext uri="{FF2B5EF4-FFF2-40B4-BE49-F238E27FC236}">
                  <a16:creationId xmlns:a16="http://schemas.microsoft.com/office/drawing/2014/main" id="{2B6B25CC-557D-D0FC-7742-318B82AA35FC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D7F0FC0B-1FCC-C4B0-BC5B-1C4A0177E2A4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2101DFA8-2C5C-BCA4-DEE4-A5E75804A923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F181B3F5-8780-1A72-C68B-1B75DA2BEA77}"/>
                </a:ext>
              </a:extLst>
            </p:cNvPr>
            <p:cNvSpPr/>
            <p:nvPr/>
          </p:nvSpPr>
          <p:spPr>
            <a:xfrm>
              <a:off x="829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60B4D5CE-F79A-50D4-B14F-4F2169691DD5}"/>
                </a:ext>
              </a:extLst>
            </p:cNvPr>
            <p:cNvSpPr/>
            <p:nvPr/>
          </p:nvSpPr>
          <p:spPr>
            <a:xfrm>
              <a:off x="7578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D849BE0B-A016-4F15-9F47-B49266EEB718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3402000"/>
              <a:ext cx="0" cy="3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4F05795A-6DBE-61A7-5944-8B716E2562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79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3AAFB263-FB7C-171D-F48F-5B5B86683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7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15CE35F6-4696-283C-2B09-666DEB38D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426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B0A2A071-3AB2-9E31-EC7E-6352E759A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8000" y="39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直接连接符 1087">
              <a:extLst>
                <a:ext uri="{FF2B5EF4-FFF2-40B4-BE49-F238E27FC236}">
                  <a16:creationId xmlns:a16="http://schemas.microsoft.com/office/drawing/2014/main" id="{EA47785A-AAA5-0F05-F25E-4E7956B4F63C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379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直接连接符 1088">
              <a:extLst>
                <a:ext uri="{FF2B5EF4-FFF2-40B4-BE49-F238E27FC236}">
                  <a16:creationId xmlns:a16="http://schemas.microsoft.com/office/drawing/2014/main" id="{3CBD3E24-9402-5767-FA91-1658572397D6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直接连接符 1089">
              <a:extLst>
                <a:ext uri="{FF2B5EF4-FFF2-40B4-BE49-F238E27FC236}">
                  <a16:creationId xmlns:a16="http://schemas.microsoft.com/office/drawing/2014/main" id="{5720BDC5-EDD3-51FF-8634-ED6A2B730A6A}"/>
                </a:ext>
              </a:extLst>
            </p:cNvPr>
            <p:cNvCxnSpPr>
              <a:cxnSpLocks/>
            </p:cNvCxnSpPr>
            <p:nvPr/>
          </p:nvCxnSpPr>
          <p:spPr>
            <a:xfrm>
              <a:off x="6948000" y="40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直接连接符 1090">
              <a:extLst>
                <a:ext uri="{FF2B5EF4-FFF2-40B4-BE49-F238E27FC236}">
                  <a16:creationId xmlns:a16="http://schemas.microsoft.com/office/drawing/2014/main" id="{925AACF9-C72C-38B4-365B-AE5A63655B4E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4338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直接连接符 1091">
              <a:extLst>
                <a:ext uri="{FF2B5EF4-FFF2-40B4-BE49-F238E27FC236}">
                  <a16:creationId xmlns:a16="http://schemas.microsoft.com/office/drawing/2014/main" id="{42D8122C-ABB6-D0F3-2DCD-DE91129FB08D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068000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3" name="椭圆 1092">
              <a:extLst>
                <a:ext uri="{FF2B5EF4-FFF2-40B4-BE49-F238E27FC236}">
                  <a16:creationId xmlns:a16="http://schemas.microsoft.com/office/drawing/2014/main" id="{A45245CF-7FB0-7FEC-4A42-A0BF2AA0883A}"/>
                </a:ext>
              </a:extLst>
            </p:cNvPr>
            <p:cNvSpPr/>
            <p:nvPr/>
          </p:nvSpPr>
          <p:spPr>
            <a:xfrm>
              <a:off x="7182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94" name="直接连接符 1093">
              <a:extLst>
                <a:ext uri="{FF2B5EF4-FFF2-40B4-BE49-F238E27FC236}">
                  <a16:creationId xmlns:a16="http://schemas.microsoft.com/office/drawing/2014/main" id="{3938734F-6707-64A6-EE89-514A7F082ECE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572000"/>
              <a:ext cx="11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5" name="椭圆 1094">
              <a:extLst>
                <a:ext uri="{FF2B5EF4-FFF2-40B4-BE49-F238E27FC236}">
                  <a16:creationId xmlns:a16="http://schemas.microsoft.com/office/drawing/2014/main" id="{34DA3B64-1E8D-FF99-4491-CC53E79F168C}"/>
                </a:ext>
              </a:extLst>
            </p:cNvPr>
            <p:cNvSpPr/>
            <p:nvPr/>
          </p:nvSpPr>
          <p:spPr>
            <a:xfrm>
              <a:off x="8298000" y="451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6" name="椭圆 1095">
              <a:extLst>
                <a:ext uri="{FF2B5EF4-FFF2-40B4-BE49-F238E27FC236}">
                  <a16:creationId xmlns:a16="http://schemas.microsoft.com/office/drawing/2014/main" id="{782040D6-3793-D16F-BA2D-D8622EAFD5A8}"/>
                </a:ext>
              </a:extLst>
            </p:cNvPr>
            <p:cNvSpPr/>
            <p:nvPr/>
          </p:nvSpPr>
          <p:spPr>
            <a:xfrm>
              <a:off x="7578000" y="241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7" name="椭圆 1096">
              <a:extLst>
                <a:ext uri="{FF2B5EF4-FFF2-40B4-BE49-F238E27FC236}">
                  <a16:creationId xmlns:a16="http://schemas.microsoft.com/office/drawing/2014/main" id="{FD1A1671-9C7E-94DD-8CB3-DED516D72280}"/>
                </a:ext>
              </a:extLst>
            </p:cNvPr>
            <p:cNvSpPr/>
            <p:nvPr/>
          </p:nvSpPr>
          <p:spPr>
            <a:xfrm>
              <a:off x="8298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8" name="椭圆 1097">
              <a:extLst>
                <a:ext uri="{FF2B5EF4-FFF2-40B4-BE49-F238E27FC236}">
                  <a16:creationId xmlns:a16="http://schemas.microsoft.com/office/drawing/2014/main" id="{E293ECF8-2132-9DC2-487A-DC7929B7137B}"/>
                </a:ext>
              </a:extLst>
            </p:cNvPr>
            <p:cNvSpPr/>
            <p:nvPr/>
          </p:nvSpPr>
          <p:spPr>
            <a:xfrm>
              <a:off x="9630000" y="334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99" name="直接连接符 1098">
              <a:extLst>
                <a:ext uri="{FF2B5EF4-FFF2-40B4-BE49-F238E27FC236}">
                  <a16:creationId xmlns:a16="http://schemas.microsoft.com/office/drawing/2014/main" id="{2AFCCF18-7F1D-E02A-D993-E9305895D3D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3402000"/>
              <a:ext cx="0" cy="102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直接连接符 1099">
              <a:extLst>
                <a:ext uri="{FF2B5EF4-FFF2-40B4-BE49-F238E27FC236}">
                  <a16:creationId xmlns:a16="http://schemas.microsoft.com/office/drawing/2014/main" id="{60F8032A-6A30-33B3-1DF9-A8A835639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6000" y="4698000"/>
              <a:ext cx="0" cy="113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直接连接符 1100">
              <a:extLst>
                <a:ext uri="{FF2B5EF4-FFF2-40B4-BE49-F238E27FC236}">
                  <a16:creationId xmlns:a16="http://schemas.microsoft.com/office/drawing/2014/main" id="{A60DBD57-4AF8-25E5-E1E4-458F791E42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4428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直接连接符 1101">
              <a:extLst>
                <a:ext uri="{FF2B5EF4-FFF2-40B4-BE49-F238E27FC236}">
                  <a16:creationId xmlns:a16="http://schemas.microsoft.com/office/drawing/2014/main" id="{8797A52A-61E9-0D92-C933-73E0D1A03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直接连接符 1102">
              <a:extLst>
                <a:ext uri="{FF2B5EF4-FFF2-40B4-BE49-F238E27FC236}">
                  <a16:creationId xmlns:a16="http://schemas.microsoft.com/office/drawing/2014/main" id="{3B1D4912-896F-826D-802C-687578546E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8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直接连接符 1103">
              <a:extLst>
                <a:ext uri="{FF2B5EF4-FFF2-40B4-BE49-F238E27FC236}">
                  <a16:creationId xmlns:a16="http://schemas.microsoft.com/office/drawing/2014/main" id="{902DA046-5E02-C0B7-CE3D-AF03DEAA6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462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直接连接符 1104">
              <a:extLst>
                <a:ext uri="{FF2B5EF4-FFF2-40B4-BE49-F238E27FC236}">
                  <a16:creationId xmlns:a16="http://schemas.microsoft.com/office/drawing/2014/main" id="{6AC92DB5-7823-9F40-E66B-3848E832EE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42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直接连接符 1105">
              <a:extLst>
                <a:ext uri="{FF2B5EF4-FFF2-40B4-BE49-F238E27FC236}">
                  <a16:creationId xmlns:a16="http://schemas.microsoft.com/office/drawing/2014/main" id="{68BDC667-53CA-738C-3849-4974F947BB22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9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直接连接符 1106">
              <a:extLst>
                <a:ext uri="{FF2B5EF4-FFF2-40B4-BE49-F238E27FC236}">
                  <a16:creationId xmlns:a16="http://schemas.microsoft.com/office/drawing/2014/main" id="{697838F3-ACED-87DA-180B-487B3D4E0893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469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直接连接符 1107">
              <a:extLst>
                <a:ext uri="{FF2B5EF4-FFF2-40B4-BE49-F238E27FC236}">
                  <a16:creationId xmlns:a16="http://schemas.microsoft.com/office/drawing/2014/main" id="{B65026E1-6E07-A4C0-EC50-25D0D6C61190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49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直接连接符 1108">
              <a:extLst>
                <a:ext uri="{FF2B5EF4-FFF2-40B4-BE49-F238E27FC236}">
                  <a16:creationId xmlns:a16="http://schemas.microsoft.com/office/drawing/2014/main" id="{2604DF46-FDB4-C274-845E-E3D2C1E8B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0000" y="5292000"/>
              <a:ext cx="0" cy="5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直接连接符 1109">
              <a:extLst>
                <a:ext uri="{FF2B5EF4-FFF2-40B4-BE49-F238E27FC236}">
                  <a16:creationId xmlns:a16="http://schemas.microsoft.com/office/drawing/2014/main" id="{1B6C8492-6913-0E4E-042E-28F6778EC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22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直接连接符 1110">
              <a:extLst>
                <a:ext uri="{FF2B5EF4-FFF2-40B4-BE49-F238E27FC236}">
                  <a16:creationId xmlns:a16="http://schemas.microsoft.com/office/drawing/2014/main" id="{87DE130B-1938-4F20-D728-713836057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7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直接连接符 1111">
              <a:extLst>
                <a:ext uri="{FF2B5EF4-FFF2-40B4-BE49-F238E27FC236}">
                  <a16:creationId xmlns:a16="http://schemas.microsoft.com/office/drawing/2014/main" id="{ABF6DCB1-1DDE-7BBB-3B48-B09EF24268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4000" y="549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直接连接符 1112">
              <a:extLst>
                <a:ext uri="{FF2B5EF4-FFF2-40B4-BE49-F238E27FC236}">
                  <a16:creationId xmlns:a16="http://schemas.microsoft.com/office/drawing/2014/main" id="{C1A86446-C0D0-F3A6-2593-1518518F2D1C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29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直接连接符 1113">
              <a:extLst>
                <a:ext uri="{FF2B5EF4-FFF2-40B4-BE49-F238E27FC236}">
                  <a16:creationId xmlns:a16="http://schemas.microsoft.com/office/drawing/2014/main" id="{8200D3E2-1955-39ED-96EE-7726E6B851CE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8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直接连接符 1114">
              <a:extLst>
                <a:ext uri="{FF2B5EF4-FFF2-40B4-BE49-F238E27FC236}">
                  <a16:creationId xmlns:a16="http://schemas.microsoft.com/office/drawing/2014/main" id="{10B856C7-8FAF-F726-87A3-768B5403C4CE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000" y="5562000"/>
              <a:ext cx="0" cy="55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直接连接符 1115">
              <a:extLst>
                <a:ext uri="{FF2B5EF4-FFF2-40B4-BE49-F238E27FC236}">
                  <a16:creationId xmlns:a16="http://schemas.microsoft.com/office/drawing/2014/main" id="{47FCAA4B-BAD5-21C1-8C93-BB259B50B140}"/>
                </a:ext>
              </a:extLst>
            </p:cNvPr>
            <p:cNvCxnSpPr>
              <a:cxnSpLocks/>
            </p:cNvCxnSpPr>
            <p:nvPr/>
          </p:nvCxnSpPr>
          <p:spPr>
            <a:xfrm>
              <a:off x="9954000" y="556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7" name="椭圆 1116">
              <a:extLst>
                <a:ext uri="{FF2B5EF4-FFF2-40B4-BE49-F238E27FC236}">
                  <a16:creationId xmlns:a16="http://schemas.microsoft.com/office/drawing/2014/main" id="{1467E3C2-6774-C0F5-1818-C5B1D0D75C32}"/>
                </a:ext>
              </a:extLst>
            </p:cNvPr>
            <p:cNvSpPr/>
            <p:nvPr/>
          </p:nvSpPr>
          <p:spPr>
            <a:xfrm>
              <a:off x="9054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18" name="直接连接符 1117">
              <a:extLst>
                <a:ext uri="{FF2B5EF4-FFF2-40B4-BE49-F238E27FC236}">
                  <a16:creationId xmlns:a16="http://schemas.microsoft.com/office/drawing/2014/main" id="{020033E6-099A-CE3E-5A58-3D19DB201904}"/>
                </a:ext>
              </a:extLst>
            </p:cNvPr>
            <p:cNvCxnSpPr>
              <a:cxnSpLocks/>
            </p:cNvCxnSpPr>
            <p:nvPr/>
          </p:nvCxnSpPr>
          <p:spPr>
            <a:xfrm>
              <a:off x="7632000" y="4968000"/>
              <a:ext cx="217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9" name="椭圆 1118">
              <a:extLst>
                <a:ext uri="{FF2B5EF4-FFF2-40B4-BE49-F238E27FC236}">
                  <a16:creationId xmlns:a16="http://schemas.microsoft.com/office/drawing/2014/main" id="{E943B843-B941-4B98-94DE-35D9FC980727}"/>
                </a:ext>
              </a:extLst>
            </p:cNvPr>
            <p:cNvSpPr/>
            <p:nvPr/>
          </p:nvSpPr>
          <p:spPr>
            <a:xfrm>
              <a:off x="9342000" y="49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20" name="直接连接符 1119">
              <a:extLst>
                <a:ext uri="{FF2B5EF4-FFF2-40B4-BE49-F238E27FC236}">
                  <a16:creationId xmlns:a16="http://schemas.microsoft.com/office/drawing/2014/main" id="{03E206EA-6F81-24F0-6AC7-1C8FEC519394}"/>
                </a:ext>
              </a:extLst>
            </p:cNvPr>
            <p:cNvCxnSpPr>
              <a:cxnSpLocks/>
            </p:cNvCxnSpPr>
            <p:nvPr/>
          </p:nvCxnSpPr>
          <p:spPr>
            <a:xfrm>
              <a:off x="10241999" y="3402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1" name="椭圆 1120">
              <a:extLst>
                <a:ext uri="{FF2B5EF4-FFF2-40B4-BE49-F238E27FC236}">
                  <a16:creationId xmlns:a16="http://schemas.microsoft.com/office/drawing/2014/main" id="{406B31DE-A26E-3B97-FC3D-E63177BDC410}"/>
                </a:ext>
              </a:extLst>
            </p:cNvPr>
            <p:cNvSpPr/>
            <p:nvPr/>
          </p:nvSpPr>
          <p:spPr>
            <a:xfrm>
              <a:off x="10188000" y="57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22" name="椭圆 1121">
              <a:extLst>
                <a:ext uri="{FF2B5EF4-FFF2-40B4-BE49-F238E27FC236}">
                  <a16:creationId xmlns:a16="http://schemas.microsoft.com/office/drawing/2014/main" id="{1D008B16-2BBE-2456-240D-9B3491C20C53}"/>
                </a:ext>
              </a:extLst>
            </p:cNvPr>
            <p:cNvSpPr/>
            <p:nvPr/>
          </p:nvSpPr>
          <p:spPr>
            <a:xfrm>
              <a:off x="10188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23" name="椭圆 1122">
              <a:extLst>
                <a:ext uri="{FF2B5EF4-FFF2-40B4-BE49-F238E27FC236}">
                  <a16:creationId xmlns:a16="http://schemas.microsoft.com/office/drawing/2014/main" id="{7FB3AFFA-FE7F-861A-21E1-11801687FE4E}"/>
                </a:ext>
              </a:extLst>
            </p:cNvPr>
            <p:cNvSpPr/>
            <p:nvPr/>
          </p:nvSpPr>
          <p:spPr>
            <a:xfrm>
              <a:off x="11034000" y="60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24" name="椭圆 1123">
              <a:extLst>
                <a:ext uri="{FF2B5EF4-FFF2-40B4-BE49-F238E27FC236}">
                  <a16:creationId xmlns:a16="http://schemas.microsoft.com/office/drawing/2014/main" id="{D420248D-7997-C42B-5DD3-ED19BB5A4B70}"/>
                </a:ext>
              </a:extLst>
            </p:cNvPr>
            <p:cNvSpPr/>
            <p:nvPr/>
          </p:nvSpPr>
          <p:spPr>
            <a:xfrm>
              <a:off x="6534000" y="428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9204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FCD58A5-5C84-DC55-FFB4-42A8883D5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6" y="2016000"/>
            <a:ext cx="5616292" cy="4572000"/>
          </a:xfrm>
          <a:prstGeom prst="rect">
            <a:avLst/>
          </a:prstGeom>
        </p:spPr>
      </p:pic>
      <p:grpSp>
        <p:nvGrpSpPr>
          <p:cNvPr id="97" name="组合 96">
            <a:extLst>
              <a:ext uri="{FF2B5EF4-FFF2-40B4-BE49-F238E27FC236}">
                <a16:creationId xmlns:a16="http://schemas.microsoft.com/office/drawing/2014/main" id="{FA93B527-8995-F61A-D58D-BA51A076A8E3}"/>
              </a:ext>
            </a:extLst>
          </p:cNvPr>
          <p:cNvGrpSpPr/>
          <p:nvPr/>
        </p:nvGrpSpPr>
        <p:grpSpPr>
          <a:xfrm>
            <a:off x="6048000" y="576000"/>
            <a:ext cx="6048000" cy="4642785"/>
            <a:chOff x="6048000" y="576000"/>
            <a:chExt cx="6048000" cy="4642785"/>
          </a:xfrm>
        </p:grpSpPr>
        <p:pic>
          <p:nvPicPr>
            <p:cNvPr id="98" name="Picture 4" descr="未命名">
              <a:extLst>
                <a:ext uri="{FF2B5EF4-FFF2-40B4-BE49-F238E27FC236}">
                  <a16:creationId xmlns:a16="http://schemas.microsoft.com/office/drawing/2014/main" id="{CE3F5A3D-FFCA-DB0B-77DA-86051DB7D6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26" r="12256"/>
            <a:stretch>
              <a:fillRect/>
            </a:stretch>
          </p:blipFill>
          <p:spPr bwMode="auto">
            <a:xfrm>
              <a:off x="6388526" y="732157"/>
              <a:ext cx="5236606" cy="4486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BC681AAF-44BF-6724-3C6B-2B203ACFA497}"/>
                    </a:ext>
                  </a:extLst>
                </p:cNvPr>
                <p:cNvSpPr txBox="1"/>
                <p:nvPr/>
              </p:nvSpPr>
              <p:spPr>
                <a:xfrm>
                  <a:off x="6048000" y="162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BC681AAF-44BF-6724-3C6B-2B203ACFA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000" y="1620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390FA4E5-6A49-2640-7DD0-E1D8F3922B69}"/>
                    </a:ext>
                  </a:extLst>
                </p:cNvPr>
                <p:cNvSpPr txBox="1"/>
                <p:nvPr/>
              </p:nvSpPr>
              <p:spPr>
                <a:xfrm>
                  <a:off x="6048000" y="266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390FA4E5-6A49-2640-7DD0-E1D8F3922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000" y="2664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C3A780B-DB16-C48C-D695-B7D4E51B2913}"/>
                    </a:ext>
                  </a:extLst>
                </p:cNvPr>
                <p:cNvSpPr txBox="1"/>
                <p:nvPr/>
              </p:nvSpPr>
              <p:spPr>
                <a:xfrm>
                  <a:off x="11556000" y="347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C3A780B-DB16-C48C-D695-B7D4E51B2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6000" y="3474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8EE561D5-DC21-BA7C-1BD4-B8B35F6DEFE7}"/>
                    </a:ext>
                  </a:extLst>
                </p:cNvPr>
                <p:cNvSpPr txBox="1"/>
                <p:nvPr/>
              </p:nvSpPr>
              <p:spPr>
                <a:xfrm>
                  <a:off x="11664000" y="57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8EE561D5-DC21-BA7C-1BD4-B8B35F6DE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4000" y="576000"/>
                  <a:ext cx="432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3944" r="-154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78516E0-69AD-EF5B-8229-A73D6E4D7ED2}"/>
                    </a:ext>
                  </a:extLst>
                </p:cNvPr>
                <p:cNvSpPr txBox="1"/>
                <p:nvPr/>
              </p:nvSpPr>
              <p:spPr>
                <a:xfrm>
                  <a:off x="7380000" y="1476000"/>
                  <a:ext cx="41243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78516E0-69AD-EF5B-8229-A73D6E4D7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1476000"/>
                  <a:ext cx="412432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F09E54C8-E22A-4587-27D7-475C15182DCF}"/>
                    </a:ext>
                  </a:extLst>
                </p:cNvPr>
                <p:cNvSpPr txBox="1"/>
                <p:nvPr/>
              </p:nvSpPr>
              <p:spPr>
                <a:xfrm>
                  <a:off x="8532000" y="253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F09E54C8-E22A-4587-27D7-475C15182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000" y="2538000"/>
                  <a:ext cx="432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05E7043-3E5F-40C4-1629-9993CEF8DCF7}"/>
                    </a:ext>
                  </a:extLst>
                </p:cNvPr>
                <p:cNvSpPr txBox="1"/>
                <p:nvPr/>
              </p:nvSpPr>
              <p:spPr>
                <a:xfrm>
                  <a:off x="10134000" y="333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05E7043-3E5F-40C4-1629-9993CEF8D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4000" y="3330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标题 1">
            <a:extLst>
              <a:ext uri="{FF2B5EF4-FFF2-40B4-BE49-F238E27FC236}">
                <a16:creationId xmlns:a16="http://schemas.microsoft.com/office/drawing/2014/main" id="{D48DF308-F795-CC54-5FF9-780ACA3030E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示例分析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77CB230-FFD9-7A89-D19F-1FB16E01E0F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C8EC4DE9-449E-6151-82AF-F954649C5B9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0" name="箭头: 五边形 49">
                <a:extLst>
                  <a:ext uri="{FF2B5EF4-FFF2-40B4-BE49-F238E27FC236}">
                    <a16:creationId xmlns:a16="http://schemas.microsoft.com/office/drawing/2014/main" id="{746B6CD8-FC8D-37C8-DE1A-59C02D7E8AE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箭头: V 形 50">
                <a:extLst>
                  <a:ext uri="{FF2B5EF4-FFF2-40B4-BE49-F238E27FC236}">
                    <a16:creationId xmlns:a16="http://schemas.microsoft.com/office/drawing/2014/main" id="{997CC625-0356-3A2F-F77A-A7A7969E4C8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灯片编号占位符 3">
              <a:extLst>
                <a:ext uri="{FF2B5EF4-FFF2-40B4-BE49-F238E27FC236}">
                  <a16:creationId xmlns:a16="http://schemas.microsoft.com/office/drawing/2014/main" id="{B3C365CC-C1C3-2EE0-0E5E-1977DE436A1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E3D5A887-DD05-80F3-A2F7-BC6DE6A5051D}"/>
              </a:ext>
            </a:extLst>
          </p:cNvPr>
          <p:cNvSpPr txBox="1"/>
          <p:nvPr/>
        </p:nvSpPr>
        <p:spPr>
          <a:xfrm>
            <a:off x="360000" y="827142"/>
            <a:ext cx="436222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分析右图电路逻辑功能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6A0A38E-09B1-D675-9E2C-8C871A451259}"/>
              </a:ext>
            </a:extLst>
          </p:cNvPr>
          <p:cNvSpPr/>
          <p:nvPr/>
        </p:nvSpPr>
        <p:spPr>
          <a:xfrm>
            <a:off x="6478152" y="892268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16CA627-5F35-3917-5F74-661708396E71}"/>
              </a:ext>
            </a:extLst>
          </p:cNvPr>
          <p:cNvSpPr/>
          <p:nvPr/>
        </p:nvSpPr>
        <p:spPr>
          <a:xfrm>
            <a:off x="7488000" y="1944000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4369A64-3267-AD65-9502-E8D601F8F0B1}"/>
              </a:ext>
            </a:extLst>
          </p:cNvPr>
          <p:cNvSpPr/>
          <p:nvPr/>
        </p:nvSpPr>
        <p:spPr>
          <a:xfrm>
            <a:off x="10638000" y="2754000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B16F46F-230F-D5AF-1D53-B473084C233B}"/>
              </a:ext>
            </a:extLst>
          </p:cNvPr>
          <p:cNvSpPr/>
          <p:nvPr/>
        </p:nvSpPr>
        <p:spPr>
          <a:xfrm>
            <a:off x="8442000" y="1656000"/>
            <a:ext cx="2052000" cy="3276000"/>
          </a:xfrm>
          <a:prstGeom prst="rect">
            <a:avLst/>
          </a:prstGeom>
          <a:noFill/>
          <a:ln w="38100">
            <a:solidFill>
              <a:srgbClr val="FF00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E568C9-7F3D-0BD1-CD3C-212854A60999}"/>
              </a:ext>
            </a:extLst>
          </p:cNvPr>
          <p:cNvSpPr/>
          <p:nvPr/>
        </p:nvSpPr>
        <p:spPr>
          <a:xfrm>
            <a:off x="9453600" y="2840400"/>
            <a:ext cx="108000" cy="1080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0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  <p:bldP spid="95" grpId="0" animBg="1"/>
      <p:bldP spid="9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60A8-8F60-A94B-77A7-EA8ABED1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C48F49BC-11F7-74F8-A910-A7556605918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1FA2F659-1726-C58C-7568-677A38BF688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0" name="箭头: 五边形 49">
                <a:extLst>
                  <a:ext uri="{FF2B5EF4-FFF2-40B4-BE49-F238E27FC236}">
                    <a16:creationId xmlns:a16="http://schemas.microsoft.com/office/drawing/2014/main" id="{7B7E38AC-533B-1922-1D2D-837C84F8A0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箭头: V 形 50">
                <a:extLst>
                  <a:ext uri="{FF2B5EF4-FFF2-40B4-BE49-F238E27FC236}">
                    <a16:creationId xmlns:a16="http://schemas.microsoft.com/office/drawing/2014/main" id="{2FDBD765-E3F1-A3F3-3588-2229444D6C8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灯片编号占位符 3">
              <a:extLst>
                <a:ext uri="{FF2B5EF4-FFF2-40B4-BE49-F238E27FC236}">
                  <a16:creationId xmlns:a16="http://schemas.microsoft.com/office/drawing/2014/main" id="{60EA4C77-CDE6-3F0D-8622-F487DDB9242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976D02B-5FF0-6CBD-9CDF-AA65AC2E9E68}"/>
              </a:ext>
            </a:extLst>
          </p:cNvPr>
          <p:cNvGrpSpPr/>
          <p:nvPr/>
        </p:nvGrpSpPr>
        <p:grpSpPr>
          <a:xfrm>
            <a:off x="645675" y="2192991"/>
            <a:ext cx="4425864" cy="2000125"/>
            <a:chOff x="1026245" y="4396574"/>
            <a:chExt cx="3563133" cy="16102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169CF9A-EA85-E629-A68D-B7E3EBE7574D}"/>
                    </a:ext>
                  </a:extLst>
                </p:cNvPr>
                <p:cNvSpPr txBox="1"/>
                <p:nvPr/>
              </p:nvSpPr>
              <p:spPr>
                <a:xfrm>
                  <a:off x="2077320" y="5575929"/>
                  <a:ext cx="57926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169CF9A-EA85-E629-A68D-B7E3EBE75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320" y="5575929"/>
                  <a:ext cx="579269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0DD757F-4A82-2A93-333F-6C907DDDB855}"/>
                    </a:ext>
                  </a:extLst>
                </p:cNvPr>
                <p:cNvSpPr txBox="1"/>
                <p:nvPr/>
              </p:nvSpPr>
              <p:spPr>
                <a:xfrm>
                  <a:off x="2077321" y="4396574"/>
                  <a:ext cx="57926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0DD757F-4A82-2A93-333F-6C907DDDB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321" y="4396574"/>
                  <a:ext cx="579269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2A102AF-092E-2FD6-F3E7-77057EF35E38}"/>
                </a:ext>
              </a:extLst>
            </p:cNvPr>
            <p:cNvCxnSpPr>
              <a:cxnSpLocks/>
            </p:cNvCxnSpPr>
            <p:nvPr/>
          </p:nvCxnSpPr>
          <p:spPr>
            <a:xfrm>
              <a:off x="1325615" y="4786774"/>
              <a:ext cx="106112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F1209474-44E1-85F0-ED4E-CCB1A4A606D6}"/>
                </a:ext>
              </a:extLst>
            </p:cNvPr>
            <p:cNvSpPr/>
            <p:nvPr/>
          </p:nvSpPr>
          <p:spPr>
            <a:xfrm rot="5400000">
              <a:off x="1609804" y="4576002"/>
              <a:ext cx="493998" cy="42154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47F3408-356D-6D81-AB00-58917FD36FBB}"/>
                    </a:ext>
                  </a:extLst>
                </p:cNvPr>
                <p:cNvSpPr txBox="1"/>
                <p:nvPr/>
              </p:nvSpPr>
              <p:spPr>
                <a:xfrm>
                  <a:off x="1026245" y="4552918"/>
                  <a:ext cx="42154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47F3408-356D-6D81-AB00-58917FD36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245" y="4552918"/>
                  <a:ext cx="421546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8B8E74D-DEDB-3EEE-48A7-A73D06A20025}"/>
                </a:ext>
              </a:extLst>
            </p:cNvPr>
            <p:cNvSpPr/>
            <p:nvPr/>
          </p:nvSpPr>
          <p:spPr>
            <a:xfrm>
              <a:off x="2067575" y="4746086"/>
              <a:ext cx="81375" cy="813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A7D46ED-6CED-ADFF-CBDD-047328C7132B}"/>
                </a:ext>
              </a:extLst>
            </p:cNvPr>
            <p:cNvCxnSpPr>
              <a:cxnSpLocks/>
            </p:cNvCxnSpPr>
            <p:nvPr/>
          </p:nvCxnSpPr>
          <p:spPr>
            <a:xfrm>
              <a:off x="1325615" y="5626509"/>
              <a:ext cx="106112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6F803787-A48C-5DC4-1CBE-1CE572C6BCDF}"/>
                </a:ext>
              </a:extLst>
            </p:cNvPr>
            <p:cNvSpPr/>
            <p:nvPr/>
          </p:nvSpPr>
          <p:spPr>
            <a:xfrm rot="5400000">
              <a:off x="1609804" y="5415737"/>
              <a:ext cx="493998" cy="42154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06A864-FF99-A1B4-3F5D-5128AAC1051C}"/>
                    </a:ext>
                  </a:extLst>
                </p:cNvPr>
                <p:cNvSpPr txBox="1"/>
                <p:nvPr/>
              </p:nvSpPr>
              <p:spPr>
                <a:xfrm>
                  <a:off x="1026245" y="5392653"/>
                  <a:ext cx="42154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06A864-FF99-A1B4-3F5D-5128AAC10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245" y="5392653"/>
                  <a:ext cx="421546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D82F219-ACF3-84D6-9B73-939F3E0C7A72}"/>
                </a:ext>
              </a:extLst>
            </p:cNvPr>
            <p:cNvSpPr/>
            <p:nvPr/>
          </p:nvSpPr>
          <p:spPr>
            <a:xfrm>
              <a:off x="2067575" y="5585821"/>
              <a:ext cx="81375" cy="813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D7841D9-565A-84AF-15D8-FF54BA8B577C}"/>
                </a:ext>
              </a:extLst>
            </p:cNvPr>
            <p:cNvCxnSpPr>
              <a:cxnSpLocks/>
            </p:cNvCxnSpPr>
            <p:nvPr/>
          </p:nvCxnSpPr>
          <p:spPr>
            <a:xfrm>
              <a:off x="3099125" y="5204166"/>
              <a:ext cx="101906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202D39B-7535-B637-A7C1-9B30B242FFE5}"/>
                </a:ext>
              </a:extLst>
            </p:cNvPr>
            <p:cNvCxnSpPr>
              <a:cxnSpLocks/>
            </p:cNvCxnSpPr>
            <p:nvPr/>
          </p:nvCxnSpPr>
          <p:spPr>
            <a:xfrm>
              <a:off x="2385143" y="5059073"/>
              <a:ext cx="2335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968FC03-8C16-DCD2-6895-4D100EE1FD47}"/>
                </a:ext>
              </a:extLst>
            </p:cNvPr>
            <p:cNvCxnSpPr>
              <a:cxnSpLocks/>
            </p:cNvCxnSpPr>
            <p:nvPr/>
          </p:nvCxnSpPr>
          <p:spPr>
            <a:xfrm>
              <a:off x="2385143" y="5349255"/>
              <a:ext cx="2335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rc 158">
              <a:extLst>
                <a:ext uri="{FF2B5EF4-FFF2-40B4-BE49-F238E27FC236}">
                  <a16:creationId xmlns:a16="http://schemas.microsoft.com/office/drawing/2014/main" id="{EA67521A-BB36-B5A7-3446-1AE9703132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059929" y="4839271"/>
              <a:ext cx="459178" cy="73414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Line 160">
              <a:extLst>
                <a:ext uri="{FF2B5EF4-FFF2-40B4-BE49-F238E27FC236}">
                  <a16:creationId xmlns:a16="http://schemas.microsoft.com/office/drawing/2014/main" id="{F805B398-F9FE-35A1-0BA3-3F89BF11F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0585" y="4972851"/>
              <a:ext cx="2262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Line 160">
              <a:extLst>
                <a:ext uri="{FF2B5EF4-FFF2-40B4-BE49-F238E27FC236}">
                  <a16:creationId xmlns:a16="http://schemas.microsoft.com/office/drawing/2014/main" id="{F7124070-3367-630C-1BFC-741544F8AE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0585" y="5434505"/>
              <a:ext cx="2262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Arc 156">
              <a:extLst>
                <a:ext uri="{FF2B5EF4-FFF2-40B4-BE49-F238E27FC236}">
                  <a16:creationId xmlns:a16="http://schemas.microsoft.com/office/drawing/2014/main" id="{1C6E3E2D-BED5-4BA7-95DF-ACF734B5982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0441" y="4990922"/>
              <a:ext cx="341462" cy="4435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Arc 156">
              <a:extLst>
                <a:ext uri="{FF2B5EF4-FFF2-40B4-BE49-F238E27FC236}">
                  <a16:creationId xmlns:a16="http://schemas.microsoft.com/office/drawing/2014/main" id="{A035B97C-6F77-DA3D-48A1-894A56160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158" y="4972851"/>
              <a:ext cx="341462" cy="443582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E09C76F-3CAE-F9EA-FE29-DD08236B048A}"/>
                </a:ext>
              </a:extLst>
            </p:cNvPr>
            <p:cNvSpPr/>
            <p:nvPr/>
          </p:nvSpPr>
          <p:spPr>
            <a:xfrm>
              <a:off x="3099125" y="5164136"/>
              <a:ext cx="81151" cy="8115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A730C7D-5D85-337A-27F1-B0BDEB057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143" y="4786773"/>
              <a:ext cx="0" cy="2723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7F7308C-AC8C-2094-FD3F-AF889E476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5143" y="5349255"/>
              <a:ext cx="0" cy="282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BD721892-77D9-DBC7-F1A7-5CA103D6B938}"/>
                </a:ext>
              </a:extLst>
            </p:cNvPr>
            <p:cNvSpPr/>
            <p:nvPr/>
          </p:nvSpPr>
          <p:spPr>
            <a:xfrm rot="5400000">
              <a:off x="3398339" y="4991764"/>
              <a:ext cx="493998" cy="42154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20362F43-F8FA-849E-6415-CCC6EC0FA137}"/>
                </a:ext>
              </a:extLst>
            </p:cNvPr>
            <p:cNvSpPr/>
            <p:nvPr/>
          </p:nvSpPr>
          <p:spPr>
            <a:xfrm>
              <a:off x="3856110" y="5164136"/>
              <a:ext cx="81375" cy="8137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594DE07-4697-F42B-EAD6-16B209089070}"/>
                    </a:ext>
                  </a:extLst>
                </p:cNvPr>
                <p:cNvSpPr txBox="1"/>
                <p:nvPr/>
              </p:nvSpPr>
              <p:spPr>
                <a:xfrm>
                  <a:off x="3033536" y="4787898"/>
                  <a:ext cx="57926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9594DE07-4697-F42B-EAD6-16B2090890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536" y="4787898"/>
                  <a:ext cx="579269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50C6863-DE07-78E2-78D2-E6AE052A4B37}"/>
                    </a:ext>
                  </a:extLst>
                </p:cNvPr>
                <p:cNvSpPr txBox="1"/>
                <p:nvPr/>
              </p:nvSpPr>
              <p:spPr>
                <a:xfrm>
                  <a:off x="4010109" y="4986183"/>
                  <a:ext cx="57926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50C6863-DE07-78E2-78D2-E6AE052A4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109" y="4986183"/>
                  <a:ext cx="579269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箭头: 下 64">
            <a:extLst>
              <a:ext uri="{FF2B5EF4-FFF2-40B4-BE49-F238E27FC236}">
                <a16:creationId xmlns:a16="http://schemas.microsoft.com/office/drawing/2014/main" id="{C54F179D-D2B6-B716-4E5A-6338DE9009AE}"/>
              </a:ext>
            </a:extLst>
          </p:cNvPr>
          <p:cNvSpPr/>
          <p:nvPr/>
        </p:nvSpPr>
        <p:spPr>
          <a:xfrm>
            <a:off x="2413093" y="4492058"/>
            <a:ext cx="424139" cy="570356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7FEECFC-1346-B6EE-9528-04235D83B8A8}"/>
                  </a:ext>
                </a:extLst>
              </p:cNvPr>
              <p:cNvSpPr txBox="1"/>
              <p:nvPr/>
            </p:nvSpPr>
            <p:spPr>
              <a:xfrm>
                <a:off x="6120000" y="5400000"/>
                <a:ext cx="4320000" cy="108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  <m:r>
                                <a:rPr kumimoji="1" lang="en-US" altLang="zh-CN" sz="2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</m:e>
                          </m:acc>
                        </m:e>
                      </m:acc>
                      <m:r>
                        <a:rPr kumimoji="1"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2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kumimoji="1" lang="en-US" altLang="zh-CN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kumimoji="1" lang="en-US" altLang="zh-CN" sz="28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acc>
                                <m:accPr>
                                  <m:chr m:val="̅"/>
                                  <m:ctrlPr>
                                    <a:rPr kumimoji="1" lang="en-US" altLang="zh-CN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acc>
                        </m:e>
                      </m:acc>
                    </m:oMath>
                  </m:oMathPara>
                </a14:m>
                <a:endParaRPr kumimoji="1" lang="en-US" altLang="zh-CN" sz="2800" i="1" dirty="0">
                  <a:solidFill>
                    <a:srgbClr val="0000FF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a:rPr kumimoji="1"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kumimoji="1"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  <m:r>
                          <a:rPr kumimoji="1"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7FEECFC-1346-B6EE-9528-04235D83B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5400000"/>
                <a:ext cx="4320000" cy="1080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EE70D7D7-AFD3-94A9-61CC-5A2EEAEBBA18}"/>
              </a:ext>
            </a:extLst>
          </p:cNvPr>
          <p:cNvGrpSpPr/>
          <p:nvPr/>
        </p:nvGrpSpPr>
        <p:grpSpPr>
          <a:xfrm>
            <a:off x="1279277" y="5491628"/>
            <a:ext cx="2472149" cy="934588"/>
            <a:chOff x="6153604" y="5641495"/>
            <a:chExt cx="2472149" cy="934588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A3BE405-3250-90DB-B3A2-164E60874489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>
              <a:off x="7552739" y="6108789"/>
              <a:ext cx="43869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94B1AFEF-D17A-7934-88F1-BE623CF7A8BE}"/>
                    </a:ext>
                  </a:extLst>
                </p:cNvPr>
                <p:cNvSpPr txBox="1"/>
                <p:nvPr/>
              </p:nvSpPr>
              <p:spPr>
                <a:xfrm>
                  <a:off x="6153604" y="5641495"/>
                  <a:ext cx="5792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937E2D54-BB16-E25C-B226-D57CCC5D2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3604" y="5641495"/>
                  <a:ext cx="57926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99A4256C-D18D-1EE9-DBA7-2A0A7EFF30B0}"/>
                    </a:ext>
                  </a:extLst>
                </p:cNvPr>
                <p:cNvSpPr txBox="1"/>
                <p:nvPr/>
              </p:nvSpPr>
              <p:spPr>
                <a:xfrm>
                  <a:off x="8046484" y="5834217"/>
                  <a:ext cx="5792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000F9C6-21A2-AA60-C995-6C493A9E1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484" y="5834217"/>
                  <a:ext cx="579269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00775128-7A18-D888-FF2E-5605F598846C}"/>
                </a:ext>
              </a:extLst>
            </p:cNvPr>
            <p:cNvSpPr/>
            <p:nvPr/>
          </p:nvSpPr>
          <p:spPr>
            <a:xfrm>
              <a:off x="7552739" y="605386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流程图: 延期 71">
              <a:extLst>
                <a:ext uri="{FF2B5EF4-FFF2-40B4-BE49-F238E27FC236}">
                  <a16:creationId xmlns:a16="http://schemas.microsoft.com/office/drawing/2014/main" id="{BBBB9035-407D-1FFF-AB43-7243AB147444}"/>
                </a:ext>
              </a:extLst>
            </p:cNvPr>
            <p:cNvSpPr/>
            <p:nvPr/>
          </p:nvSpPr>
          <p:spPr>
            <a:xfrm>
              <a:off x="6999197" y="5834469"/>
              <a:ext cx="553542" cy="548639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D73CAE2-8609-9B76-F33A-685123AB21A3}"/>
                </a:ext>
              </a:extLst>
            </p:cNvPr>
            <p:cNvCxnSpPr>
              <a:cxnSpLocks/>
            </p:cNvCxnSpPr>
            <p:nvPr/>
          </p:nvCxnSpPr>
          <p:spPr>
            <a:xfrm>
              <a:off x="6691244" y="5936851"/>
              <a:ext cx="30795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E836422-9696-1ECF-B9EB-D48DE70B4C5D}"/>
                </a:ext>
              </a:extLst>
            </p:cNvPr>
            <p:cNvCxnSpPr>
              <a:cxnSpLocks/>
            </p:cNvCxnSpPr>
            <p:nvPr/>
          </p:nvCxnSpPr>
          <p:spPr>
            <a:xfrm>
              <a:off x="6691244" y="6280724"/>
              <a:ext cx="30795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4B25414-2F60-5ADA-0514-E3E84DB5A204}"/>
                    </a:ext>
                  </a:extLst>
                </p:cNvPr>
                <p:cNvSpPr txBox="1"/>
                <p:nvPr/>
              </p:nvSpPr>
              <p:spPr>
                <a:xfrm>
                  <a:off x="6153604" y="6052863"/>
                  <a:ext cx="5792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41487E0C-5CD8-42C2-83DD-19B8E4E6E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3604" y="6052863"/>
                  <a:ext cx="579269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35A3577-0197-0746-B808-EFA0DD526CA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04E6B2-CF94-A946-DE27-9F7D827B9972}"/>
              </a:ext>
            </a:extLst>
          </p:cNvPr>
          <p:cNvSpPr txBox="1"/>
          <p:nvPr/>
        </p:nvSpPr>
        <p:spPr>
          <a:xfrm>
            <a:off x="360000" y="827142"/>
            <a:ext cx="436222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分析右图电路逻辑功能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518ABB6-15CD-3B34-DD80-DFC803D2E859}"/>
              </a:ext>
            </a:extLst>
          </p:cNvPr>
          <p:cNvGrpSpPr/>
          <p:nvPr/>
        </p:nvGrpSpPr>
        <p:grpSpPr>
          <a:xfrm>
            <a:off x="6048000" y="576000"/>
            <a:ext cx="6048000" cy="4642785"/>
            <a:chOff x="6048000" y="576000"/>
            <a:chExt cx="6048000" cy="4642785"/>
          </a:xfrm>
        </p:grpSpPr>
        <p:pic>
          <p:nvPicPr>
            <p:cNvPr id="13" name="Picture 4" descr="未命名">
              <a:extLst>
                <a:ext uri="{FF2B5EF4-FFF2-40B4-BE49-F238E27FC236}">
                  <a16:creationId xmlns:a16="http://schemas.microsoft.com/office/drawing/2014/main" id="{6581BD3C-5CF1-ECDF-7BE2-0CA44EEAA0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26" r="12256"/>
            <a:stretch>
              <a:fillRect/>
            </a:stretch>
          </p:blipFill>
          <p:spPr bwMode="auto">
            <a:xfrm>
              <a:off x="6388526" y="732157"/>
              <a:ext cx="5236606" cy="4486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AA5D28-1A70-6D62-2903-9195DEE4F3C5}"/>
                    </a:ext>
                  </a:extLst>
                </p:cNvPr>
                <p:cNvSpPr txBox="1"/>
                <p:nvPr/>
              </p:nvSpPr>
              <p:spPr>
                <a:xfrm>
                  <a:off x="6048000" y="162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AA5D28-1A70-6D62-2903-9195DEE4F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000" y="1620000"/>
                  <a:ext cx="432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16C4F37-B446-DA90-B6D2-285177338B6D}"/>
                    </a:ext>
                  </a:extLst>
                </p:cNvPr>
                <p:cNvSpPr txBox="1"/>
                <p:nvPr/>
              </p:nvSpPr>
              <p:spPr>
                <a:xfrm>
                  <a:off x="6048000" y="266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B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16C4F37-B446-DA90-B6D2-285177338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000" y="2664000"/>
                  <a:ext cx="432000" cy="43088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9801CC9-0258-0634-7DA0-6C546912AB2A}"/>
                    </a:ext>
                  </a:extLst>
                </p:cNvPr>
                <p:cNvSpPr txBox="1"/>
                <p:nvPr/>
              </p:nvSpPr>
              <p:spPr>
                <a:xfrm>
                  <a:off x="11556000" y="347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9801CC9-0258-0634-7DA0-6C546912A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6000" y="3474000"/>
                  <a:ext cx="432000" cy="43088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8F45D46-47CF-8D89-1F61-1C7AF42E8359}"/>
                    </a:ext>
                  </a:extLst>
                </p:cNvPr>
                <p:cNvSpPr txBox="1"/>
                <p:nvPr/>
              </p:nvSpPr>
              <p:spPr>
                <a:xfrm>
                  <a:off x="11664000" y="57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8F45D46-47CF-8D89-1F61-1C7AF42E8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4000" y="576000"/>
                  <a:ext cx="432000" cy="430887"/>
                </a:xfrm>
                <a:prstGeom prst="rect">
                  <a:avLst/>
                </a:prstGeom>
                <a:blipFill>
                  <a:blip r:embed="rId25"/>
                  <a:stretch>
                    <a:fillRect l="-23944" r="-154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06EA323-8DC4-1816-291B-5576BBA5DC0D}"/>
                    </a:ext>
                  </a:extLst>
                </p:cNvPr>
                <p:cNvSpPr txBox="1"/>
                <p:nvPr/>
              </p:nvSpPr>
              <p:spPr>
                <a:xfrm>
                  <a:off x="7380000" y="1476000"/>
                  <a:ext cx="412432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06EA323-8DC4-1816-291B-5576BBA5D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1476000"/>
                  <a:ext cx="412432" cy="43088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1449958-CAF3-5315-6E2D-1A8BFFB04CD7}"/>
                    </a:ext>
                  </a:extLst>
                </p:cNvPr>
                <p:cNvSpPr txBox="1"/>
                <p:nvPr/>
              </p:nvSpPr>
              <p:spPr>
                <a:xfrm>
                  <a:off x="8532000" y="253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1449958-CAF3-5315-6E2D-1A8BFFB04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000" y="2538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83CB2A4-2013-D809-B70D-A4A59962ACD1}"/>
                    </a:ext>
                  </a:extLst>
                </p:cNvPr>
                <p:cNvSpPr txBox="1"/>
                <p:nvPr/>
              </p:nvSpPr>
              <p:spPr>
                <a:xfrm>
                  <a:off x="10134000" y="333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E</m:t>
                      </m:r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83CB2A4-2013-D809-B70D-A4A59962A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4000" y="3330000"/>
                  <a:ext cx="432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0440F871-CA1E-A833-6AC5-82DDA87654FA}"/>
              </a:ext>
            </a:extLst>
          </p:cNvPr>
          <p:cNvSpPr/>
          <p:nvPr/>
        </p:nvSpPr>
        <p:spPr>
          <a:xfrm>
            <a:off x="6478152" y="892268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2B3E131-4840-ED22-9AC1-A178CA522CD9}"/>
              </a:ext>
            </a:extLst>
          </p:cNvPr>
          <p:cNvSpPr/>
          <p:nvPr/>
        </p:nvSpPr>
        <p:spPr>
          <a:xfrm>
            <a:off x="7488000" y="1944000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6A93A6-4D11-860E-5B45-0504B4561317}"/>
              </a:ext>
            </a:extLst>
          </p:cNvPr>
          <p:cNvSpPr/>
          <p:nvPr/>
        </p:nvSpPr>
        <p:spPr>
          <a:xfrm>
            <a:off x="10638000" y="2754000"/>
            <a:ext cx="900000" cy="187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86FBFDD-4F05-5D16-1691-BC9AAA91A0B8}"/>
              </a:ext>
            </a:extLst>
          </p:cNvPr>
          <p:cNvSpPr/>
          <p:nvPr/>
        </p:nvSpPr>
        <p:spPr>
          <a:xfrm>
            <a:off x="8442000" y="1656000"/>
            <a:ext cx="2052000" cy="3276000"/>
          </a:xfrm>
          <a:prstGeom prst="rect">
            <a:avLst/>
          </a:prstGeom>
          <a:noFill/>
          <a:ln w="38100">
            <a:solidFill>
              <a:srgbClr val="FF00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0635EC5-4582-4444-1474-F2F0EAB119DF}"/>
              </a:ext>
            </a:extLst>
          </p:cNvPr>
          <p:cNvSpPr/>
          <p:nvPr/>
        </p:nvSpPr>
        <p:spPr>
          <a:xfrm>
            <a:off x="9453600" y="2840400"/>
            <a:ext cx="108000" cy="1080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774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D016B9E6-4EB2-EE80-D1A5-0D136576109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29BC8AAE-139C-C3E4-4E82-27D1A55F535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248BD94B-3BC0-142C-DA66-663FAFB69ED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92A86E8D-27F5-C235-9B9A-68B81719135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D7D1894E-8456-C470-8BDE-D85A8554744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4323DADA-A282-6753-CED9-1AF0CDE45F1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703B1E-F279-47EB-3FB2-061118B2F873}"/>
              </a:ext>
            </a:extLst>
          </p:cNvPr>
          <p:cNvSpPr txBox="1"/>
          <p:nvPr/>
        </p:nvSpPr>
        <p:spPr>
          <a:xfrm>
            <a:off x="360000" y="827142"/>
            <a:ext cx="436222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分析右图电路逻辑功能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9" name="组合 468">
            <a:extLst>
              <a:ext uri="{FF2B5EF4-FFF2-40B4-BE49-F238E27FC236}">
                <a16:creationId xmlns:a16="http://schemas.microsoft.com/office/drawing/2014/main" id="{6C2202B1-14AE-3534-1350-603DD5BE8A67}"/>
              </a:ext>
            </a:extLst>
          </p:cNvPr>
          <p:cNvGrpSpPr/>
          <p:nvPr/>
        </p:nvGrpSpPr>
        <p:grpSpPr>
          <a:xfrm>
            <a:off x="360000" y="1440000"/>
            <a:ext cx="3924000" cy="3942000"/>
            <a:chOff x="360000" y="1440000"/>
            <a:chExt cx="3924000" cy="394200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19E67A1-5918-4154-2CFA-580E06C50EB1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14F7AD4-3AE8-5F17-1122-B99899238571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5F8FA4A-4C52-24C0-3DCD-CC0BBA3485B8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CBB3DDD-63A2-080F-3CF2-47D1DC2980B7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7CA048B-5A26-0533-7607-B96C50AEFCE1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3CB724E-93D1-A07B-2260-A12304E060F0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32773F4-D8A1-CE91-55F6-13FEC562AF73}"/>
                </a:ext>
              </a:extLst>
            </p:cNvPr>
            <p:cNvCxnSpPr>
              <a:cxnSpLocks/>
            </p:cNvCxnSpPr>
            <p:nvPr/>
          </p:nvCxnSpPr>
          <p:spPr>
            <a:xfrm>
              <a:off x="1440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DE5BAAA-2B84-18C2-2716-D1F7F67940F9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201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6A85F18-1CE4-BF88-6FBB-5183577F6096}"/>
                </a:ext>
              </a:extLst>
            </p:cNvPr>
            <p:cNvSpPr/>
            <p:nvPr/>
          </p:nvSpPr>
          <p:spPr>
            <a:xfrm>
              <a:off x="1854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847DDAB-2B33-B387-4771-529537282B88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7943FCE-4665-F296-B382-C5F12605E1BB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2880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8E9BF6D-2417-8D77-5F97-1F7954B03E72}"/>
                </a:ext>
              </a:extLst>
            </p:cNvPr>
            <p:cNvCxnSpPr>
              <a:cxnSpLocks/>
            </p:cNvCxnSpPr>
            <p:nvPr/>
          </p:nvCxnSpPr>
          <p:spPr>
            <a:xfrm>
              <a:off x="2772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59CC041-0760-1B71-B201-136D40538755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C95BF29-F67A-F481-81B9-8F68C22D872D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4A1890D-0FA0-927D-E45B-27743AD82F3B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8458AEF-09A2-911C-D365-355FA0614698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8400AEC-252F-3D3B-64F7-6213BD2B5443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4CC6F5E-72FC-61A0-29A9-2C72BFA8CED3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298B6F9-0891-15D3-8A3B-5273A8C6F9D2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1872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20E8046-5648-C8E9-12F9-B5C7D3FBC3D8}"/>
                </a:ext>
              </a:extLst>
            </p:cNvPr>
            <p:cNvSpPr/>
            <p:nvPr/>
          </p:nvSpPr>
          <p:spPr>
            <a:xfrm>
              <a:off x="3402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0A922BC8-A02B-D250-1EA8-009179C988D3}"/>
                </a:ext>
              </a:extLst>
            </p:cNvPr>
            <p:cNvCxnSpPr>
              <a:cxnSpLocks/>
            </p:cNvCxnSpPr>
            <p:nvPr/>
          </p:nvCxnSpPr>
          <p:spPr>
            <a:xfrm>
              <a:off x="2520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DCFD53C-95FD-DC55-A251-55DE5707478E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2880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1FC6E44-61BA-C51E-E5EB-D44AC1EDFDB6}"/>
                </a:ext>
              </a:extLst>
            </p:cNvPr>
            <p:cNvCxnSpPr>
              <a:cxnSpLocks/>
            </p:cNvCxnSpPr>
            <p:nvPr/>
          </p:nvCxnSpPr>
          <p:spPr>
            <a:xfrm>
              <a:off x="2520000" y="2304000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E328A98-78CE-7DB2-5A45-57994D4C263B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" y="2304000"/>
              <a:ext cx="0" cy="273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82A36A1-798C-AEFC-4591-F228ACBF781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201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730C7AE-72B5-54F5-8DF6-F1D2AE14A494}"/>
                </a:ext>
              </a:extLst>
            </p:cNvPr>
            <p:cNvSpPr/>
            <p:nvPr/>
          </p:nvSpPr>
          <p:spPr>
            <a:xfrm>
              <a:off x="3402000" y="19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A014F8F-FFFF-69D2-7473-EF6930B93AEF}"/>
                    </a:ext>
                  </a:extLst>
                </p:cNvPr>
                <p:cNvSpPr txBox="1"/>
                <p:nvPr/>
              </p:nvSpPr>
              <p:spPr>
                <a:xfrm>
                  <a:off x="3096000" y="144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A014F8F-FFFF-69D2-7473-EF6930B93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000" y="1440000"/>
                  <a:ext cx="720000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27EADAA-B9BC-E2FD-2B44-5A7D493EC062}"/>
                    </a:ext>
                  </a:extLst>
                </p:cNvPr>
                <p:cNvSpPr txBox="1"/>
                <p:nvPr/>
              </p:nvSpPr>
              <p:spPr>
                <a:xfrm>
                  <a:off x="1944000" y="2376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27EADAA-B9BC-E2FD-2B44-5A7D493EC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4000" y="2376000"/>
                  <a:ext cx="431796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8310" r="-845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DCE6BC7-33ED-16F8-03F4-924CD095C589}"/>
                    </a:ext>
                  </a:extLst>
                </p:cNvPr>
                <p:cNvSpPr txBox="1"/>
                <p:nvPr/>
              </p:nvSpPr>
              <p:spPr>
                <a:xfrm>
                  <a:off x="3492000" y="2376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DCE6BC7-33ED-16F8-03F4-924CD095C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2376000"/>
                  <a:ext cx="431796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8310" r="-845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30CDD39-EA77-6F85-EBE8-B7FBF9106C91}"/>
                </a:ext>
              </a:extLst>
            </p:cNvPr>
            <p:cNvSpPr/>
            <p:nvPr/>
          </p:nvSpPr>
          <p:spPr>
            <a:xfrm>
              <a:off x="3402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E0967E7-740C-25E1-F464-268465F43D5C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3168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70A7AE0-2FAB-75E7-CEA9-624EA6E03303}"/>
                    </a:ext>
                  </a:extLst>
                </p:cNvPr>
                <p:cNvSpPr txBox="1"/>
                <p:nvPr/>
              </p:nvSpPr>
              <p:spPr>
                <a:xfrm>
                  <a:off x="3852000" y="295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70A7AE0-2FAB-75E7-CEA9-624EA6E03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2000" y="2952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83B8E80-274A-7464-2C95-5480F19A44DF}"/>
                </a:ext>
              </a:extLst>
            </p:cNvPr>
            <p:cNvCxnSpPr>
              <a:cxnSpLocks/>
            </p:cNvCxnSpPr>
            <p:nvPr/>
          </p:nvCxnSpPr>
          <p:spPr>
            <a:xfrm>
              <a:off x="2772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1746507-07AD-4CF3-EEF6-65A8D6EECC4A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E7DA0D4-24A1-5E57-38C9-9273C8A94A38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340DB8B-1EC0-B70B-F6DC-42D4A6E4B60C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C74CD16-92BA-5495-A6E0-9A6FF03F67E8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86D6DEB-F3CD-A29B-0D77-01D7D7BB7898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47462D8-3AA5-2A5D-6F98-85F04FA98A2C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D914398-3319-AF83-A1C4-149BE6779B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403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3DBBD90-026E-23EE-AEF7-AE8E490FD67A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4032000"/>
              <a:ext cx="0" cy="4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40C5DA1-6202-8207-7F04-4A9CE66ACE60}"/>
                </a:ext>
              </a:extLst>
            </p:cNvPr>
            <p:cNvSpPr/>
            <p:nvPr/>
          </p:nvSpPr>
          <p:spPr>
            <a:xfrm>
              <a:off x="2466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FF25896-8CB5-631B-44E5-CF959DD146E5}"/>
                </a:ext>
              </a:extLst>
            </p:cNvPr>
            <p:cNvCxnSpPr>
              <a:cxnSpLocks/>
            </p:cNvCxnSpPr>
            <p:nvPr/>
          </p:nvCxnSpPr>
          <p:spPr>
            <a:xfrm>
              <a:off x="3672000" y="3744000"/>
              <a:ext cx="0" cy="127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18D9CA9-E40C-B96C-EE2D-A7C687524BB8}"/>
                    </a:ext>
                  </a:extLst>
                </p:cNvPr>
                <p:cNvSpPr txBox="1"/>
                <p:nvPr/>
              </p:nvSpPr>
              <p:spPr>
                <a:xfrm>
                  <a:off x="360000" y="38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18D9CA9-E40C-B96C-EE2D-A7C687524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3816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9" name="文本框 448">
                  <a:extLst>
                    <a:ext uri="{FF2B5EF4-FFF2-40B4-BE49-F238E27FC236}">
                      <a16:creationId xmlns:a16="http://schemas.microsoft.com/office/drawing/2014/main" id="{FC99F387-3310-C87D-9EE3-62E87B417914}"/>
                    </a:ext>
                  </a:extLst>
                </p:cNvPr>
                <p:cNvSpPr txBox="1"/>
                <p:nvPr/>
              </p:nvSpPr>
              <p:spPr>
                <a:xfrm>
                  <a:off x="3708000" y="352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49" name="文本框 448">
                  <a:extLst>
                    <a:ext uri="{FF2B5EF4-FFF2-40B4-BE49-F238E27FC236}">
                      <a16:creationId xmlns:a16="http://schemas.microsoft.com/office/drawing/2014/main" id="{FC99F387-3310-C87D-9EE3-62E87B417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000" y="3528000"/>
                  <a:ext cx="431796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1127" r="-11268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2DCBBF7-E2B8-7F4B-6CC6-CB63AE5F3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72000" y="44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AFF67AC-8383-50E6-0A95-D7EE8D99E5E2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44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D03352A-F044-5E27-7DB6-1C14446FBBCD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35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851E05B-0695-A1DD-C675-C32D143E9E72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73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A1A95A5-49E4-239B-07FD-CBBD9C633B90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64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23554ED-85AC-3124-E752-8C7CFB593220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502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F214C765-8F6A-A1FA-8658-D442AD52D531}"/>
                </a:ext>
              </a:extLst>
            </p:cNvPr>
            <p:cNvCxnSpPr>
              <a:cxnSpLocks/>
            </p:cNvCxnSpPr>
            <p:nvPr/>
          </p:nvCxnSpPr>
          <p:spPr>
            <a:xfrm>
              <a:off x="2988000" y="493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16159F3-0688-9489-1AF2-A317A2E31DAA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" y="502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5F2AD2EA-1346-27CC-3B15-9D391A2D8D18}"/>
                </a:ext>
              </a:extLst>
            </p:cNvPr>
            <p:cNvCxnSpPr>
              <a:cxnSpLocks/>
            </p:cNvCxnSpPr>
            <p:nvPr/>
          </p:nvCxnSpPr>
          <p:spPr>
            <a:xfrm>
              <a:off x="3456000" y="4734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EF022426-FCD6-FCC2-3F65-D4308864B104}"/>
                </a:ext>
              </a:extLst>
            </p:cNvPr>
            <p:cNvSpPr/>
            <p:nvPr/>
          </p:nvSpPr>
          <p:spPr>
            <a:xfrm>
              <a:off x="3402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9BD1B3E-A976-E958-331C-EC25A1E6B20A}"/>
                </a:ext>
              </a:extLst>
            </p:cNvPr>
            <p:cNvCxnSpPr>
              <a:cxnSpLocks/>
            </p:cNvCxnSpPr>
            <p:nvPr/>
          </p:nvCxnSpPr>
          <p:spPr>
            <a:xfrm>
              <a:off x="3312000" y="534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F6CDB728-1E96-366A-CBEE-0C9D99ADB94D}"/>
                </a:ext>
              </a:extLst>
            </p:cNvPr>
            <p:cNvSpPr/>
            <p:nvPr/>
          </p:nvSpPr>
          <p:spPr>
            <a:xfrm>
              <a:off x="918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DAE24A37-A0C6-EEB1-8F6B-E7A155F95C48}"/>
                    </a:ext>
                  </a:extLst>
                </p:cNvPr>
                <p:cNvSpPr txBox="1"/>
                <p:nvPr/>
              </p:nvSpPr>
              <p:spPr>
                <a:xfrm>
                  <a:off x="360000" y="480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DAE24A37-A0C6-EEB1-8F6B-E7A155F95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806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8AEFFD9B-F2E4-C2B0-1322-D679D780C88A}"/>
                    </a:ext>
                  </a:extLst>
                </p:cNvPr>
                <p:cNvSpPr txBox="1"/>
                <p:nvPr/>
              </p:nvSpPr>
              <p:spPr>
                <a:xfrm>
                  <a:off x="3708000" y="4518000"/>
                  <a:ext cx="431796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0" name="文本框 449">
                  <a:extLst>
                    <a:ext uri="{FF2B5EF4-FFF2-40B4-BE49-F238E27FC236}">
                      <a16:creationId xmlns:a16="http://schemas.microsoft.com/office/drawing/2014/main" id="{8AEFFD9B-F2E4-C2B0-1322-D679D780C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000" y="4518000"/>
                  <a:ext cx="431796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21127" r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63E6CD45-256C-A0DC-A9F7-46B4D85BBCB9}"/>
              </a:ext>
            </a:extLst>
          </p:cNvPr>
          <p:cNvGrpSpPr/>
          <p:nvPr/>
        </p:nvGrpSpPr>
        <p:grpSpPr>
          <a:xfrm>
            <a:off x="1080000" y="5760000"/>
            <a:ext cx="2196000" cy="756000"/>
            <a:chOff x="6274938" y="5748425"/>
            <a:chExt cx="2196000" cy="756000"/>
          </a:xfrm>
        </p:grpSpPr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4A0B2902-D9C7-7AE8-3967-1F0C44321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5388" y="6125867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本框 456">
                  <a:extLst>
                    <a:ext uri="{FF2B5EF4-FFF2-40B4-BE49-F238E27FC236}">
                      <a16:creationId xmlns:a16="http://schemas.microsoft.com/office/drawing/2014/main" id="{B566F0C6-42EC-765B-40F9-BF6F86DAAFB9}"/>
                    </a:ext>
                  </a:extLst>
                </p:cNvPr>
                <p:cNvSpPr txBox="1"/>
                <p:nvPr/>
              </p:nvSpPr>
              <p:spPr>
                <a:xfrm>
                  <a:off x="6274938" y="5748425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7" name="文本框 456">
                  <a:extLst>
                    <a:ext uri="{FF2B5EF4-FFF2-40B4-BE49-F238E27FC236}">
                      <a16:creationId xmlns:a16="http://schemas.microsoft.com/office/drawing/2014/main" id="{B566F0C6-42EC-765B-40F9-BF6F86DAA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938" y="5748425"/>
                  <a:ext cx="432000" cy="432000"/>
                </a:xfrm>
                <a:prstGeom prst="rect">
                  <a:avLst/>
                </a:prstGeom>
                <a:blipFill>
                  <a:blip r:embed="rId10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8" name="文本框 457">
                  <a:extLst>
                    <a:ext uri="{FF2B5EF4-FFF2-40B4-BE49-F238E27FC236}">
                      <a16:creationId xmlns:a16="http://schemas.microsoft.com/office/drawing/2014/main" id="{FA132312-4143-C09B-4E2E-2ECD919677A9}"/>
                    </a:ext>
                  </a:extLst>
                </p:cNvPr>
                <p:cNvSpPr txBox="1"/>
                <p:nvPr/>
              </p:nvSpPr>
              <p:spPr>
                <a:xfrm>
                  <a:off x="8038938" y="5910425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8" name="文本框 457">
                  <a:extLst>
                    <a:ext uri="{FF2B5EF4-FFF2-40B4-BE49-F238E27FC236}">
                      <a16:creationId xmlns:a16="http://schemas.microsoft.com/office/drawing/2014/main" id="{FA132312-4143-C09B-4E2E-2ECD91967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938" y="5910425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C51B06FA-EF59-05B4-DB4A-CEE883B14BB8}"/>
                </a:ext>
              </a:extLst>
            </p:cNvPr>
            <p:cNvSpPr/>
            <p:nvPr/>
          </p:nvSpPr>
          <p:spPr>
            <a:xfrm>
              <a:off x="7605389" y="6071867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1" name="流程图: 延期 460">
              <a:extLst>
                <a:ext uri="{FF2B5EF4-FFF2-40B4-BE49-F238E27FC236}">
                  <a16:creationId xmlns:a16="http://schemas.microsoft.com/office/drawing/2014/main" id="{C60B2DEB-F85D-B508-5BA6-F98433F316AA}"/>
                </a:ext>
              </a:extLst>
            </p:cNvPr>
            <p:cNvSpPr/>
            <p:nvPr/>
          </p:nvSpPr>
          <p:spPr>
            <a:xfrm>
              <a:off x="7029389" y="5837867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FD64CB94-54BB-5ED0-9FDC-C26985DB8161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5963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38A81274-AE1A-BD70-79E8-E4DA8B2C5583}"/>
                </a:ext>
              </a:extLst>
            </p:cNvPr>
            <p:cNvCxnSpPr>
              <a:cxnSpLocks/>
            </p:cNvCxnSpPr>
            <p:nvPr/>
          </p:nvCxnSpPr>
          <p:spPr>
            <a:xfrm>
              <a:off x="6669389" y="62878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B265DE72-4F80-2B85-4042-B0715CC7D0DE}"/>
                    </a:ext>
                  </a:extLst>
                </p:cNvPr>
                <p:cNvSpPr txBox="1"/>
                <p:nvPr/>
              </p:nvSpPr>
              <p:spPr>
                <a:xfrm>
                  <a:off x="6274938" y="6072425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B265DE72-4F80-2B85-4042-B0715CC7D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938" y="6072425"/>
                  <a:ext cx="432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3" name="组合 642">
            <a:extLst>
              <a:ext uri="{FF2B5EF4-FFF2-40B4-BE49-F238E27FC236}">
                <a16:creationId xmlns:a16="http://schemas.microsoft.com/office/drawing/2014/main" id="{6F65698C-A0C4-4D60-608F-4E72ECB4BBEE}"/>
              </a:ext>
            </a:extLst>
          </p:cNvPr>
          <p:cNvGrpSpPr/>
          <p:nvPr/>
        </p:nvGrpSpPr>
        <p:grpSpPr>
          <a:xfrm>
            <a:off x="4752000" y="1152000"/>
            <a:ext cx="7344000" cy="5074887"/>
            <a:chOff x="4896000" y="720000"/>
            <a:chExt cx="7344000" cy="5074887"/>
          </a:xfrm>
        </p:grpSpPr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2E18671E-B96D-6C87-3157-7BC91BCED62C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EF63A017-5CCC-756C-E129-DBCD9E97F1B4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>
              <a:extLst>
                <a:ext uri="{FF2B5EF4-FFF2-40B4-BE49-F238E27FC236}">
                  <a16:creationId xmlns:a16="http://schemas.microsoft.com/office/drawing/2014/main" id="{6E2376EF-8ABD-FE6F-8DC1-2EEE00FEAB79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201529D8-E6B3-3074-CBBC-5ADB42EC2111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4AEC22E2-FB84-FD13-D8D5-AB61A180A676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DB60F0D0-6E3F-0F94-4CCD-2CE3A388E01C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>
              <a:extLst>
                <a:ext uri="{FF2B5EF4-FFF2-40B4-BE49-F238E27FC236}">
                  <a16:creationId xmlns:a16="http://schemas.microsoft.com/office/drawing/2014/main" id="{47B92A75-A6E0-4D83-1B62-920961A910FE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9F0CC46D-60B0-1CED-F356-9EDA734B3A6D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01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005BBDA4-0576-AF1E-2626-2247A47AD2E5}"/>
                </a:ext>
              </a:extLst>
            </p:cNvPr>
            <p:cNvSpPr/>
            <p:nvPr/>
          </p:nvSpPr>
          <p:spPr>
            <a:xfrm>
              <a:off x="9594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1" name="直接连接符 550">
              <a:extLst>
                <a:ext uri="{FF2B5EF4-FFF2-40B4-BE49-F238E27FC236}">
                  <a16:creationId xmlns:a16="http://schemas.microsoft.com/office/drawing/2014/main" id="{021D03C2-5ABE-CD4C-3977-1AD67838EDBD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FDDA8F3A-D0EC-9AB7-B663-C5DB54DB4914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880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10C68E6B-AA05-EABB-4723-5527D2B62E8F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>
              <a:extLst>
                <a:ext uri="{FF2B5EF4-FFF2-40B4-BE49-F238E27FC236}">
                  <a16:creationId xmlns:a16="http://schemas.microsoft.com/office/drawing/2014/main" id="{64D5F8E9-2A26-A9CD-6A2C-F32ACA870E6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连接符 554">
              <a:extLst>
                <a:ext uri="{FF2B5EF4-FFF2-40B4-BE49-F238E27FC236}">
                  <a16:creationId xmlns:a16="http://schemas.microsoft.com/office/drawing/2014/main" id="{67A9508F-CDEE-852B-0B80-DB9D17B55055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5A0E0C67-9827-0A29-E759-0EDD13136DD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接连接符 556">
              <a:extLst>
                <a:ext uri="{FF2B5EF4-FFF2-40B4-BE49-F238E27FC236}">
                  <a16:creationId xmlns:a16="http://schemas.microsoft.com/office/drawing/2014/main" id="{BE13EDA2-580B-CC39-3B80-34CED3F2BF8E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接连接符 557">
              <a:extLst>
                <a:ext uri="{FF2B5EF4-FFF2-40B4-BE49-F238E27FC236}">
                  <a16:creationId xmlns:a16="http://schemas.microsoft.com/office/drawing/2014/main" id="{95685155-CF44-02E6-81B6-34EAD6E0CFA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ED41A8C4-7BBE-8182-0D51-685D3205A9D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E0E6C76F-3AF5-ED90-FEBE-562652259FB4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1872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椭圆 560">
              <a:extLst>
                <a:ext uri="{FF2B5EF4-FFF2-40B4-BE49-F238E27FC236}">
                  <a16:creationId xmlns:a16="http://schemas.microsoft.com/office/drawing/2014/main" id="{DBF5D96A-2A5D-651E-7483-E14EF4599267}"/>
                </a:ext>
              </a:extLst>
            </p:cNvPr>
            <p:cNvSpPr/>
            <p:nvPr/>
          </p:nvSpPr>
          <p:spPr>
            <a:xfrm>
              <a:off x="11142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2" name="直接连接符 561">
              <a:extLst>
                <a:ext uri="{FF2B5EF4-FFF2-40B4-BE49-F238E27FC236}">
                  <a16:creationId xmlns:a16="http://schemas.microsoft.com/office/drawing/2014/main" id="{3AE10A65-B271-A2BA-AC60-0B069FC8CCE8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A3F22022-F8B1-0C4B-0A40-F594EE7CAA68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2880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连接符 563">
              <a:extLst>
                <a:ext uri="{FF2B5EF4-FFF2-40B4-BE49-F238E27FC236}">
                  <a16:creationId xmlns:a16="http://schemas.microsoft.com/office/drawing/2014/main" id="{392517A8-D217-A01E-5743-916F309959A7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304000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直接连接符 564">
              <a:extLst>
                <a:ext uri="{FF2B5EF4-FFF2-40B4-BE49-F238E27FC236}">
                  <a16:creationId xmlns:a16="http://schemas.microsoft.com/office/drawing/2014/main" id="{9E8E648F-B427-16F5-F9A4-8BC5C7A97C84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304000"/>
              <a:ext cx="0" cy="32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直接连接符 565">
              <a:extLst>
                <a:ext uri="{FF2B5EF4-FFF2-40B4-BE49-F238E27FC236}">
                  <a16:creationId xmlns:a16="http://schemas.microsoft.com/office/drawing/2014/main" id="{BB47C446-A334-FB14-1051-C0D2170AF7D4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01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A857CB2D-1114-FF75-48CE-68B038844861}"/>
                </a:ext>
              </a:extLst>
            </p:cNvPr>
            <p:cNvSpPr/>
            <p:nvPr/>
          </p:nvSpPr>
          <p:spPr>
            <a:xfrm>
              <a:off x="11142000" y="19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文本框 567">
                  <a:extLst>
                    <a:ext uri="{FF2B5EF4-FFF2-40B4-BE49-F238E27FC236}">
                      <a16:creationId xmlns:a16="http://schemas.microsoft.com/office/drawing/2014/main" id="{BE11F359-51F2-58A7-4255-4280144E37E6}"/>
                    </a:ext>
                  </a:extLst>
                </p:cNvPr>
                <p:cNvSpPr txBox="1"/>
                <p:nvPr/>
              </p:nvSpPr>
              <p:spPr>
                <a:xfrm>
                  <a:off x="10836000" y="144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68" name="文本框 567">
                  <a:extLst>
                    <a:ext uri="{FF2B5EF4-FFF2-40B4-BE49-F238E27FC236}">
                      <a16:creationId xmlns:a16="http://schemas.microsoft.com/office/drawing/2014/main" id="{BE11F359-51F2-58A7-4255-4280144E3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1440000"/>
                  <a:ext cx="72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1" name="椭圆 570">
              <a:extLst>
                <a:ext uri="{FF2B5EF4-FFF2-40B4-BE49-F238E27FC236}">
                  <a16:creationId xmlns:a16="http://schemas.microsoft.com/office/drawing/2014/main" id="{DA974741-450D-3455-FB8F-6773493C9E1E}"/>
                </a:ext>
              </a:extLst>
            </p:cNvPr>
            <p:cNvSpPr/>
            <p:nvPr/>
          </p:nvSpPr>
          <p:spPr>
            <a:xfrm>
              <a:off x="11142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7AFAF981-34DC-5A7F-11E5-07D45EE5396E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3168000"/>
              <a:ext cx="19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04BEB706-B3D6-8EFE-04AB-E3427C7B6E2B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25EFEFF7-3718-1FD2-C2D4-C74E20B182F8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1FE79B70-FD34-421E-F833-54FD7102CA3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0A772DC3-85AD-F463-86D3-73A3DBE37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3303293A-911D-B0B6-22AF-094859BC112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18982566-A9E2-8FD8-B091-31E7429F124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2EF42A37-DF56-1AD2-1EEA-9D049BB28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E7406D34-E976-8002-1F03-16FDAA5B3CFA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4032000"/>
              <a:ext cx="21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1A04304D-1BAC-993B-2384-5EE35A3737F7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4032000"/>
              <a:ext cx="0" cy="4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C963F7A2-B8E6-AE4C-0FF4-9A51D619D290}"/>
                </a:ext>
              </a:extLst>
            </p:cNvPr>
            <p:cNvSpPr/>
            <p:nvPr/>
          </p:nvSpPr>
          <p:spPr>
            <a:xfrm>
              <a:off x="10206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B6BDEFFA-705C-F913-F6BC-3C4377731308}"/>
                </a:ext>
              </a:extLst>
            </p:cNvPr>
            <p:cNvCxnSpPr>
              <a:cxnSpLocks/>
            </p:cNvCxnSpPr>
            <p:nvPr/>
          </p:nvCxnSpPr>
          <p:spPr>
            <a:xfrm>
              <a:off x="11412000" y="3744000"/>
              <a:ext cx="0" cy="127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E1A02558-0621-4C38-C074-59DE3CF27B67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44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D4894A96-CAC2-D681-06A7-2EA93569D6F1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44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59B49486-94AB-3269-BC5F-A040FB267295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35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FB981B2-F823-6BB8-B44C-662E0B913D0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73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F35D2396-9ABB-904B-3B5F-92B31059AC9C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64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B0EA941F-A632-9F71-8D0A-A26A4D7081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502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070AEEE0-BDDB-D347-ED74-106BE5E55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93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D33392D3-91FC-83D4-A9A5-E01435743080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5022000"/>
              <a:ext cx="18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2DC7812B-75B2-08B2-99CA-2847B7CB77CA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4734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0657758C-4E6E-0DF6-5D31-9849FAAA0ABD}"/>
                </a:ext>
              </a:extLst>
            </p:cNvPr>
            <p:cNvSpPr/>
            <p:nvPr/>
          </p:nvSpPr>
          <p:spPr>
            <a:xfrm>
              <a:off x="11142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3" name="直接连接符 372">
              <a:extLst>
                <a:ext uri="{FF2B5EF4-FFF2-40B4-BE49-F238E27FC236}">
                  <a16:creationId xmlns:a16="http://schemas.microsoft.com/office/drawing/2014/main" id="{6FF83210-4641-5F98-C58C-D1EFA8D6CFB9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000" y="534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1C987FBA-C30B-4C82-AA52-4CD466F95638}"/>
                </a:ext>
              </a:extLst>
            </p:cNvPr>
            <p:cNvSpPr/>
            <p:nvPr/>
          </p:nvSpPr>
          <p:spPr>
            <a:xfrm>
              <a:off x="8658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F7DFBFB7-5A90-5ABD-385E-AE65DFD276B8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E945F59A-5CDD-B982-E8DB-A51F5082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443B62B8-DEF3-C5E8-3CF8-01661FC70E63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33285766-2254-E34F-5BDE-74CD35210396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BC97D5D8-2FD6-7C31-747F-9B1056A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6706E62C-9943-436A-1527-F0BB0DF43D69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F77EEF0F-7375-A18B-2D7D-9DDFB7B64A5C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>
              <a:extLst>
                <a:ext uri="{FF2B5EF4-FFF2-40B4-BE49-F238E27FC236}">
                  <a16:creationId xmlns:a16="http://schemas.microsoft.com/office/drawing/2014/main" id="{2C5251D5-9187-F8E3-AA38-D6C7B8415BF7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01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CC813BA5-5A1E-5FE5-705F-3EBABC73FF33}"/>
                </a:ext>
              </a:extLst>
            </p:cNvPr>
            <p:cNvSpPr/>
            <p:nvPr/>
          </p:nvSpPr>
          <p:spPr>
            <a:xfrm>
              <a:off x="6390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6" name="直接连接符 575">
              <a:extLst>
                <a:ext uri="{FF2B5EF4-FFF2-40B4-BE49-F238E27FC236}">
                  <a16:creationId xmlns:a16="http://schemas.microsoft.com/office/drawing/2014/main" id="{A29724DE-F597-0723-8F52-3081C6D6D2F8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直接连接符 576">
              <a:extLst>
                <a:ext uri="{FF2B5EF4-FFF2-40B4-BE49-F238E27FC236}">
                  <a16:creationId xmlns:a16="http://schemas.microsoft.com/office/drawing/2014/main" id="{B14BDA89-2BDF-350F-8285-CD6251B2A732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880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B65F3075-6BD9-409B-FD00-7B287C57B520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17969382-0ACB-24F8-0281-8431A3B61A25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493F705E-3236-73C7-B520-2D1A4FA446B5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连接符 580">
              <a:extLst>
                <a:ext uri="{FF2B5EF4-FFF2-40B4-BE49-F238E27FC236}">
                  <a16:creationId xmlns:a16="http://schemas.microsoft.com/office/drawing/2014/main" id="{E6D7679C-89CC-AECA-C108-BEBF52736BB4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接连接符 581">
              <a:extLst>
                <a:ext uri="{FF2B5EF4-FFF2-40B4-BE49-F238E27FC236}">
                  <a16:creationId xmlns:a16="http://schemas.microsoft.com/office/drawing/2014/main" id="{42AE7C79-B511-33DD-01B9-BFD53CE8334C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接连接符 582">
              <a:extLst>
                <a:ext uri="{FF2B5EF4-FFF2-40B4-BE49-F238E27FC236}">
                  <a16:creationId xmlns:a16="http://schemas.microsoft.com/office/drawing/2014/main" id="{5D127E16-2007-17A0-E1E0-DF33E716FB54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接连接符 583">
              <a:extLst>
                <a:ext uri="{FF2B5EF4-FFF2-40B4-BE49-F238E27FC236}">
                  <a16:creationId xmlns:a16="http://schemas.microsoft.com/office/drawing/2014/main" id="{D4B285ED-7AF4-5CE9-7A0C-7A6AC7902BE3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直接连接符 584">
              <a:extLst>
                <a:ext uri="{FF2B5EF4-FFF2-40B4-BE49-F238E27FC236}">
                  <a16:creationId xmlns:a16="http://schemas.microsoft.com/office/drawing/2014/main" id="{14CDAB69-5177-C1E7-CE0B-36D62C4A438D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1872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椭圆 585">
              <a:extLst>
                <a:ext uri="{FF2B5EF4-FFF2-40B4-BE49-F238E27FC236}">
                  <a16:creationId xmlns:a16="http://schemas.microsoft.com/office/drawing/2014/main" id="{7B78EA1D-ABFA-B098-698B-B93C3398A86C}"/>
                </a:ext>
              </a:extLst>
            </p:cNvPr>
            <p:cNvSpPr/>
            <p:nvPr/>
          </p:nvSpPr>
          <p:spPr>
            <a:xfrm>
              <a:off x="7938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87" name="直接连接符 586">
              <a:extLst>
                <a:ext uri="{FF2B5EF4-FFF2-40B4-BE49-F238E27FC236}">
                  <a16:creationId xmlns:a16="http://schemas.microsoft.com/office/drawing/2014/main" id="{60EAE85B-7B94-6843-6342-3DCAAD9C7D44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直接连接符 587">
              <a:extLst>
                <a:ext uri="{FF2B5EF4-FFF2-40B4-BE49-F238E27FC236}">
                  <a16:creationId xmlns:a16="http://schemas.microsoft.com/office/drawing/2014/main" id="{B7AFE65D-A126-9AFD-D845-F81F7618D6AB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2880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A7070CD3-3329-808F-67CE-2DB600BAC28D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00" y="2304000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接连接符 589">
              <a:extLst>
                <a:ext uri="{FF2B5EF4-FFF2-40B4-BE49-F238E27FC236}">
                  <a16:creationId xmlns:a16="http://schemas.microsoft.com/office/drawing/2014/main" id="{9FE63002-830D-EAB2-6DC5-B8D491E445FE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2304000"/>
              <a:ext cx="0" cy="273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接连接符 590">
              <a:extLst>
                <a:ext uri="{FF2B5EF4-FFF2-40B4-BE49-F238E27FC236}">
                  <a16:creationId xmlns:a16="http://schemas.microsoft.com/office/drawing/2014/main" id="{4D068D01-1C9A-22B7-25B8-3460D7E09F64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01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2" name="椭圆 591">
              <a:extLst>
                <a:ext uri="{FF2B5EF4-FFF2-40B4-BE49-F238E27FC236}">
                  <a16:creationId xmlns:a16="http://schemas.microsoft.com/office/drawing/2014/main" id="{49DDDFF2-F3E6-E1A1-7B55-47CB3602A5D6}"/>
                </a:ext>
              </a:extLst>
            </p:cNvPr>
            <p:cNvSpPr/>
            <p:nvPr/>
          </p:nvSpPr>
          <p:spPr>
            <a:xfrm>
              <a:off x="7938000" y="19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3" name="文本框 592">
                  <a:extLst>
                    <a:ext uri="{FF2B5EF4-FFF2-40B4-BE49-F238E27FC236}">
                      <a16:creationId xmlns:a16="http://schemas.microsoft.com/office/drawing/2014/main" id="{EC99103E-6AC1-0D9A-27A0-441551ECB58B}"/>
                    </a:ext>
                  </a:extLst>
                </p:cNvPr>
                <p:cNvSpPr txBox="1"/>
                <p:nvPr/>
              </p:nvSpPr>
              <p:spPr>
                <a:xfrm>
                  <a:off x="7632000" y="144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93" name="文本框 592">
                  <a:extLst>
                    <a:ext uri="{FF2B5EF4-FFF2-40B4-BE49-F238E27FC236}">
                      <a16:creationId xmlns:a16="http://schemas.microsoft.com/office/drawing/2014/main" id="{EC99103E-6AC1-0D9A-27A0-441551ECB5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000" y="1440000"/>
                  <a:ext cx="720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D5D572B6-7F9F-7F09-F6ED-FB1D449B421C}"/>
                </a:ext>
              </a:extLst>
            </p:cNvPr>
            <p:cNvSpPr/>
            <p:nvPr/>
          </p:nvSpPr>
          <p:spPr>
            <a:xfrm>
              <a:off x="7938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C83A7CE6-0CF6-FA5F-6322-388222F5EC00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3168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接连接符 598">
              <a:extLst>
                <a:ext uri="{FF2B5EF4-FFF2-40B4-BE49-F238E27FC236}">
                  <a16:creationId xmlns:a16="http://schemas.microsoft.com/office/drawing/2014/main" id="{7B137EC4-9449-E4E4-65D0-C072BBFA11D6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接连接符 599">
              <a:extLst>
                <a:ext uri="{FF2B5EF4-FFF2-40B4-BE49-F238E27FC236}">
                  <a16:creationId xmlns:a16="http://schemas.microsoft.com/office/drawing/2014/main" id="{8078C37C-F5B4-E2D6-F4B2-1D0B49AD2839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接连接符 600">
              <a:extLst>
                <a:ext uri="{FF2B5EF4-FFF2-40B4-BE49-F238E27FC236}">
                  <a16:creationId xmlns:a16="http://schemas.microsoft.com/office/drawing/2014/main" id="{2F2CEDA7-5EEA-89A2-AE7F-E44A0336F66C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接连接符 601">
              <a:extLst>
                <a:ext uri="{FF2B5EF4-FFF2-40B4-BE49-F238E27FC236}">
                  <a16:creationId xmlns:a16="http://schemas.microsoft.com/office/drawing/2014/main" id="{20C0FBC4-B95E-45DE-59E3-A3C2FDDE6B78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直接连接符 602">
              <a:extLst>
                <a:ext uri="{FF2B5EF4-FFF2-40B4-BE49-F238E27FC236}">
                  <a16:creationId xmlns:a16="http://schemas.microsoft.com/office/drawing/2014/main" id="{21E9C44A-0090-773E-9C44-DA25B19D92DB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直接连接符 603">
              <a:extLst>
                <a:ext uri="{FF2B5EF4-FFF2-40B4-BE49-F238E27FC236}">
                  <a16:creationId xmlns:a16="http://schemas.microsoft.com/office/drawing/2014/main" id="{6FE093B8-C892-E553-AD21-0015254ED3AD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直接连接符 604">
              <a:extLst>
                <a:ext uri="{FF2B5EF4-FFF2-40B4-BE49-F238E27FC236}">
                  <a16:creationId xmlns:a16="http://schemas.microsoft.com/office/drawing/2014/main" id="{97EC2D53-5048-483A-6B52-16651809B770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直接连接符 605">
              <a:extLst>
                <a:ext uri="{FF2B5EF4-FFF2-40B4-BE49-F238E27FC236}">
                  <a16:creationId xmlns:a16="http://schemas.microsoft.com/office/drawing/2014/main" id="{3DCBB003-DAC0-61E5-85AA-26D8DF1E3D97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4032000"/>
              <a:ext cx="20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直接连接符 606">
              <a:extLst>
                <a:ext uri="{FF2B5EF4-FFF2-40B4-BE49-F238E27FC236}">
                  <a16:creationId xmlns:a16="http://schemas.microsoft.com/office/drawing/2014/main" id="{6B05C429-A28B-B0A2-6C0B-6BD5C4489DAC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4032000"/>
              <a:ext cx="0" cy="4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8" name="椭圆 607">
              <a:extLst>
                <a:ext uri="{FF2B5EF4-FFF2-40B4-BE49-F238E27FC236}">
                  <a16:creationId xmlns:a16="http://schemas.microsoft.com/office/drawing/2014/main" id="{86802620-EE21-A6D6-5AD7-63909BA1A05E}"/>
                </a:ext>
              </a:extLst>
            </p:cNvPr>
            <p:cNvSpPr/>
            <p:nvPr/>
          </p:nvSpPr>
          <p:spPr>
            <a:xfrm>
              <a:off x="7002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09" name="直接连接符 608">
              <a:extLst>
                <a:ext uri="{FF2B5EF4-FFF2-40B4-BE49-F238E27FC236}">
                  <a16:creationId xmlns:a16="http://schemas.microsoft.com/office/drawing/2014/main" id="{C2764613-A71C-7D86-BF03-691B977D0FCC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3744000"/>
              <a:ext cx="0" cy="127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0" name="文本框 609">
                  <a:extLst>
                    <a:ext uri="{FF2B5EF4-FFF2-40B4-BE49-F238E27FC236}">
                      <a16:creationId xmlns:a16="http://schemas.microsoft.com/office/drawing/2014/main" id="{5286C22E-6C8D-26D8-6E50-A314F7FAF15A}"/>
                    </a:ext>
                  </a:extLst>
                </p:cNvPr>
                <p:cNvSpPr txBox="1"/>
                <p:nvPr/>
              </p:nvSpPr>
              <p:spPr>
                <a:xfrm>
                  <a:off x="4896000" y="536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0" name="文本框 609">
                  <a:extLst>
                    <a:ext uri="{FF2B5EF4-FFF2-40B4-BE49-F238E27FC236}">
                      <a16:creationId xmlns:a16="http://schemas.microsoft.com/office/drawing/2014/main" id="{5286C22E-6C8D-26D8-6E50-A314F7FAF1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000" y="5364000"/>
                  <a:ext cx="432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2" name="直接连接符 611">
              <a:extLst>
                <a:ext uri="{FF2B5EF4-FFF2-40B4-BE49-F238E27FC236}">
                  <a16:creationId xmlns:a16="http://schemas.microsoft.com/office/drawing/2014/main" id="{AB1EF7A1-6AAB-B261-23A0-924920FB34D4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4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6FED393C-D670-3183-2B16-EEF4998339CF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44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013A9F1B-4B46-BB21-8FA4-0BA17A66E0BC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35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7DAE5B9B-68B9-F177-39E1-F68CD5CE4D6F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73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接连接符 615">
              <a:extLst>
                <a:ext uri="{FF2B5EF4-FFF2-40B4-BE49-F238E27FC236}">
                  <a16:creationId xmlns:a16="http://schemas.microsoft.com/office/drawing/2014/main" id="{388BFF79-9595-615C-8619-E6EE894E8A02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64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直接连接符 616">
              <a:extLst>
                <a:ext uri="{FF2B5EF4-FFF2-40B4-BE49-F238E27FC236}">
                  <a16:creationId xmlns:a16="http://schemas.microsoft.com/office/drawing/2014/main" id="{FF25BD15-2659-EFB8-38DD-05D62888013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502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直接连接符 617">
              <a:extLst>
                <a:ext uri="{FF2B5EF4-FFF2-40B4-BE49-F238E27FC236}">
                  <a16:creationId xmlns:a16="http://schemas.microsoft.com/office/drawing/2014/main" id="{2678F68D-1379-D4E8-09B8-0FEE3E09C8BA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93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直接连接符 618">
              <a:extLst>
                <a:ext uri="{FF2B5EF4-FFF2-40B4-BE49-F238E27FC236}">
                  <a16:creationId xmlns:a16="http://schemas.microsoft.com/office/drawing/2014/main" id="{DA441EF9-502C-F2DA-7778-B47AEC35DFF5}"/>
                </a:ext>
              </a:extLst>
            </p:cNvPr>
            <p:cNvCxnSpPr>
              <a:cxnSpLocks/>
            </p:cNvCxnSpPr>
            <p:nvPr/>
          </p:nvCxnSpPr>
          <p:spPr>
            <a:xfrm>
              <a:off x="5256000" y="502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直接连接符 619">
              <a:extLst>
                <a:ext uri="{FF2B5EF4-FFF2-40B4-BE49-F238E27FC236}">
                  <a16:creationId xmlns:a16="http://schemas.microsoft.com/office/drawing/2014/main" id="{64666775-418B-9661-93D7-779D24780B75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4734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1" name="椭圆 620">
              <a:extLst>
                <a:ext uri="{FF2B5EF4-FFF2-40B4-BE49-F238E27FC236}">
                  <a16:creationId xmlns:a16="http://schemas.microsoft.com/office/drawing/2014/main" id="{C5BC6E27-68D2-79AC-2E43-3742BCD96E95}"/>
                </a:ext>
              </a:extLst>
            </p:cNvPr>
            <p:cNvSpPr/>
            <p:nvPr/>
          </p:nvSpPr>
          <p:spPr>
            <a:xfrm>
              <a:off x="7938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22" name="直接连接符 621">
              <a:extLst>
                <a:ext uri="{FF2B5EF4-FFF2-40B4-BE49-F238E27FC236}">
                  <a16:creationId xmlns:a16="http://schemas.microsoft.com/office/drawing/2014/main" id="{F000FF88-35E5-95AB-15B7-7099FF6CEEBA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534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3" name="椭圆 622">
              <a:extLst>
                <a:ext uri="{FF2B5EF4-FFF2-40B4-BE49-F238E27FC236}">
                  <a16:creationId xmlns:a16="http://schemas.microsoft.com/office/drawing/2014/main" id="{C0B01FB2-7AB7-11B7-37E3-E05472783BCF}"/>
                </a:ext>
              </a:extLst>
            </p:cNvPr>
            <p:cNvSpPr/>
            <p:nvPr/>
          </p:nvSpPr>
          <p:spPr>
            <a:xfrm>
              <a:off x="5454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" name="文本框 623">
                  <a:extLst>
                    <a:ext uri="{FF2B5EF4-FFF2-40B4-BE49-F238E27FC236}">
                      <a16:creationId xmlns:a16="http://schemas.microsoft.com/office/drawing/2014/main" id="{920A6465-365D-B9B1-C41D-039D1F84885C}"/>
                    </a:ext>
                  </a:extLst>
                </p:cNvPr>
                <p:cNvSpPr txBox="1"/>
                <p:nvPr/>
              </p:nvSpPr>
              <p:spPr>
                <a:xfrm>
                  <a:off x="4896000" y="480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4" name="文本框 623">
                  <a:extLst>
                    <a:ext uri="{FF2B5EF4-FFF2-40B4-BE49-F238E27FC236}">
                      <a16:creationId xmlns:a16="http://schemas.microsoft.com/office/drawing/2014/main" id="{920A6465-365D-B9B1-C41D-039D1F848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000" y="4806000"/>
                  <a:ext cx="432000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6" name="直接连接符 625">
              <a:extLst>
                <a:ext uri="{FF2B5EF4-FFF2-40B4-BE49-F238E27FC236}">
                  <a16:creationId xmlns:a16="http://schemas.microsoft.com/office/drawing/2014/main" id="{F6B1DE07-6DBF-94B4-23D2-87B3A05FA650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936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直接连接符 626">
              <a:extLst>
                <a:ext uri="{FF2B5EF4-FFF2-40B4-BE49-F238E27FC236}">
                  <a16:creationId xmlns:a16="http://schemas.microsoft.com/office/drawing/2014/main" id="{D4514E74-D766-5133-020D-960B3A8C6B77}"/>
                </a:ext>
              </a:extLst>
            </p:cNvPr>
            <p:cNvCxnSpPr>
              <a:cxnSpLocks/>
            </p:cNvCxnSpPr>
            <p:nvPr/>
          </p:nvCxnSpPr>
          <p:spPr>
            <a:xfrm>
              <a:off x="5256000" y="5580000"/>
              <a:ext cx="345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直接连接符 628">
              <a:extLst>
                <a:ext uri="{FF2B5EF4-FFF2-40B4-BE49-F238E27FC236}">
                  <a16:creationId xmlns:a16="http://schemas.microsoft.com/office/drawing/2014/main" id="{020AE81F-82B6-3F1B-6D9D-7DD619A55F69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1296000"/>
              <a:ext cx="0" cy="273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直接连接符 629">
              <a:extLst>
                <a:ext uri="{FF2B5EF4-FFF2-40B4-BE49-F238E27FC236}">
                  <a16:creationId xmlns:a16="http://schemas.microsoft.com/office/drawing/2014/main" id="{02B48AB0-79AF-6844-EAF4-A5AD1B464C5E}"/>
                </a:ext>
              </a:extLst>
            </p:cNvPr>
            <p:cNvCxnSpPr>
              <a:cxnSpLocks/>
            </p:cNvCxnSpPr>
            <p:nvPr/>
          </p:nvCxnSpPr>
          <p:spPr>
            <a:xfrm>
              <a:off x="11592000" y="1296000"/>
              <a:ext cx="0" cy="18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90F3385F-D221-92DF-6C53-1EFBEB305CF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1296000"/>
              <a:ext cx="64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直接连接符 635">
              <a:extLst>
                <a:ext uri="{FF2B5EF4-FFF2-40B4-BE49-F238E27FC236}">
                  <a16:creationId xmlns:a16="http://schemas.microsoft.com/office/drawing/2014/main" id="{3759523C-3678-5A0F-BBC1-82F1947DF88C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936000"/>
              <a:ext cx="33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椭圆 638">
              <a:extLst>
                <a:ext uri="{FF2B5EF4-FFF2-40B4-BE49-F238E27FC236}">
                  <a16:creationId xmlns:a16="http://schemas.microsoft.com/office/drawing/2014/main" id="{080B5D92-1F81-C49F-DFE5-48998A578486}"/>
                </a:ext>
              </a:extLst>
            </p:cNvPr>
            <p:cNvSpPr/>
            <p:nvPr/>
          </p:nvSpPr>
          <p:spPr>
            <a:xfrm>
              <a:off x="8334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0" name="椭圆 639">
              <a:extLst>
                <a:ext uri="{FF2B5EF4-FFF2-40B4-BE49-F238E27FC236}">
                  <a16:creationId xmlns:a16="http://schemas.microsoft.com/office/drawing/2014/main" id="{F0387F8A-E14B-BB68-8013-4862EC4A76A6}"/>
                </a:ext>
              </a:extLst>
            </p:cNvPr>
            <p:cNvSpPr/>
            <p:nvPr/>
          </p:nvSpPr>
          <p:spPr>
            <a:xfrm>
              <a:off x="11538000" y="124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1" name="文本框 640">
                  <a:extLst>
                    <a:ext uri="{FF2B5EF4-FFF2-40B4-BE49-F238E27FC236}">
                      <a16:creationId xmlns:a16="http://schemas.microsoft.com/office/drawing/2014/main" id="{5DFE1966-8A91-4DEC-BBAF-86FD71D19217}"/>
                    </a:ext>
                  </a:extLst>
                </p:cNvPr>
                <p:cNvSpPr txBox="1"/>
                <p:nvPr/>
              </p:nvSpPr>
              <p:spPr>
                <a:xfrm>
                  <a:off x="11808000" y="10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1" name="文本框 640">
                  <a:extLst>
                    <a:ext uri="{FF2B5EF4-FFF2-40B4-BE49-F238E27FC236}">
                      <a16:creationId xmlns:a16="http://schemas.microsoft.com/office/drawing/2014/main" id="{5DFE1966-8A91-4DEC-BBAF-86FD71D19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8000" y="1080000"/>
                  <a:ext cx="43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2" name="文本框 641">
                  <a:extLst>
                    <a:ext uri="{FF2B5EF4-FFF2-40B4-BE49-F238E27FC236}">
                      <a16:creationId xmlns:a16="http://schemas.microsoft.com/office/drawing/2014/main" id="{49BDACFD-7EA8-DC7E-59F7-80031D2CA494}"/>
                    </a:ext>
                  </a:extLst>
                </p:cNvPr>
                <p:cNvSpPr txBox="1"/>
                <p:nvPr/>
              </p:nvSpPr>
              <p:spPr>
                <a:xfrm>
                  <a:off x="11808000" y="72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2" name="文本框 641">
                  <a:extLst>
                    <a:ext uri="{FF2B5EF4-FFF2-40B4-BE49-F238E27FC236}">
                      <a16:creationId xmlns:a16="http://schemas.microsoft.com/office/drawing/2014/main" id="{49BDACFD-7EA8-DC7E-59F7-80031D2CA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8000" y="720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4" name="矩形 643">
            <a:extLst>
              <a:ext uri="{FF2B5EF4-FFF2-40B4-BE49-F238E27FC236}">
                <a16:creationId xmlns:a16="http://schemas.microsoft.com/office/drawing/2014/main" id="{5280FAC4-6FA1-0CF9-2E0D-DE2AB9B06471}"/>
              </a:ext>
            </a:extLst>
          </p:cNvPr>
          <p:cNvSpPr/>
          <p:nvPr/>
        </p:nvSpPr>
        <p:spPr>
          <a:xfrm>
            <a:off x="5256000" y="1872000"/>
            <a:ext cx="2880000" cy="403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矩形 644">
            <a:extLst>
              <a:ext uri="{FF2B5EF4-FFF2-40B4-BE49-F238E27FC236}">
                <a16:creationId xmlns:a16="http://schemas.microsoft.com/office/drawing/2014/main" id="{15C87F43-65AC-CAD8-472A-782BBAE3C3FE}"/>
              </a:ext>
            </a:extLst>
          </p:cNvPr>
          <p:cNvSpPr/>
          <p:nvPr/>
        </p:nvSpPr>
        <p:spPr>
          <a:xfrm>
            <a:off x="8460000" y="1872000"/>
            <a:ext cx="2880000" cy="403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1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" grpId="0" animBg="1"/>
      <p:bldP spid="6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E04C-19D0-F3B9-9FE7-14429652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3E95A314-DCE9-A7AE-F6D6-EDE704DC707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C997B219-251D-86AB-8BA4-A744BB83ADC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506D678B-15E3-3562-903D-8290D37011A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8722BADC-49FF-47AB-B646-23102CC8622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052ABEB8-3EA2-976C-9CDF-06018E17901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2" name="箭头: 下 21">
            <a:extLst>
              <a:ext uri="{FF2B5EF4-FFF2-40B4-BE49-F238E27FC236}">
                <a16:creationId xmlns:a16="http://schemas.microsoft.com/office/drawing/2014/main" id="{315CD9AB-5070-3B30-296D-F2152540AA89}"/>
              </a:ext>
            </a:extLst>
          </p:cNvPr>
          <p:cNvSpPr/>
          <p:nvPr/>
        </p:nvSpPr>
        <p:spPr>
          <a:xfrm>
            <a:off x="1872000" y="3420000"/>
            <a:ext cx="432000" cy="540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3" name="组合 462">
            <a:extLst>
              <a:ext uri="{FF2B5EF4-FFF2-40B4-BE49-F238E27FC236}">
                <a16:creationId xmlns:a16="http://schemas.microsoft.com/office/drawing/2014/main" id="{9F1FAA8C-FB36-073E-CBDF-B62DAE457577}"/>
              </a:ext>
            </a:extLst>
          </p:cNvPr>
          <p:cNvGrpSpPr/>
          <p:nvPr/>
        </p:nvGrpSpPr>
        <p:grpSpPr>
          <a:xfrm>
            <a:off x="360000" y="1800000"/>
            <a:ext cx="3564000" cy="1241690"/>
            <a:chOff x="310124" y="1676635"/>
            <a:chExt cx="3564000" cy="124169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CC848D3-A5A0-45C8-C09B-9C2A2115F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0123" y="2576635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8ADDF9B-9BDC-4459-9C94-956694B348A2}"/>
                    </a:ext>
                  </a:extLst>
                </p:cNvPr>
                <p:cNvSpPr txBox="1"/>
                <p:nvPr/>
              </p:nvSpPr>
              <p:spPr>
                <a:xfrm>
                  <a:off x="310124" y="2487437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8ADDF9B-9BDC-4459-9C94-956694B34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124" y="2487437"/>
                  <a:ext cx="432000" cy="430887"/>
                </a:xfrm>
                <a:prstGeom prst="rect">
                  <a:avLst/>
                </a:prstGeom>
                <a:blipFill>
                  <a:blip r:embed="rId2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5B9A901-6302-E071-C298-E8D3F3CC0E25}"/>
                    </a:ext>
                  </a:extLst>
                </p:cNvPr>
                <p:cNvSpPr txBox="1"/>
                <p:nvPr/>
              </p:nvSpPr>
              <p:spPr>
                <a:xfrm>
                  <a:off x="3442124" y="2360635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5B9A901-6302-E071-C298-E8D3F3CC0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2124" y="2360635"/>
                  <a:ext cx="432000" cy="432106"/>
                </a:xfrm>
                <a:prstGeom prst="rect">
                  <a:avLst/>
                </a:prstGeom>
                <a:blipFill>
                  <a:blip r:embed="rId3"/>
                  <a:stretch>
                    <a:fillRect l="-42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79E92AF-DE05-B94F-4657-3B9BA2A01586}"/>
                </a:ext>
              </a:extLst>
            </p:cNvPr>
            <p:cNvSpPr/>
            <p:nvPr/>
          </p:nvSpPr>
          <p:spPr>
            <a:xfrm>
              <a:off x="1570124" y="252263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" name="流程图: 延期 8">
              <a:extLst>
                <a:ext uri="{FF2B5EF4-FFF2-40B4-BE49-F238E27FC236}">
                  <a16:creationId xmlns:a16="http://schemas.microsoft.com/office/drawing/2014/main" id="{524C83CD-808A-7006-8F9C-BA69EB542CD3}"/>
                </a:ext>
              </a:extLst>
            </p:cNvPr>
            <p:cNvSpPr/>
            <p:nvPr/>
          </p:nvSpPr>
          <p:spPr>
            <a:xfrm>
              <a:off x="1066124" y="2324635"/>
              <a:ext cx="504000" cy="504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4C1B6D6-2A3A-56F2-8C16-58894E9EB9C2}"/>
                </a:ext>
              </a:extLst>
            </p:cNvPr>
            <p:cNvCxnSpPr>
              <a:cxnSpLocks/>
            </p:cNvCxnSpPr>
            <p:nvPr/>
          </p:nvCxnSpPr>
          <p:spPr>
            <a:xfrm>
              <a:off x="814124" y="2432635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CB21DEB-4161-D62A-ED3B-5D7DDC70E255}"/>
                </a:ext>
              </a:extLst>
            </p:cNvPr>
            <p:cNvCxnSpPr>
              <a:cxnSpLocks/>
            </p:cNvCxnSpPr>
            <p:nvPr/>
          </p:nvCxnSpPr>
          <p:spPr>
            <a:xfrm>
              <a:off x="670124" y="2720635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F06BDD7-E8CC-3BEC-6452-7F832A4FB4B3}"/>
                    </a:ext>
                  </a:extLst>
                </p:cNvPr>
                <p:cNvSpPr txBox="1"/>
                <p:nvPr/>
              </p:nvSpPr>
              <p:spPr>
                <a:xfrm>
                  <a:off x="1894124" y="2487438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FF06BDD7-E8CC-3BEC-6452-7F832A4FB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4124" y="2487438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DD08414-BA5C-9A37-7302-991900087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0123" y="2576635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3A4D86D-DB2A-82ED-F10F-179B5D321A6D}"/>
                </a:ext>
              </a:extLst>
            </p:cNvPr>
            <p:cNvSpPr/>
            <p:nvPr/>
          </p:nvSpPr>
          <p:spPr>
            <a:xfrm>
              <a:off x="3010124" y="2522635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5" name="流程图: 延期 14">
              <a:extLst>
                <a:ext uri="{FF2B5EF4-FFF2-40B4-BE49-F238E27FC236}">
                  <a16:creationId xmlns:a16="http://schemas.microsoft.com/office/drawing/2014/main" id="{CC8E44DA-EEC8-2B99-18F5-7C9FB019C700}"/>
                </a:ext>
              </a:extLst>
            </p:cNvPr>
            <p:cNvSpPr/>
            <p:nvPr/>
          </p:nvSpPr>
          <p:spPr>
            <a:xfrm>
              <a:off x="2506124" y="2324635"/>
              <a:ext cx="504000" cy="504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159D065-A17B-05B4-DCF3-59CC5B75FDB0}"/>
                </a:ext>
              </a:extLst>
            </p:cNvPr>
            <p:cNvCxnSpPr>
              <a:cxnSpLocks/>
            </p:cNvCxnSpPr>
            <p:nvPr/>
          </p:nvCxnSpPr>
          <p:spPr>
            <a:xfrm>
              <a:off x="1858124" y="2432635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96BAE1D-BDC0-D79A-0ECD-D3C6FA14BE49}"/>
                </a:ext>
              </a:extLst>
            </p:cNvPr>
            <p:cNvCxnSpPr>
              <a:cxnSpLocks/>
            </p:cNvCxnSpPr>
            <p:nvPr/>
          </p:nvCxnSpPr>
          <p:spPr>
            <a:xfrm>
              <a:off x="2254124" y="2720635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5F9122C-35D1-6B80-091D-7164363B5257}"/>
                </a:ext>
              </a:extLst>
            </p:cNvPr>
            <p:cNvCxnSpPr>
              <a:cxnSpLocks/>
            </p:cNvCxnSpPr>
            <p:nvPr/>
          </p:nvCxnSpPr>
          <p:spPr>
            <a:xfrm>
              <a:off x="1858124" y="1892635"/>
              <a:ext cx="0" cy="68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956108B-C3A4-8B27-E572-B3FCC7FBC243}"/>
                </a:ext>
              </a:extLst>
            </p:cNvPr>
            <p:cNvCxnSpPr>
              <a:cxnSpLocks/>
            </p:cNvCxnSpPr>
            <p:nvPr/>
          </p:nvCxnSpPr>
          <p:spPr>
            <a:xfrm>
              <a:off x="3262124" y="2072635"/>
              <a:ext cx="0" cy="496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AD5BD37-B403-EF52-C961-5FE68FD22A83}"/>
                </a:ext>
              </a:extLst>
            </p:cNvPr>
            <p:cNvCxnSpPr>
              <a:cxnSpLocks/>
            </p:cNvCxnSpPr>
            <p:nvPr/>
          </p:nvCxnSpPr>
          <p:spPr>
            <a:xfrm>
              <a:off x="814124" y="2072635"/>
              <a:ext cx="24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1B4E4BB-DA6E-7C60-B108-AD83A571DE7E}"/>
                </a:ext>
              </a:extLst>
            </p:cNvPr>
            <p:cNvCxnSpPr>
              <a:cxnSpLocks/>
            </p:cNvCxnSpPr>
            <p:nvPr/>
          </p:nvCxnSpPr>
          <p:spPr>
            <a:xfrm>
              <a:off x="814124" y="2072634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8115E6F-4690-F96E-2010-A3863C88F0EF}"/>
                </a:ext>
              </a:extLst>
            </p:cNvPr>
            <p:cNvSpPr/>
            <p:nvPr/>
          </p:nvSpPr>
          <p:spPr>
            <a:xfrm>
              <a:off x="3208124" y="2522635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35DF011C-56E9-FB56-79BC-103C5FA13F46}"/>
                </a:ext>
              </a:extLst>
            </p:cNvPr>
            <p:cNvSpPr/>
            <p:nvPr/>
          </p:nvSpPr>
          <p:spPr>
            <a:xfrm>
              <a:off x="1804124" y="2378635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119A4D62-2CBE-773E-8E49-A9F000030B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8123" y="1892688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D5EAC3C0-9933-6D55-56E4-12B2DE062565}"/>
                    </a:ext>
                  </a:extLst>
                </p:cNvPr>
                <p:cNvSpPr txBox="1"/>
                <p:nvPr/>
              </p:nvSpPr>
              <p:spPr>
                <a:xfrm>
                  <a:off x="3442124" y="1676635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1" name="文本框 460">
                  <a:extLst>
                    <a:ext uri="{FF2B5EF4-FFF2-40B4-BE49-F238E27FC236}">
                      <a16:creationId xmlns:a16="http://schemas.microsoft.com/office/drawing/2014/main" id="{D5EAC3C0-9933-6D55-56E4-12B2DE062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2124" y="1676635"/>
                  <a:ext cx="432000" cy="432106"/>
                </a:xfrm>
                <a:prstGeom prst="rect">
                  <a:avLst/>
                </a:prstGeom>
                <a:blipFill>
                  <a:blip r:embed="rId5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E50E6012-C03B-CF89-4BFA-FADFCC4C3D9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示例分析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93C287-6AE2-932C-3C0B-F8B0329DAC84}"/>
              </a:ext>
            </a:extLst>
          </p:cNvPr>
          <p:cNvSpPr txBox="1"/>
          <p:nvPr/>
        </p:nvSpPr>
        <p:spPr>
          <a:xfrm>
            <a:off x="360000" y="827142"/>
            <a:ext cx="436222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分析右图电路逻辑功能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0740748-651E-E7DA-456E-34D42A34DB60}"/>
              </a:ext>
            </a:extLst>
          </p:cNvPr>
          <p:cNvGrpSpPr/>
          <p:nvPr/>
        </p:nvGrpSpPr>
        <p:grpSpPr>
          <a:xfrm>
            <a:off x="4752000" y="1152000"/>
            <a:ext cx="7344000" cy="5074887"/>
            <a:chOff x="4896000" y="720000"/>
            <a:chExt cx="7344000" cy="507488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31A66F8-BE55-9D59-489A-BE2048FDC58A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3FDC550-3395-C4BE-A80F-D5428FE41C69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A25397D-146D-2A06-FA91-348BB5742BBF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068C820-EC2D-E88B-B912-DAA924D3991A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FCF06CA-D85B-BAD5-2FA8-0C0BD526662C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0F8D036-F7BE-7792-C054-BC8B18004F03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543255F-B49A-5314-C345-46D126C1836E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451FB36-28DA-2BF6-DE44-633295D5216B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01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178CA61-FEF2-27D2-3C21-A6B12DBB7B62}"/>
                </a:ext>
              </a:extLst>
            </p:cNvPr>
            <p:cNvSpPr/>
            <p:nvPr/>
          </p:nvSpPr>
          <p:spPr>
            <a:xfrm>
              <a:off x="9594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F81CACB-91D9-E671-D54E-6D4CF8D1CAF3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8670D8B-241A-8F6E-A3D1-84A0FD9974C4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880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8811FAA-0616-2B26-F9FB-82AB9A069816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540627D-D0ED-A8D7-4F55-CCC0D37474D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798C56E-6CF2-A034-7FF1-0F699752927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BD9AFCD-2E7C-D9B0-37BE-4C9129DB1F2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CE5FE05-7A5A-3359-3D83-39D1D474F6E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A22E20A-96FB-EA93-BB11-72908893EED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BACE057-41AA-C06A-5588-E926BB11772A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363A64A-B977-62A0-F3B7-CCD09905420F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1872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F67F40C9-9175-3A6A-FAFC-706EA8CC497F}"/>
                </a:ext>
              </a:extLst>
            </p:cNvPr>
            <p:cNvSpPr/>
            <p:nvPr/>
          </p:nvSpPr>
          <p:spPr>
            <a:xfrm>
              <a:off x="11142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C19878C4-4707-0A4A-6594-751B6EA7FBA3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9FD116D5-192D-7E00-D7CA-64E0112A6A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2880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B77E1660-4B9E-90D3-862B-F40061D2F9CC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2304000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18D85839-15A8-F652-167A-B7FC62A3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2304000"/>
              <a:ext cx="0" cy="32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5068B5A5-6073-7D93-A98B-28E8D839C719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201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椭圆 464">
              <a:extLst>
                <a:ext uri="{FF2B5EF4-FFF2-40B4-BE49-F238E27FC236}">
                  <a16:creationId xmlns:a16="http://schemas.microsoft.com/office/drawing/2014/main" id="{050176C9-A658-3599-664D-E79D2F90610A}"/>
                </a:ext>
              </a:extLst>
            </p:cNvPr>
            <p:cNvSpPr/>
            <p:nvPr/>
          </p:nvSpPr>
          <p:spPr>
            <a:xfrm>
              <a:off x="11142000" y="19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文本框 465">
                  <a:extLst>
                    <a:ext uri="{FF2B5EF4-FFF2-40B4-BE49-F238E27FC236}">
                      <a16:creationId xmlns:a16="http://schemas.microsoft.com/office/drawing/2014/main" id="{531C559B-190A-3DAA-11A8-5F3C276E8F22}"/>
                    </a:ext>
                  </a:extLst>
                </p:cNvPr>
                <p:cNvSpPr txBox="1"/>
                <p:nvPr/>
              </p:nvSpPr>
              <p:spPr>
                <a:xfrm>
                  <a:off x="10836000" y="144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66" name="文本框 465">
                  <a:extLst>
                    <a:ext uri="{FF2B5EF4-FFF2-40B4-BE49-F238E27FC236}">
                      <a16:creationId xmlns:a16="http://schemas.microsoft.com/office/drawing/2014/main" id="{531C559B-190A-3DAA-11A8-5F3C276E8F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1440000"/>
                  <a:ext cx="7200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396ACF2C-75B6-AC12-616D-F9D1F7DE1CF8}"/>
                </a:ext>
              </a:extLst>
            </p:cNvPr>
            <p:cNvSpPr/>
            <p:nvPr/>
          </p:nvSpPr>
          <p:spPr>
            <a:xfrm>
              <a:off x="11142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70674676-9220-67AE-9C49-0032DC7333E9}"/>
                </a:ext>
              </a:extLst>
            </p:cNvPr>
            <p:cNvCxnSpPr>
              <a:cxnSpLocks/>
            </p:cNvCxnSpPr>
            <p:nvPr/>
          </p:nvCxnSpPr>
          <p:spPr>
            <a:xfrm>
              <a:off x="9648000" y="3168000"/>
              <a:ext cx="19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>
              <a:extLst>
                <a:ext uri="{FF2B5EF4-FFF2-40B4-BE49-F238E27FC236}">
                  <a16:creationId xmlns:a16="http://schemas.microsoft.com/office/drawing/2014/main" id="{6D75BCF1-E6B9-0577-A23E-83D72619FCB9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404E3E01-8310-06CA-C62A-04529CF19EFD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C78F619F-693B-8057-86FE-9DC481A69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>
              <a:extLst>
                <a:ext uri="{FF2B5EF4-FFF2-40B4-BE49-F238E27FC236}">
                  <a16:creationId xmlns:a16="http://schemas.microsoft.com/office/drawing/2014/main" id="{5868DC62-2415-FB05-F605-43DF04ED05D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692B4F1E-F8E8-C6AB-43B8-44AF7D1986A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ABF2DBAE-865F-78FF-6A0A-97F902089CB5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0AAA1A1C-C618-2672-D170-7020E67005CA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9A5E5773-AF87-7E14-751E-DCE9B8666EB5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4032000"/>
              <a:ext cx="21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4D56DAD3-6E50-B9BF-4042-985863576FC2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4032000"/>
              <a:ext cx="0" cy="4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EB8BF645-AEFA-9F88-73DF-3D7E762454A2}"/>
                </a:ext>
              </a:extLst>
            </p:cNvPr>
            <p:cNvSpPr/>
            <p:nvPr/>
          </p:nvSpPr>
          <p:spPr>
            <a:xfrm>
              <a:off x="10206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E6EB37DB-4279-A070-085F-A1BA45E43636}"/>
                </a:ext>
              </a:extLst>
            </p:cNvPr>
            <p:cNvCxnSpPr>
              <a:cxnSpLocks/>
            </p:cNvCxnSpPr>
            <p:nvPr/>
          </p:nvCxnSpPr>
          <p:spPr>
            <a:xfrm>
              <a:off x="11412000" y="3744000"/>
              <a:ext cx="0" cy="127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B9CA4A83-3EF6-DD23-78A7-8AB0F996DE38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000" y="44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7507BE97-B96B-B2D6-B831-F0F0DACC96A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44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6E17E37B-460E-63AC-7CD9-900A58F246AC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35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801AA6DC-D458-2B40-6B4C-59DC2B630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73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34DF4726-A13E-ECCA-A284-724D77CFBC6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64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96F5F13F-690B-7BDA-281B-09DB864221CC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502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0B2C63C3-8DC7-B276-5400-4D377B7AEC5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493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B39F45AB-E4E6-4A47-0A25-BD7403FD5703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5022000"/>
              <a:ext cx="18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F560C503-4CC3-1354-ED05-952B36E9331B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4734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ADD413D3-2117-4C02-FFA5-7EFA189B0FE4}"/>
                </a:ext>
              </a:extLst>
            </p:cNvPr>
            <p:cNvSpPr/>
            <p:nvPr/>
          </p:nvSpPr>
          <p:spPr>
            <a:xfrm>
              <a:off x="11142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00" name="直接连接符 499">
              <a:extLst>
                <a:ext uri="{FF2B5EF4-FFF2-40B4-BE49-F238E27FC236}">
                  <a16:creationId xmlns:a16="http://schemas.microsoft.com/office/drawing/2014/main" id="{831CEC53-7F4C-C8A0-E414-163DC7984477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000" y="534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92A5FFDD-8F2E-7ECC-447E-05DF493374F7}"/>
                </a:ext>
              </a:extLst>
            </p:cNvPr>
            <p:cNvSpPr/>
            <p:nvPr/>
          </p:nvSpPr>
          <p:spPr>
            <a:xfrm>
              <a:off x="8658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1389E92D-32B3-5BF4-55C5-DFAA7872F338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8E2C8D42-EF02-6D2B-F3FB-BCB2DC7B95B6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7F38C1BE-E627-BBCE-94F2-1D2DBB7077E6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065E375C-1B56-C6AE-50C8-43BA74BC4338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8FC42239-6732-9309-C957-EDECD790F47F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>
              <a:extLst>
                <a:ext uri="{FF2B5EF4-FFF2-40B4-BE49-F238E27FC236}">
                  <a16:creationId xmlns:a16="http://schemas.microsoft.com/office/drawing/2014/main" id="{C2F34DDC-8624-2057-7755-C1B3FE88BF7F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EAA8B07C-2BDA-EE4C-D8B2-A0DD6C061903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>
              <a:extLst>
                <a:ext uri="{FF2B5EF4-FFF2-40B4-BE49-F238E27FC236}">
                  <a16:creationId xmlns:a16="http://schemas.microsoft.com/office/drawing/2014/main" id="{C76177B6-EC43-193B-11B1-9B5F6E98870B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016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19532814-D26F-8E35-09AF-5939018641BA}"/>
                </a:ext>
              </a:extLst>
            </p:cNvPr>
            <p:cNvSpPr/>
            <p:nvPr/>
          </p:nvSpPr>
          <p:spPr>
            <a:xfrm>
              <a:off x="6390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C6C538E2-1607-8555-BCCD-BD637222C8F3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156C2D29-CF99-90A5-0A43-9F726EB89666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880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DF1D0AAB-CE0B-551D-5746-AC25BBC1DB9A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230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>
              <a:extLst>
                <a:ext uri="{FF2B5EF4-FFF2-40B4-BE49-F238E27FC236}">
                  <a16:creationId xmlns:a16="http://schemas.microsoft.com/office/drawing/2014/main" id="{AA1B1FBB-ED20-7B4F-C3B4-EB647DBBA77D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30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FF8F9AC6-390A-8B72-945A-0C4E58E24202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21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连接符 515">
              <a:extLst>
                <a:ext uri="{FF2B5EF4-FFF2-40B4-BE49-F238E27FC236}">
                  <a16:creationId xmlns:a16="http://schemas.microsoft.com/office/drawing/2014/main" id="{200CCE1E-15E2-1572-67A8-0E8E087E89C2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59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连接符 516">
              <a:extLst>
                <a:ext uri="{FF2B5EF4-FFF2-40B4-BE49-F238E27FC236}">
                  <a16:creationId xmlns:a16="http://schemas.microsoft.com/office/drawing/2014/main" id="{A83BD82B-A5D3-2150-323E-26BEA349E90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50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>
              <a:extLst>
                <a:ext uri="{FF2B5EF4-FFF2-40B4-BE49-F238E27FC236}">
                  <a16:creationId xmlns:a16="http://schemas.microsoft.com/office/drawing/2014/main" id="{70AB04AA-21C2-B807-DA5B-EC335025FC4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88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>
              <a:extLst>
                <a:ext uri="{FF2B5EF4-FFF2-40B4-BE49-F238E27FC236}">
                  <a16:creationId xmlns:a16="http://schemas.microsoft.com/office/drawing/2014/main" id="{C14DB173-6E31-1F52-D502-48DBF09F29B3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2790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>
              <a:extLst>
                <a:ext uri="{FF2B5EF4-FFF2-40B4-BE49-F238E27FC236}">
                  <a16:creationId xmlns:a16="http://schemas.microsoft.com/office/drawing/2014/main" id="{6741FE0D-B0C1-7AE2-4166-4D3E36A6BAFE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1872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C1350D79-A10A-5C3F-DFF9-B04D33FF0E96}"/>
                </a:ext>
              </a:extLst>
            </p:cNvPr>
            <p:cNvSpPr/>
            <p:nvPr/>
          </p:nvSpPr>
          <p:spPr>
            <a:xfrm>
              <a:off x="7938000" y="225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2" name="直接连接符 521">
              <a:extLst>
                <a:ext uri="{FF2B5EF4-FFF2-40B4-BE49-F238E27FC236}">
                  <a16:creationId xmlns:a16="http://schemas.microsoft.com/office/drawing/2014/main" id="{CF28C228-37AB-72D4-A12E-C0EC3D761320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00" y="2304000"/>
              <a:ext cx="2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>
              <a:extLst>
                <a:ext uri="{FF2B5EF4-FFF2-40B4-BE49-F238E27FC236}">
                  <a16:creationId xmlns:a16="http://schemas.microsoft.com/office/drawing/2014/main" id="{FEA87438-8A8A-4A27-9BD8-E922030D8744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2880000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连接符 523">
              <a:extLst>
                <a:ext uri="{FF2B5EF4-FFF2-40B4-BE49-F238E27FC236}">
                  <a16:creationId xmlns:a16="http://schemas.microsoft.com/office/drawing/2014/main" id="{881C300F-57F4-58EB-A575-4BE9603B8932}"/>
                </a:ext>
              </a:extLst>
            </p:cNvPr>
            <p:cNvCxnSpPr>
              <a:cxnSpLocks/>
            </p:cNvCxnSpPr>
            <p:nvPr/>
          </p:nvCxnSpPr>
          <p:spPr>
            <a:xfrm>
              <a:off x="7056000" y="2304000"/>
              <a:ext cx="0" cy="17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>
              <a:extLst>
                <a:ext uri="{FF2B5EF4-FFF2-40B4-BE49-F238E27FC236}">
                  <a16:creationId xmlns:a16="http://schemas.microsoft.com/office/drawing/2014/main" id="{588551A1-2BA0-87A2-66AB-C4814A1C3BC4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2304000"/>
              <a:ext cx="0" cy="273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>
              <a:extLst>
                <a:ext uri="{FF2B5EF4-FFF2-40B4-BE49-F238E27FC236}">
                  <a16:creationId xmlns:a16="http://schemas.microsoft.com/office/drawing/2014/main" id="{3F6F4D2E-1708-0F1A-AFB8-D8CD0552CA7F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2016000"/>
              <a:ext cx="15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F862FD07-ED80-8568-CADC-5E49E8234D5A}"/>
                </a:ext>
              </a:extLst>
            </p:cNvPr>
            <p:cNvSpPr/>
            <p:nvPr/>
          </p:nvSpPr>
          <p:spPr>
            <a:xfrm>
              <a:off x="7938000" y="196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文本框 527">
                  <a:extLst>
                    <a:ext uri="{FF2B5EF4-FFF2-40B4-BE49-F238E27FC236}">
                      <a16:creationId xmlns:a16="http://schemas.microsoft.com/office/drawing/2014/main" id="{16573955-D8F4-6ACE-B776-B7B61DA79A80}"/>
                    </a:ext>
                  </a:extLst>
                </p:cNvPr>
                <p:cNvSpPr txBox="1"/>
                <p:nvPr/>
              </p:nvSpPr>
              <p:spPr>
                <a:xfrm>
                  <a:off x="7632000" y="1440000"/>
                  <a:ext cx="720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28" name="文本框 527">
                  <a:extLst>
                    <a:ext uri="{FF2B5EF4-FFF2-40B4-BE49-F238E27FC236}">
                      <a16:creationId xmlns:a16="http://schemas.microsoft.com/office/drawing/2014/main" id="{16573955-D8F4-6ACE-B776-B7B61DA79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000" y="1440000"/>
                  <a:ext cx="720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815A2E3E-E48E-5A96-7AD8-495EE8559E8B}"/>
                </a:ext>
              </a:extLst>
            </p:cNvPr>
            <p:cNvSpPr/>
            <p:nvPr/>
          </p:nvSpPr>
          <p:spPr>
            <a:xfrm>
              <a:off x="7938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1DF20EFF-015D-0E6C-2954-2DF8D7CEAFC8}"/>
                </a:ext>
              </a:extLst>
            </p:cNvPr>
            <p:cNvCxnSpPr>
              <a:cxnSpLocks/>
            </p:cNvCxnSpPr>
            <p:nvPr/>
          </p:nvCxnSpPr>
          <p:spPr>
            <a:xfrm>
              <a:off x="6444000" y="3168000"/>
              <a:ext cx="19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E5B0C282-FA02-9786-9501-EA0C0B2B4BC6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345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4F390E37-5E61-2BD8-953F-433C96DB2DF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45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2600AD8F-AECE-0AD6-808B-77546203039A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36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C23EB91D-FC22-D774-791A-78E540EA1B5A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74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B30723D3-0649-95E2-1BD1-B283534233EE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65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5CADC6C2-0DFB-827C-2A4F-558743A1F3B1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032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0382E39B-14E2-D620-CD05-C271FD44A8F0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394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173027F4-EB03-5F69-9B37-297BDF6EF63F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4032000"/>
              <a:ext cx="20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11F2376E-AE0C-1E72-451B-69C861E616FA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4032000"/>
              <a:ext cx="0" cy="41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" name="椭圆 539">
              <a:extLst>
                <a:ext uri="{FF2B5EF4-FFF2-40B4-BE49-F238E27FC236}">
                  <a16:creationId xmlns:a16="http://schemas.microsoft.com/office/drawing/2014/main" id="{648A6312-3ED4-7099-029E-3417AE80791B}"/>
                </a:ext>
              </a:extLst>
            </p:cNvPr>
            <p:cNvSpPr/>
            <p:nvPr/>
          </p:nvSpPr>
          <p:spPr>
            <a:xfrm>
              <a:off x="7002000" y="397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144F9346-F242-A3BB-A3DB-181057054B4A}"/>
                </a:ext>
              </a:extLst>
            </p:cNvPr>
            <p:cNvCxnSpPr>
              <a:cxnSpLocks/>
            </p:cNvCxnSpPr>
            <p:nvPr/>
          </p:nvCxnSpPr>
          <p:spPr>
            <a:xfrm>
              <a:off x="8208000" y="3744000"/>
              <a:ext cx="0" cy="127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3D3770FC-4022-4D59-2D5D-A37BDC631BAE}"/>
                    </a:ext>
                  </a:extLst>
                </p:cNvPr>
                <p:cNvSpPr txBox="1"/>
                <p:nvPr/>
              </p:nvSpPr>
              <p:spPr>
                <a:xfrm>
                  <a:off x="4896000" y="536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3D3770FC-4022-4D59-2D5D-A37BDC631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000" y="5364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5A02CE47-00BB-9043-E100-A9075D88B7B9}"/>
                </a:ext>
              </a:extLst>
            </p:cNvPr>
            <p:cNvCxnSpPr>
              <a:cxnSpLocks/>
            </p:cNvCxnSpPr>
            <p:nvPr/>
          </p:nvCxnSpPr>
          <p:spPr>
            <a:xfrm>
              <a:off x="7308000" y="444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75D4E9DF-D4F8-B613-6C23-61C444AD12E7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446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DDED0540-F76C-3DF0-AB8D-FB1C29FED2B2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356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>
              <a:extLst>
                <a:ext uri="{FF2B5EF4-FFF2-40B4-BE49-F238E27FC236}">
                  <a16:creationId xmlns:a16="http://schemas.microsoft.com/office/drawing/2014/main" id="{11297F99-E40B-65D4-9EB1-ACA3CD6F13A7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73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EC94D08C-57D2-CA65-7821-E983A1E6E520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644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>
              <a:extLst>
                <a:ext uri="{FF2B5EF4-FFF2-40B4-BE49-F238E27FC236}">
                  <a16:creationId xmlns:a16="http://schemas.microsoft.com/office/drawing/2014/main" id="{7AA617AB-014E-50FC-6838-DB4A3359C96D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502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>
              <a:extLst>
                <a:ext uri="{FF2B5EF4-FFF2-40B4-BE49-F238E27FC236}">
                  <a16:creationId xmlns:a16="http://schemas.microsoft.com/office/drawing/2014/main" id="{402DAD22-166F-2DB2-A44D-81333B958104}"/>
                </a:ext>
              </a:extLst>
            </p:cNvPr>
            <p:cNvCxnSpPr>
              <a:cxnSpLocks/>
            </p:cNvCxnSpPr>
            <p:nvPr/>
          </p:nvCxnSpPr>
          <p:spPr>
            <a:xfrm>
              <a:off x="7524000" y="4932000"/>
              <a:ext cx="0" cy="1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941FA8B3-5E46-EAE9-F172-CC763B822016}"/>
                </a:ext>
              </a:extLst>
            </p:cNvPr>
            <p:cNvCxnSpPr>
              <a:cxnSpLocks/>
            </p:cNvCxnSpPr>
            <p:nvPr/>
          </p:nvCxnSpPr>
          <p:spPr>
            <a:xfrm>
              <a:off x="5256000" y="5022000"/>
              <a:ext cx="205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37B0F9BD-CA85-989F-6A24-644F7FBA98B4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4734000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C1D5D05F-EFAD-3491-BA81-D1A008CA800C}"/>
                </a:ext>
              </a:extLst>
            </p:cNvPr>
            <p:cNvSpPr/>
            <p:nvPr/>
          </p:nvSpPr>
          <p:spPr>
            <a:xfrm>
              <a:off x="7938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5" name="直接连接符 554">
              <a:extLst>
                <a:ext uri="{FF2B5EF4-FFF2-40B4-BE49-F238E27FC236}">
                  <a16:creationId xmlns:a16="http://schemas.microsoft.com/office/drawing/2014/main" id="{872DB1AF-677A-29BC-A0BC-C96685D7232D}"/>
                </a:ext>
              </a:extLst>
            </p:cNvPr>
            <p:cNvCxnSpPr>
              <a:cxnSpLocks/>
            </p:cNvCxnSpPr>
            <p:nvPr/>
          </p:nvCxnSpPr>
          <p:spPr>
            <a:xfrm>
              <a:off x="7848000" y="534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椭圆 555">
              <a:extLst>
                <a:ext uri="{FF2B5EF4-FFF2-40B4-BE49-F238E27FC236}">
                  <a16:creationId xmlns:a16="http://schemas.microsoft.com/office/drawing/2014/main" id="{C7C2CF54-4DC4-DAE8-C5D2-3DFE96465439}"/>
                </a:ext>
              </a:extLst>
            </p:cNvPr>
            <p:cNvSpPr/>
            <p:nvPr/>
          </p:nvSpPr>
          <p:spPr>
            <a:xfrm>
              <a:off x="5454000" y="496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B471F1AA-EBCD-FBF3-6735-863277F7B725}"/>
                    </a:ext>
                  </a:extLst>
                </p:cNvPr>
                <p:cNvSpPr txBox="1"/>
                <p:nvPr/>
              </p:nvSpPr>
              <p:spPr>
                <a:xfrm>
                  <a:off x="4896000" y="480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B471F1AA-EBCD-FBF3-6735-863277F7B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000" y="4806000"/>
                  <a:ext cx="4320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8" name="直接连接符 557">
              <a:extLst>
                <a:ext uri="{FF2B5EF4-FFF2-40B4-BE49-F238E27FC236}">
                  <a16:creationId xmlns:a16="http://schemas.microsoft.com/office/drawing/2014/main" id="{074F638D-3784-1C42-02CD-740609B3AD32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93600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A54123DD-12C4-78D8-40CD-6BF7CF47B348}"/>
                </a:ext>
              </a:extLst>
            </p:cNvPr>
            <p:cNvCxnSpPr>
              <a:cxnSpLocks/>
            </p:cNvCxnSpPr>
            <p:nvPr/>
          </p:nvCxnSpPr>
          <p:spPr>
            <a:xfrm>
              <a:off x="5256000" y="5580000"/>
              <a:ext cx="345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11AC4C94-550C-EF7C-F466-7AA0B9E16179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1296000"/>
              <a:ext cx="0" cy="273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>
              <a:extLst>
                <a:ext uri="{FF2B5EF4-FFF2-40B4-BE49-F238E27FC236}">
                  <a16:creationId xmlns:a16="http://schemas.microsoft.com/office/drawing/2014/main" id="{F8F101A7-6F45-34D1-5C6E-A5EA5AFD9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592000" y="1296000"/>
              <a:ext cx="0" cy="187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>
              <a:extLst>
                <a:ext uri="{FF2B5EF4-FFF2-40B4-BE49-F238E27FC236}">
                  <a16:creationId xmlns:a16="http://schemas.microsoft.com/office/drawing/2014/main" id="{B966AD14-7986-EA24-39AD-1D2BA7B3AA6C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00" y="1296000"/>
              <a:ext cx="64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1FD34CA6-3AD3-8377-B8A7-993D2438552D}"/>
                </a:ext>
              </a:extLst>
            </p:cNvPr>
            <p:cNvCxnSpPr>
              <a:cxnSpLocks/>
            </p:cNvCxnSpPr>
            <p:nvPr/>
          </p:nvCxnSpPr>
          <p:spPr>
            <a:xfrm>
              <a:off x="8388000" y="936000"/>
              <a:ext cx="33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椭圆 563">
              <a:extLst>
                <a:ext uri="{FF2B5EF4-FFF2-40B4-BE49-F238E27FC236}">
                  <a16:creationId xmlns:a16="http://schemas.microsoft.com/office/drawing/2014/main" id="{01905010-6BB7-D3B7-18B2-C34BDA501FB0}"/>
                </a:ext>
              </a:extLst>
            </p:cNvPr>
            <p:cNvSpPr/>
            <p:nvPr/>
          </p:nvSpPr>
          <p:spPr>
            <a:xfrm>
              <a:off x="8334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034FF2A2-0697-4D4B-3B5F-88D5F42B696D}"/>
                </a:ext>
              </a:extLst>
            </p:cNvPr>
            <p:cNvSpPr/>
            <p:nvPr/>
          </p:nvSpPr>
          <p:spPr>
            <a:xfrm>
              <a:off x="11538000" y="1242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文本框 565">
                  <a:extLst>
                    <a:ext uri="{FF2B5EF4-FFF2-40B4-BE49-F238E27FC236}">
                      <a16:creationId xmlns:a16="http://schemas.microsoft.com/office/drawing/2014/main" id="{7EC1AED2-4A96-B083-C278-29AF08BC268B}"/>
                    </a:ext>
                  </a:extLst>
                </p:cNvPr>
                <p:cNvSpPr txBox="1"/>
                <p:nvPr/>
              </p:nvSpPr>
              <p:spPr>
                <a:xfrm>
                  <a:off x="11808000" y="10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6" name="文本框 565">
                  <a:extLst>
                    <a:ext uri="{FF2B5EF4-FFF2-40B4-BE49-F238E27FC236}">
                      <a16:creationId xmlns:a16="http://schemas.microsoft.com/office/drawing/2014/main" id="{7EC1AED2-4A96-B083-C278-29AF08BC2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8000" y="1080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文本框 566">
                  <a:extLst>
                    <a:ext uri="{FF2B5EF4-FFF2-40B4-BE49-F238E27FC236}">
                      <a16:creationId xmlns:a16="http://schemas.microsoft.com/office/drawing/2014/main" id="{40D90D49-4181-D386-99DC-94B37D60F0E2}"/>
                    </a:ext>
                  </a:extLst>
                </p:cNvPr>
                <p:cNvSpPr txBox="1"/>
                <p:nvPr/>
              </p:nvSpPr>
              <p:spPr>
                <a:xfrm>
                  <a:off x="11808000" y="72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7" name="文本框 566">
                  <a:extLst>
                    <a:ext uri="{FF2B5EF4-FFF2-40B4-BE49-F238E27FC236}">
                      <a16:creationId xmlns:a16="http://schemas.microsoft.com/office/drawing/2014/main" id="{40D90D49-4181-D386-99DC-94B37D60F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8000" y="720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8" name="矩形 567">
            <a:extLst>
              <a:ext uri="{FF2B5EF4-FFF2-40B4-BE49-F238E27FC236}">
                <a16:creationId xmlns:a16="http://schemas.microsoft.com/office/drawing/2014/main" id="{91F46DAA-A69A-1D81-F035-A67BF7822E09}"/>
              </a:ext>
            </a:extLst>
          </p:cNvPr>
          <p:cNvSpPr/>
          <p:nvPr/>
        </p:nvSpPr>
        <p:spPr>
          <a:xfrm>
            <a:off x="5256000" y="1872000"/>
            <a:ext cx="2880000" cy="403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9" name="矩形 568">
            <a:extLst>
              <a:ext uri="{FF2B5EF4-FFF2-40B4-BE49-F238E27FC236}">
                <a16:creationId xmlns:a16="http://schemas.microsoft.com/office/drawing/2014/main" id="{A9A5BD65-B2AD-26F5-B58E-6DDE04FF7236}"/>
              </a:ext>
            </a:extLst>
          </p:cNvPr>
          <p:cNvSpPr/>
          <p:nvPr/>
        </p:nvSpPr>
        <p:spPr>
          <a:xfrm>
            <a:off x="8460000" y="1872000"/>
            <a:ext cx="2880000" cy="403200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A366D8BB-515C-DD07-B01D-88FD69B2D5DB}"/>
              </a:ext>
            </a:extLst>
          </p:cNvPr>
          <p:cNvGrpSpPr/>
          <p:nvPr/>
        </p:nvGrpSpPr>
        <p:grpSpPr>
          <a:xfrm>
            <a:off x="360000" y="4320000"/>
            <a:ext cx="3672000" cy="1800000"/>
            <a:chOff x="360000" y="4320000"/>
            <a:chExt cx="3672000" cy="1800000"/>
          </a:xfrm>
        </p:grpSpPr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BC38F286-B820-9605-4ACF-93715D613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000" y="4536000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ADACF5B9-74C4-0D83-CED8-41C7EEE3D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000" y="4824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25824F26-40B3-4EBB-B38B-7B319FEDF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000" y="4680000"/>
              <a:ext cx="648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C558485-BBF2-F24C-05FA-C7CE4E0E49C6}"/>
                    </a:ext>
                  </a:extLst>
                </p:cNvPr>
                <p:cNvSpPr txBox="1"/>
                <p:nvPr/>
              </p:nvSpPr>
              <p:spPr>
                <a:xfrm>
                  <a:off x="360000" y="4320000"/>
                  <a:ext cx="100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C558485-BBF2-F24C-05FA-C7CE4E0E4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320000"/>
                  <a:ext cx="1008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212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A1ECD5A8-8DFD-502C-4D09-B3FD59723532}"/>
                </a:ext>
              </a:extLst>
            </p:cNvPr>
            <p:cNvSpPr/>
            <p:nvPr/>
          </p:nvSpPr>
          <p:spPr>
            <a:xfrm flipV="1">
              <a:off x="2304000" y="46260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64621908-B9A0-B237-F196-957B95492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000" y="4824000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7C211D89-8A6D-5C1D-F49F-33C4931CC843}"/>
                </a:ext>
              </a:extLst>
            </p:cNvPr>
            <p:cNvSpPr/>
            <p:nvPr/>
          </p:nvSpPr>
          <p:spPr>
            <a:xfrm>
              <a:off x="2574000" y="462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343C53B-795B-E1B3-2892-3BD88D43DBD3}"/>
                    </a:ext>
                  </a:extLst>
                </p:cNvPr>
                <p:cNvSpPr txBox="1"/>
                <p:nvPr/>
              </p:nvSpPr>
              <p:spPr>
                <a:xfrm>
                  <a:off x="3024000" y="4464000"/>
                  <a:ext cx="100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343C53B-795B-E1B3-2892-3BD88D43D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4464000"/>
                  <a:ext cx="1008000" cy="432000"/>
                </a:xfrm>
                <a:prstGeom prst="rect">
                  <a:avLst/>
                </a:prstGeom>
                <a:blipFill>
                  <a:blip r:embed="rId13"/>
                  <a:stretch>
                    <a:fillRect l="-5455" b="-211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流程图: 延期 62">
              <a:extLst>
                <a:ext uri="{FF2B5EF4-FFF2-40B4-BE49-F238E27FC236}">
                  <a16:creationId xmlns:a16="http://schemas.microsoft.com/office/drawing/2014/main" id="{97394D9E-B7B4-650E-202F-37FD2012400A}"/>
                </a:ext>
              </a:extLst>
            </p:cNvPr>
            <p:cNvSpPr/>
            <p:nvPr/>
          </p:nvSpPr>
          <p:spPr>
            <a:xfrm>
              <a:off x="1801024" y="4428000"/>
              <a:ext cx="504000" cy="5040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p:sp>
          <p:nvSpPr>
            <p:cNvPr id="570" name="Line 27">
              <a:extLst>
                <a:ext uri="{FF2B5EF4-FFF2-40B4-BE49-F238E27FC236}">
                  <a16:creationId xmlns:a16="http://schemas.microsoft.com/office/drawing/2014/main" id="{7224DB77-BB01-9C72-9D4F-00652FFFA4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8000" y="4680000"/>
              <a:ext cx="0" cy="36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3ECD0A55-9FCE-4912-144A-99769832B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3412" y="5616000"/>
              <a:ext cx="2176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3B706E38-120E-CF34-C6CE-8EBAA13B3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000" y="5904000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B23C2CFC-7A0F-8E7B-1DC8-CCD34997A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999" y="5760000"/>
              <a:ext cx="648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214339AC-B943-CD43-E4D5-A861630DFFED}"/>
                </a:ext>
              </a:extLst>
            </p:cNvPr>
            <p:cNvSpPr/>
            <p:nvPr/>
          </p:nvSpPr>
          <p:spPr>
            <a:xfrm flipV="1">
              <a:off x="2304000" y="5702400"/>
              <a:ext cx="108000" cy="108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8DA938B-CE7A-A170-5B47-A8CB0190ADD0}"/>
                    </a:ext>
                  </a:extLst>
                </p:cNvPr>
                <p:cNvSpPr txBox="1"/>
                <p:nvPr/>
              </p:nvSpPr>
              <p:spPr>
                <a:xfrm>
                  <a:off x="360000" y="5688000"/>
                  <a:ext cx="100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8DA938B-CE7A-A170-5B47-A8CB0190A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5688000"/>
                  <a:ext cx="1008000" cy="432000"/>
                </a:xfrm>
                <a:prstGeom prst="rect">
                  <a:avLst/>
                </a:prstGeom>
                <a:blipFill>
                  <a:blip r:embed="rId14"/>
                  <a:stretch>
                    <a:fillRect l="-3030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A9919A4-EA9C-36EE-9E3A-B05A087D6A75}"/>
                    </a:ext>
                  </a:extLst>
                </p:cNvPr>
                <p:cNvSpPr txBox="1"/>
                <p:nvPr/>
              </p:nvSpPr>
              <p:spPr>
                <a:xfrm>
                  <a:off x="3024000" y="5544000"/>
                  <a:ext cx="100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A9919A4-EA9C-36EE-9E3A-B05A087D6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4000" y="5544000"/>
                  <a:ext cx="1008000" cy="432000"/>
                </a:xfrm>
                <a:prstGeom prst="rect">
                  <a:avLst/>
                </a:prstGeom>
                <a:blipFill>
                  <a:blip r:embed="rId15"/>
                  <a:stretch>
                    <a:fillRect l="-7273" b="-211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9" name="流程图: 延期 448">
              <a:extLst>
                <a:ext uri="{FF2B5EF4-FFF2-40B4-BE49-F238E27FC236}">
                  <a16:creationId xmlns:a16="http://schemas.microsoft.com/office/drawing/2014/main" id="{DB5313EC-AC8D-2047-25BD-11A7543120C9}"/>
                </a:ext>
              </a:extLst>
            </p:cNvPr>
            <p:cNvSpPr/>
            <p:nvPr/>
          </p:nvSpPr>
          <p:spPr>
            <a:xfrm>
              <a:off x="1800000" y="5508000"/>
              <a:ext cx="504000" cy="5040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71" name="Line 27">
              <a:extLst>
                <a:ext uri="{FF2B5EF4-FFF2-40B4-BE49-F238E27FC236}">
                  <a16:creationId xmlns:a16="http://schemas.microsoft.com/office/drawing/2014/main" id="{3C3D59D5-794D-EA06-0206-B9BAECB24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000" y="5400000"/>
              <a:ext cx="0" cy="216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2" name="Line 27">
              <a:extLst>
                <a:ext uri="{FF2B5EF4-FFF2-40B4-BE49-F238E27FC236}">
                  <a16:creationId xmlns:a16="http://schemas.microsoft.com/office/drawing/2014/main" id="{31CC8EEA-3AED-09C9-23D8-89C50CE65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8000" y="5400000"/>
              <a:ext cx="0" cy="36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43668C27-602F-08E6-A364-89BF1E2ABF52}"/>
                </a:ext>
              </a:extLst>
            </p:cNvPr>
            <p:cNvSpPr/>
            <p:nvPr/>
          </p:nvSpPr>
          <p:spPr>
            <a:xfrm>
              <a:off x="2574000" y="570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74" name="Line 27">
              <a:extLst>
                <a:ext uri="{FF2B5EF4-FFF2-40B4-BE49-F238E27FC236}">
                  <a16:creationId xmlns:a16="http://schemas.microsoft.com/office/drawing/2014/main" id="{27595EE0-D627-7523-4A4A-38AADAB53A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000" y="5040000"/>
              <a:ext cx="1044000" cy="36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5" name="Line 27">
              <a:extLst>
                <a:ext uri="{FF2B5EF4-FFF2-40B4-BE49-F238E27FC236}">
                  <a16:creationId xmlns:a16="http://schemas.microsoft.com/office/drawing/2014/main" id="{335C31CD-D451-E53D-1F26-DE83485E1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000" y="5040000"/>
              <a:ext cx="1044000" cy="360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3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0B145-BD3C-773C-8C3C-1A8B9525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DE9FF-D3BA-D837-270C-C60F96493D8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传输门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B7E91B-D350-0502-76B3-90E564BF172D}"/>
                  </a:ext>
                </a:extLst>
              </p:cNvPr>
              <p:cNvSpPr txBox="1"/>
              <p:nvPr/>
            </p:nvSpPr>
            <p:spPr>
              <a:xfrm>
                <a:off x="360001" y="827142"/>
                <a:ext cx="6480000" cy="4436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CMOS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传输门（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Transmission Gate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DD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都截止，传输门断开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DD</m:t>
                                  </m:r>
                                </m:sub>
                              </m:sSub>
                              <m:r>
                                <a:rPr kumimoji="1"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e>
                          </m:mr>
                        </m: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CN" altLang="en-US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DD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kumimoji="1" lang="zh-CN" altLang="en-US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导通</a:t>
                </a:r>
                <a:endParaRPr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至少一个导通，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B7E91B-D350-0502-76B3-90E564BF1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827142"/>
                <a:ext cx="6480000" cy="4436599"/>
              </a:xfrm>
              <a:prstGeom prst="rect">
                <a:avLst/>
              </a:prstGeom>
              <a:blipFill>
                <a:blip r:embed="rId2"/>
                <a:stretch>
                  <a:fillRect l="-1881" t="-550" r="-3575" b="-2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D7A43D0B-8A39-4686-149C-5FBBC936E90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51D81A55-80E4-426B-ABD4-DA01AC6A42A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085919C8-3569-2078-A71C-37900B140B5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AB423935-98EB-E1A4-3649-D9D754B18C1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E7C6C118-A6D1-22EC-323B-5FD4FF3B0C4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567" name="组合 566">
            <a:extLst>
              <a:ext uri="{FF2B5EF4-FFF2-40B4-BE49-F238E27FC236}">
                <a16:creationId xmlns:a16="http://schemas.microsoft.com/office/drawing/2014/main" id="{E9A14539-CA12-3BD7-A7D7-53B3188766E8}"/>
              </a:ext>
            </a:extLst>
          </p:cNvPr>
          <p:cNvGrpSpPr/>
          <p:nvPr/>
        </p:nvGrpSpPr>
        <p:grpSpPr>
          <a:xfrm>
            <a:off x="6840000" y="4464000"/>
            <a:ext cx="3312000" cy="2213657"/>
            <a:chOff x="7476238" y="4272063"/>
            <a:chExt cx="3312000" cy="2213657"/>
          </a:xfrm>
        </p:grpSpPr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E65C48E6-509C-3425-CB95-7683A38561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8238" y="5460063"/>
              <a:ext cx="165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64D7CF64-A01A-F47D-D629-8F8DB5085BE9}"/>
                    </a:ext>
                  </a:extLst>
                </p:cNvPr>
                <p:cNvSpPr txBox="1"/>
                <p:nvPr/>
              </p:nvSpPr>
              <p:spPr>
                <a:xfrm>
                  <a:off x="8880238" y="4272063"/>
                  <a:ext cx="432000" cy="4316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64D7CF64-A01A-F47D-D629-8F8DB5085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238" y="4272063"/>
                  <a:ext cx="432000" cy="43165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8" name="直接连接符 557">
              <a:extLst>
                <a:ext uri="{FF2B5EF4-FFF2-40B4-BE49-F238E27FC236}">
                  <a16:creationId xmlns:a16="http://schemas.microsoft.com/office/drawing/2014/main" id="{DA4CBD64-6AA4-1796-B7C8-34645849A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6238" y="4632062"/>
              <a:ext cx="1" cy="14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5503E166-BC43-1A96-644E-3041D19E4010}"/>
                </a:ext>
              </a:extLst>
            </p:cNvPr>
            <p:cNvSpPr/>
            <p:nvPr/>
          </p:nvSpPr>
          <p:spPr>
            <a:xfrm>
              <a:off x="8556238" y="4992063"/>
              <a:ext cx="1080000" cy="864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TG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23D27CE0-AC64-663C-56FF-A1219DD3EC86}"/>
                    </a:ext>
                  </a:extLst>
                </p:cNvPr>
                <p:cNvSpPr txBox="1"/>
                <p:nvPr/>
              </p:nvSpPr>
              <p:spPr>
                <a:xfrm>
                  <a:off x="7476238" y="5208063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4" name="文本框 553">
                  <a:extLst>
                    <a:ext uri="{FF2B5EF4-FFF2-40B4-BE49-F238E27FC236}">
                      <a16:creationId xmlns:a16="http://schemas.microsoft.com/office/drawing/2014/main" id="{23D27CE0-AC64-663C-56FF-A1219DD3E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238" y="5208063"/>
                  <a:ext cx="792000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32308" t="-121127" r="-62308" b="-1845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6" name="文本框 555">
                  <a:extLst>
                    <a:ext uri="{FF2B5EF4-FFF2-40B4-BE49-F238E27FC236}">
                      <a16:creationId xmlns:a16="http://schemas.microsoft.com/office/drawing/2014/main" id="{5DEC62DD-DFD1-717B-5C21-6AC0C310BEF1}"/>
                    </a:ext>
                  </a:extLst>
                </p:cNvPr>
                <p:cNvSpPr txBox="1"/>
                <p:nvPr/>
              </p:nvSpPr>
              <p:spPr>
                <a:xfrm>
                  <a:off x="9996238" y="5208063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6" name="文本框 555">
                  <a:extLst>
                    <a:ext uri="{FF2B5EF4-FFF2-40B4-BE49-F238E27FC236}">
                      <a16:creationId xmlns:a16="http://schemas.microsoft.com/office/drawing/2014/main" id="{5DEC62DD-DFD1-717B-5C21-6AC0C310B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6238" y="5208063"/>
                  <a:ext cx="79200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23077" t="-121127" r="-71538" b="-1845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4A823BE6-C60E-9789-4B52-E7DE0EF5C7D1}"/>
                </a:ext>
              </a:extLst>
            </p:cNvPr>
            <p:cNvSpPr/>
            <p:nvPr/>
          </p:nvSpPr>
          <p:spPr>
            <a:xfrm>
              <a:off x="9024238" y="4848063"/>
              <a:ext cx="144000" cy="144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文本框 562">
                  <a:extLst>
                    <a:ext uri="{FF2B5EF4-FFF2-40B4-BE49-F238E27FC236}">
                      <a16:creationId xmlns:a16="http://schemas.microsoft.com/office/drawing/2014/main" id="{65274C8F-7E2E-96C8-8BFF-44C4B36C1F2C}"/>
                    </a:ext>
                  </a:extLst>
                </p:cNvPr>
                <p:cNvSpPr txBox="1"/>
                <p:nvPr/>
              </p:nvSpPr>
              <p:spPr>
                <a:xfrm>
                  <a:off x="8880238" y="6054063"/>
                  <a:ext cx="432000" cy="4316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3" name="文本框 562">
                  <a:extLst>
                    <a:ext uri="{FF2B5EF4-FFF2-40B4-BE49-F238E27FC236}">
                      <a16:creationId xmlns:a16="http://schemas.microsoft.com/office/drawing/2014/main" id="{65274C8F-7E2E-96C8-8BFF-44C4B36C1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238" y="6054063"/>
                  <a:ext cx="432000" cy="43165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6" name="文本框 565">
            <a:extLst>
              <a:ext uri="{FF2B5EF4-FFF2-40B4-BE49-F238E27FC236}">
                <a16:creationId xmlns:a16="http://schemas.microsoft.com/office/drawing/2014/main" id="{0396BC36-CACF-DA0A-D132-7C8A3F771D99}"/>
              </a:ext>
            </a:extLst>
          </p:cNvPr>
          <p:cNvSpPr txBox="1"/>
          <p:nvPr/>
        </p:nvSpPr>
        <p:spPr>
          <a:xfrm>
            <a:off x="720000" y="5616000"/>
            <a:ext cx="5067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传输门相当于一个理想的双向开关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AED3B2D-5CCD-E081-E328-8B7349A31A0F}"/>
              </a:ext>
            </a:extLst>
          </p:cNvPr>
          <p:cNvGrpSpPr/>
          <p:nvPr/>
        </p:nvGrpSpPr>
        <p:grpSpPr>
          <a:xfrm>
            <a:off x="8280000" y="720000"/>
            <a:ext cx="3708000" cy="3527657"/>
            <a:chOff x="8280000" y="756000"/>
            <a:chExt cx="3708000" cy="3527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6F8C5B3-FFEF-6F80-1A49-6DFFD5F5C6D0}"/>
                    </a:ext>
                  </a:extLst>
                </p:cNvPr>
                <p:cNvSpPr txBox="1"/>
                <p:nvPr/>
              </p:nvSpPr>
              <p:spPr>
                <a:xfrm>
                  <a:off x="10476000" y="144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6F8C5B3-FFEF-6F80-1A49-6DFFD5F5C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1440000"/>
                  <a:ext cx="432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804C245A-1292-83F1-7B48-F7BA94952187}"/>
                    </a:ext>
                  </a:extLst>
                </p:cNvPr>
                <p:cNvSpPr txBox="1"/>
                <p:nvPr/>
              </p:nvSpPr>
              <p:spPr>
                <a:xfrm>
                  <a:off x="9792000" y="1980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804C245A-1292-83F1-7B48-F7BA94952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000" y="1980000"/>
                  <a:ext cx="576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5263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FFB622C7-4DAD-62F6-A443-06216D6D166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1116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箭头连接符 506">
              <a:extLst>
                <a:ext uri="{FF2B5EF4-FFF2-40B4-BE49-F238E27FC236}">
                  <a16:creationId xmlns:a16="http://schemas.microsoft.com/office/drawing/2014/main" id="{9541DEDC-8715-70ED-7F00-24AEC7AFBA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1620000"/>
              <a:ext cx="0" cy="468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D456C235-24F9-63E1-D4A6-83FD1CF10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2000" y="1476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9E8DC18A-055B-A9EA-54D8-A6952A8EDE3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162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9D1A32F4-28F7-A7D6-2926-50356F686F5A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162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>
              <a:extLst>
                <a:ext uri="{FF2B5EF4-FFF2-40B4-BE49-F238E27FC236}">
                  <a16:creationId xmlns:a16="http://schemas.microsoft.com/office/drawing/2014/main" id="{DD363A50-CC57-AF58-FECD-7E39B8DD7B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96000" y="198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6C0D0F9E-C848-5887-3DFA-20483331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396000" y="1980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5FAEC5DA-DD22-AD7D-88B5-332C37A21F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2000" y="2520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97FDEE72-86E6-94CA-9143-4591E0782741}"/>
                </a:ext>
              </a:extLst>
            </p:cNvPr>
            <p:cNvSpPr/>
            <p:nvPr/>
          </p:nvSpPr>
          <p:spPr>
            <a:xfrm>
              <a:off x="9342000" y="24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文本框 540">
                  <a:extLst>
                    <a:ext uri="{FF2B5EF4-FFF2-40B4-BE49-F238E27FC236}">
                      <a16:creationId xmlns:a16="http://schemas.microsoft.com/office/drawing/2014/main" id="{A4A94BEF-EA16-ABCD-2DDA-4A9118BBB6E2}"/>
                    </a:ext>
                  </a:extLst>
                </p:cNvPr>
                <p:cNvSpPr txBox="1"/>
                <p:nvPr/>
              </p:nvSpPr>
              <p:spPr>
                <a:xfrm>
                  <a:off x="9792000" y="262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0 </m:t>
                      </m:r>
                      <m:r>
                        <m:rPr>
                          <m:sty m:val="p"/>
                        </m:rPr>
                        <a:rPr kumimoji="1" lang="en-US" altLang="zh-CN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V</m:t>
                      </m:r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41" name="文本框 540">
                  <a:extLst>
                    <a:ext uri="{FF2B5EF4-FFF2-40B4-BE49-F238E27FC236}">
                      <a16:creationId xmlns:a16="http://schemas.microsoft.com/office/drawing/2014/main" id="{A4A94BEF-EA16-ABCD-2DDA-4A9118BBB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000" y="2628000"/>
                  <a:ext cx="5760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5FD5F059-D1C0-9101-0196-A7F60DB2B741}"/>
                    </a:ext>
                  </a:extLst>
                </p:cNvPr>
                <p:cNvSpPr txBox="1"/>
                <p:nvPr/>
              </p:nvSpPr>
              <p:spPr>
                <a:xfrm>
                  <a:off x="9792000" y="756000"/>
                  <a:ext cx="576000" cy="4316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2" name="文本框 541">
                  <a:extLst>
                    <a:ext uri="{FF2B5EF4-FFF2-40B4-BE49-F238E27FC236}">
                      <a16:creationId xmlns:a16="http://schemas.microsoft.com/office/drawing/2014/main" id="{5FD5F059-D1C0-9101-0196-A7F60DB2B7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000" y="756000"/>
                  <a:ext cx="576000" cy="431657"/>
                </a:xfrm>
                <a:prstGeom prst="rect">
                  <a:avLst/>
                </a:prstGeom>
                <a:blipFill>
                  <a:blip r:embed="rId10"/>
                  <a:stretch>
                    <a:fillRect r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本框 542">
                  <a:extLst>
                    <a:ext uri="{FF2B5EF4-FFF2-40B4-BE49-F238E27FC236}">
                      <a16:creationId xmlns:a16="http://schemas.microsoft.com/office/drawing/2014/main" id="{CAE82C5E-0943-4505-6CFF-3392DD30FB2F}"/>
                    </a:ext>
                  </a:extLst>
                </p:cNvPr>
                <p:cNvSpPr txBox="1"/>
                <p:nvPr/>
              </p:nvSpPr>
              <p:spPr>
                <a:xfrm>
                  <a:off x="9792000" y="3852000"/>
                  <a:ext cx="576000" cy="4316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3" name="文本框 542">
                  <a:extLst>
                    <a:ext uri="{FF2B5EF4-FFF2-40B4-BE49-F238E27FC236}">
                      <a16:creationId xmlns:a16="http://schemas.microsoft.com/office/drawing/2014/main" id="{CAE82C5E-0943-4505-6CFF-3392DD30F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000" y="3852000"/>
                  <a:ext cx="576000" cy="43165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文本框 547">
                  <a:extLst>
                    <a:ext uri="{FF2B5EF4-FFF2-40B4-BE49-F238E27FC236}">
                      <a16:creationId xmlns:a16="http://schemas.microsoft.com/office/drawing/2014/main" id="{5D94EE2A-29BF-AD0D-E4F9-64AA5BE24320}"/>
                    </a:ext>
                  </a:extLst>
                </p:cNvPr>
                <p:cNvSpPr txBox="1"/>
                <p:nvPr/>
              </p:nvSpPr>
              <p:spPr>
                <a:xfrm>
                  <a:off x="8280000" y="2268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8" name="文本框 547">
                  <a:extLst>
                    <a:ext uri="{FF2B5EF4-FFF2-40B4-BE49-F238E27FC236}">
                      <a16:creationId xmlns:a16="http://schemas.microsoft.com/office/drawing/2014/main" id="{5D94EE2A-29BF-AD0D-E4F9-64AA5BE24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2268000"/>
                  <a:ext cx="792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32308" t="-121127" r="-62308" b="-1845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文本框 548">
                  <a:extLst>
                    <a:ext uri="{FF2B5EF4-FFF2-40B4-BE49-F238E27FC236}">
                      <a16:creationId xmlns:a16="http://schemas.microsoft.com/office/drawing/2014/main" id="{6C5A993B-CFC8-4F82-DF86-42BC80CC2BFA}"/>
                    </a:ext>
                  </a:extLst>
                </p:cNvPr>
                <p:cNvSpPr txBox="1"/>
                <p:nvPr/>
              </p:nvSpPr>
              <p:spPr>
                <a:xfrm>
                  <a:off x="11196000" y="2268000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9" name="文本框 548">
                  <a:extLst>
                    <a:ext uri="{FF2B5EF4-FFF2-40B4-BE49-F238E27FC236}">
                      <a16:creationId xmlns:a16="http://schemas.microsoft.com/office/drawing/2014/main" id="{6C5A993B-CFC8-4F82-DF86-42BC80CC2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000" y="2268000"/>
                  <a:ext cx="792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23846" t="-121127" r="-70769" b="-1845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5F124C4-EAEA-A684-89EB-9EF449622B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16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FC1675F-7ADF-E476-3232-25F148FB1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000" y="16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33AD15D-0795-94F5-8BCE-305157BF1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0000" y="16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0362120-9744-A499-786A-15FA68E22A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198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C1DE07A-879E-596A-E130-D9CA1FA2C72A}"/>
                </a:ext>
              </a:extLst>
            </p:cNvPr>
            <p:cNvCxnSpPr>
              <a:cxnSpLocks/>
            </p:cNvCxnSpPr>
            <p:nvPr/>
          </p:nvCxnSpPr>
          <p:spPr>
            <a:xfrm>
              <a:off x="10764000" y="1980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6627138-C05F-05C4-2F48-23C692270C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96000" y="306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F6D0382-8C5A-2BE5-B03C-0591F60FF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2000" y="306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29C815C-7ADA-1C8D-D0FA-C50D024D5BA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2952000"/>
              <a:ext cx="0" cy="468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D0F7E46-A26F-7404-9D83-F6B8F6013878}"/>
                </a:ext>
              </a:extLst>
            </p:cNvPr>
            <p:cNvCxnSpPr>
              <a:cxnSpLocks/>
            </p:cNvCxnSpPr>
            <p:nvPr/>
          </p:nvCxnSpPr>
          <p:spPr>
            <a:xfrm>
              <a:off x="9828000" y="30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2F243C9-1760-1B00-8185-A96022C12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32000" y="3060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D10F0E8-F2CE-924E-8773-609C1DF419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56000" y="34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405A5C9-C04D-F90E-4D0A-78D711797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8000" y="34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FF93FE1-10E9-D851-21AD-544EE70D3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0000" y="3420000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A2E3889-6605-9AD3-125B-A1235C9B4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2000" y="3564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A853D47-31AC-8F3D-328D-2CC24638AD1B}"/>
                    </a:ext>
                  </a:extLst>
                </p:cNvPr>
                <p:cNvSpPr txBox="1"/>
                <p:nvPr/>
              </p:nvSpPr>
              <p:spPr>
                <a:xfrm>
                  <a:off x="10476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A853D47-31AC-8F3D-328D-2CC24638A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3168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857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D409BDE-FF63-97F4-A79F-3C3DCBE4854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3564000"/>
              <a:ext cx="0" cy="3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0114E33-5E5A-DA85-F5BE-BBFE8867D917}"/>
                </a:ext>
              </a:extLst>
            </p:cNvPr>
            <p:cNvSpPr/>
            <p:nvPr/>
          </p:nvSpPr>
          <p:spPr>
            <a:xfrm>
              <a:off x="10710000" y="246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AF2BB0E-BA01-8FD4-67B4-B5900830D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4000" y="2520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234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EA05-DC24-AB7E-E509-ADEAE28A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027CFC-29F6-376E-0253-EF1F146170EE}"/>
              </a:ext>
            </a:extLst>
          </p:cNvPr>
          <p:cNvSpPr txBox="1"/>
          <p:nvPr/>
        </p:nvSpPr>
        <p:spPr>
          <a:xfrm>
            <a:off x="360000" y="827142"/>
            <a:ext cx="333570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传输门的应用：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B181E2E1-2718-00A7-B769-885A881C6BE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2FBE7CB3-B014-EA2B-80A9-9C9F4E0D340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E8A85766-9E14-BB41-1A0B-07C49F7A788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AEE09BAE-2FE5-59A0-6F4E-6C8A7E6D453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3F9C3371-C3F4-8646-AD98-69DA4799CF9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256D8192-36EE-59C0-2132-30111B5506E4}"/>
                  </a:ext>
                </a:extLst>
              </p:cNvPr>
              <p:cNvSpPr txBox="1"/>
              <p:nvPr/>
            </p:nvSpPr>
            <p:spPr>
              <a:xfrm>
                <a:off x="360000" y="5040000"/>
                <a:ext cx="4803321" cy="770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断开，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导通，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导通，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断开，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256D8192-36EE-59C0-2132-30111B550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40000"/>
                <a:ext cx="4803321" cy="770211"/>
              </a:xfrm>
              <a:prstGeom prst="rect">
                <a:avLst/>
              </a:prstGeom>
              <a:blipFill>
                <a:blip r:embed="rId2"/>
                <a:stretch>
                  <a:fillRect l="-127" t="-5556" r="-4315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文本框 591">
                <a:extLst>
                  <a:ext uri="{FF2B5EF4-FFF2-40B4-BE49-F238E27FC236}">
                    <a16:creationId xmlns:a16="http://schemas.microsoft.com/office/drawing/2014/main" id="{338AFE8C-2FE3-BA11-631E-2B72F01DA8A9}"/>
                  </a:ext>
                </a:extLst>
              </p:cNvPr>
              <p:cNvSpPr txBox="1"/>
              <p:nvPr/>
            </p:nvSpPr>
            <p:spPr>
              <a:xfrm>
                <a:off x="360000" y="5940000"/>
                <a:ext cx="4803321" cy="431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异或门：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kumimoji="1"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e>
                    </m:acc>
                    <m:r>
                      <a:rPr kumimoji="1"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</m:oMath>
                </a14:m>
                <a:endParaRPr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2" name="文本框 591">
                <a:extLst>
                  <a:ext uri="{FF2B5EF4-FFF2-40B4-BE49-F238E27FC236}">
                    <a16:creationId xmlns:a16="http://schemas.microsoft.com/office/drawing/2014/main" id="{338AFE8C-2FE3-BA11-631E-2B72F01DA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000"/>
                <a:ext cx="4803321" cy="431657"/>
              </a:xfrm>
              <a:prstGeom prst="rect">
                <a:avLst/>
              </a:prstGeom>
              <a:blipFill>
                <a:blip r:embed="rId3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8903CBFA-6017-6351-440D-19C95718D802}"/>
                  </a:ext>
                </a:extLst>
              </p:cNvPr>
              <p:cNvSpPr txBox="1"/>
              <p:nvPr/>
            </p:nvSpPr>
            <p:spPr>
              <a:xfrm>
                <a:off x="6696000" y="5040000"/>
                <a:ext cx="480332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kumimoji="1" lang="en-US" altLang="zh-CN" sz="2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导通，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断开，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断开，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TG</m:t>
                        </m:r>
                      </m:e>
                      <m:sub>
                        <m: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导通，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</m:oMath>
                </a14:m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8903CBFA-6017-6351-440D-19C95718D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000" y="5040000"/>
                <a:ext cx="4803321" cy="769441"/>
              </a:xfrm>
              <a:prstGeom prst="rect">
                <a:avLst/>
              </a:prstGeom>
              <a:blipFill>
                <a:blip r:embed="rId4"/>
                <a:stretch>
                  <a:fillRect l="-127" t="-5556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B8888C7B-FE77-5A2A-7508-18178C019772}"/>
                  </a:ext>
                </a:extLst>
              </p:cNvPr>
              <p:cNvSpPr txBox="1"/>
              <p:nvPr/>
            </p:nvSpPr>
            <p:spPr>
              <a:xfrm>
                <a:off x="6660000" y="5940000"/>
                <a:ext cx="4803321" cy="431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 </a:t>
                </a:r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数据选择器：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kumimoji="1"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kumimoji="1"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e>
                    </m:acc>
                    <m:r>
                      <a:rPr kumimoji="1"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BC</m:t>
                    </m:r>
                  </m:oMath>
                </a14:m>
                <a:endParaRPr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B8888C7B-FE77-5A2A-7508-18178C019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5940000"/>
                <a:ext cx="4803321" cy="431657"/>
              </a:xfrm>
              <a:prstGeom prst="rect">
                <a:avLst/>
              </a:prstGeom>
              <a:blipFill>
                <a:blip r:embed="rId5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7302358A-C8CD-8AB9-E11E-649D5737060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传输门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B388D76-5C89-6462-DD3D-C334965B42F0}"/>
              </a:ext>
            </a:extLst>
          </p:cNvPr>
          <p:cNvGrpSpPr/>
          <p:nvPr/>
        </p:nvGrpSpPr>
        <p:grpSpPr>
          <a:xfrm>
            <a:off x="7200000" y="1296000"/>
            <a:ext cx="4281580" cy="3526303"/>
            <a:chOff x="7200000" y="1368584"/>
            <a:chExt cx="4281580" cy="3526303"/>
          </a:xfrm>
        </p:grpSpPr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F575472D-E591-6E8B-E2E9-E572707276FA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4068000"/>
              <a:ext cx="31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FC06F345-56BE-3289-B6A3-0A11585C65F0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1620000"/>
              <a:ext cx="0" cy="30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281BAE05-F2C3-7C51-0003-3380A1B58553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2268000"/>
              <a:ext cx="31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矩形 462">
                  <a:extLst>
                    <a:ext uri="{FF2B5EF4-FFF2-40B4-BE49-F238E27FC236}">
                      <a16:creationId xmlns:a16="http://schemas.microsoft.com/office/drawing/2014/main" id="{B750EE1A-5C6C-53BC-71E6-784785414894}"/>
                    </a:ext>
                  </a:extLst>
                </p:cNvPr>
                <p:cNvSpPr/>
                <p:nvPr/>
              </p:nvSpPr>
              <p:spPr>
                <a:xfrm>
                  <a:off x="9648000" y="1944000"/>
                  <a:ext cx="864000" cy="6480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kumimoji="1"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63" name="矩形 462">
                  <a:extLst>
                    <a:ext uri="{FF2B5EF4-FFF2-40B4-BE49-F238E27FC236}">
                      <a16:creationId xmlns:a16="http://schemas.microsoft.com/office/drawing/2014/main" id="{B750EE1A-5C6C-53BC-71E6-7847854148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1944000"/>
                  <a:ext cx="864000" cy="648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4" name="直接连接符 463">
              <a:extLst>
                <a:ext uri="{FF2B5EF4-FFF2-40B4-BE49-F238E27FC236}">
                  <a16:creationId xmlns:a16="http://schemas.microsoft.com/office/drawing/2014/main" id="{AC71E467-F1AB-E411-20B6-93A1F506C358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3168000"/>
              <a:ext cx="11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C84BE9C0-B6DF-C5E6-9690-1253A296F5F6}"/>
                </a:ext>
              </a:extLst>
            </p:cNvPr>
            <p:cNvSpPr/>
            <p:nvPr/>
          </p:nvSpPr>
          <p:spPr>
            <a:xfrm>
              <a:off x="10015200" y="18000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0BD8E9A4-21DB-FA33-12D3-60EC6CE9049A}"/>
                </a:ext>
              </a:extLst>
            </p:cNvPr>
            <p:cNvCxnSpPr>
              <a:cxnSpLocks/>
            </p:cNvCxnSpPr>
            <p:nvPr/>
          </p:nvCxnSpPr>
          <p:spPr>
            <a:xfrm>
              <a:off x="9360000" y="1620000"/>
              <a:ext cx="0" cy="306275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矩形 469">
                  <a:extLst>
                    <a:ext uri="{FF2B5EF4-FFF2-40B4-BE49-F238E27FC236}">
                      <a16:creationId xmlns:a16="http://schemas.microsoft.com/office/drawing/2014/main" id="{3AB4265C-804B-2D4D-1C5A-1C139880916E}"/>
                    </a:ext>
                  </a:extLst>
                </p:cNvPr>
                <p:cNvSpPr/>
                <p:nvPr/>
              </p:nvSpPr>
              <p:spPr>
                <a:xfrm>
                  <a:off x="9648000" y="3743999"/>
                  <a:ext cx="864000" cy="6480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0" name="矩形 469">
                  <a:extLst>
                    <a:ext uri="{FF2B5EF4-FFF2-40B4-BE49-F238E27FC236}">
                      <a16:creationId xmlns:a16="http://schemas.microsoft.com/office/drawing/2014/main" id="{3AB4265C-804B-2D4D-1C5A-1C13988091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3743999"/>
                  <a:ext cx="864000" cy="648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" name="椭圆 470">
              <a:extLst>
                <a:ext uri="{FF2B5EF4-FFF2-40B4-BE49-F238E27FC236}">
                  <a16:creationId xmlns:a16="http://schemas.microsoft.com/office/drawing/2014/main" id="{D6150EB9-51D2-5FED-C23E-46E559577643}"/>
                </a:ext>
              </a:extLst>
            </p:cNvPr>
            <p:cNvSpPr/>
            <p:nvPr/>
          </p:nvSpPr>
          <p:spPr>
            <a:xfrm>
              <a:off x="10015200" y="36000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72" name="直接连接符 471">
              <a:extLst>
                <a:ext uri="{FF2B5EF4-FFF2-40B4-BE49-F238E27FC236}">
                  <a16:creationId xmlns:a16="http://schemas.microsoft.com/office/drawing/2014/main" id="{3A53516E-9156-2DEA-A333-1331AFF0733E}"/>
                </a:ext>
              </a:extLst>
            </p:cNvPr>
            <p:cNvCxnSpPr>
              <a:cxnSpLocks/>
            </p:cNvCxnSpPr>
            <p:nvPr/>
          </p:nvCxnSpPr>
          <p:spPr>
            <a:xfrm>
              <a:off x="7560000" y="4680000"/>
              <a:ext cx="25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>
              <a:extLst>
                <a:ext uri="{FF2B5EF4-FFF2-40B4-BE49-F238E27FC236}">
                  <a16:creationId xmlns:a16="http://schemas.microsoft.com/office/drawing/2014/main" id="{55147BDC-D236-60D9-9CE5-54B9FD37E879}"/>
                </a:ext>
              </a:extLst>
            </p:cNvPr>
            <p:cNvCxnSpPr>
              <a:cxnSpLocks/>
            </p:cNvCxnSpPr>
            <p:nvPr/>
          </p:nvCxnSpPr>
          <p:spPr>
            <a:xfrm>
              <a:off x="9360000" y="1620000"/>
              <a:ext cx="7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35135BF6-1F68-8FF7-4936-0C38BA43792B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2268000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975878FC-6BCA-7EAE-D9BE-CB61A384B6DC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000" y="3168000"/>
              <a:ext cx="38153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6510EADA-949C-377E-484E-E54D101D0E41}"/>
                </a:ext>
              </a:extLst>
            </p:cNvPr>
            <p:cNvSpPr/>
            <p:nvPr/>
          </p:nvSpPr>
          <p:spPr>
            <a:xfrm>
              <a:off x="10026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4" name="椭圆 483">
              <a:extLst>
                <a:ext uri="{FF2B5EF4-FFF2-40B4-BE49-F238E27FC236}">
                  <a16:creationId xmlns:a16="http://schemas.microsoft.com/office/drawing/2014/main" id="{2306E6EB-BBC9-9073-8A78-B72C065B9B86}"/>
                </a:ext>
              </a:extLst>
            </p:cNvPr>
            <p:cNvSpPr/>
            <p:nvPr/>
          </p:nvSpPr>
          <p:spPr>
            <a:xfrm>
              <a:off x="10674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7467DB44-5F6F-CF6C-C89E-282F172B2E80}"/>
                    </a:ext>
                  </a:extLst>
                </p:cNvPr>
                <p:cNvSpPr txBox="1"/>
                <p:nvPr/>
              </p:nvSpPr>
              <p:spPr>
                <a:xfrm>
                  <a:off x="10957966" y="2914863"/>
                  <a:ext cx="52361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6" name="文本框 485">
                  <a:extLst>
                    <a:ext uri="{FF2B5EF4-FFF2-40B4-BE49-F238E27FC236}">
                      <a16:creationId xmlns:a16="http://schemas.microsoft.com/office/drawing/2014/main" id="{7467DB44-5F6F-CF6C-C89E-282F172B2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966" y="2914863"/>
                  <a:ext cx="523614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EF5D8A76-3DF9-7978-E920-F022FCBF462D}"/>
                    </a:ext>
                  </a:extLst>
                </p:cNvPr>
                <p:cNvSpPr txBox="1"/>
                <p:nvPr/>
              </p:nvSpPr>
              <p:spPr>
                <a:xfrm>
                  <a:off x="8381103" y="1368584"/>
                  <a:ext cx="820683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EF5D8A76-3DF9-7978-E920-F022FCBF4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103" y="1368584"/>
                  <a:ext cx="820683" cy="430887"/>
                </a:xfrm>
                <a:prstGeom prst="rect">
                  <a:avLst/>
                </a:prstGeom>
                <a:blipFill>
                  <a:blip r:embed="rId14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4756C247-941E-9FD0-593C-73BB0651DF18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3924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箭头连接符 492">
              <a:extLst>
                <a:ext uri="{FF2B5EF4-FFF2-40B4-BE49-F238E27FC236}">
                  <a16:creationId xmlns:a16="http://schemas.microsoft.com/office/drawing/2014/main" id="{E94AD199-875C-F8B5-7243-518DDB2879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000" y="3672000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1C1720ED-8155-27E8-288E-AF47445EF49E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3924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1ED88EFD-C333-4CAC-115E-25C3B859900A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3671999"/>
              <a:ext cx="0" cy="6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BE582526-935F-BBBA-D297-9BB3F3325747}"/>
                </a:ext>
              </a:extLst>
            </p:cNvPr>
            <p:cNvSpPr/>
            <p:nvPr/>
          </p:nvSpPr>
          <p:spPr>
            <a:xfrm>
              <a:off x="8838000" y="387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D41EF2CA-8B49-5B6F-3E93-01CC3077F1E8}"/>
                </a:ext>
              </a:extLst>
            </p:cNvPr>
            <p:cNvCxnSpPr>
              <a:cxnSpLocks/>
            </p:cNvCxnSpPr>
            <p:nvPr/>
          </p:nvCxnSpPr>
          <p:spPr>
            <a:xfrm>
              <a:off x="8766000" y="4319999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>
              <a:extLst>
                <a:ext uri="{FF2B5EF4-FFF2-40B4-BE49-F238E27FC236}">
                  <a16:creationId xmlns:a16="http://schemas.microsoft.com/office/drawing/2014/main" id="{7C7AB43E-21C8-0863-FD3C-E66F3DDA013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2914863"/>
              <a:ext cx="0" cy="5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连接符 498">
              <a:extLst>
                <a:ext uri="{FF2B5EF4-FFF2-40B4-BE49-F238E27FC236}">
                  <a16:creationId xmlns:a16="http://schemas.microsoft.com/office/drawing/2014/main" id="{47560DC6-F8B7-B7C5-D839-4847A23CEF3F}"/>
                </a:ext>
              </a:extLst>
            </p:cNvPr>
            <p:cNvCxnSpPr>
              <a:cxnSpLocks/>
            </p:cNvCxnSpPr>
            <p:nvPr/>
          </p:nvCxnSpPr>
          <p:spPr>
            <a:xfrm>
              <a:off x="8892000" y="1800000"/>
              <a:ext cx="0" cy="86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箭头连接符 515">
              <a:extLst>
                <a:ext uri="{FF2B5EF4-FFF2-40B4-BE49-F238E27FC236}">
                  <a16:creationId xmlns:a16="http://schemas.microsoft.com/office/drawing/2014/main" id="{F8EE404D-D454-3CAA-E4CB-AB8AB2EA2923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662101"/>
              <a:ext cx="432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连接符 516">
              <a:extLst>
                <a:ext uri="{FF2B5EF4-FFF2-40B4-BE49-F238E27FC236}">
                  <a16:creationId xmlns:a16="http://schemas.microsoft.com/office/drawing/2014/main" id="{FD8BB0BA-2059-7824-F04A-82E721CECE84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2412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>
              <a:extLst>
                <a:ext uri="{FF2B5EF4-FFF2-40B4-BE49-F238E27FC236}">
                  <a16:creationId xmlns:a16="http://schemas.microsoft.com/office/drawing/2014/main" id="{B183B4F2-0C23-5CA1-7DFD-403B221CF99D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41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直接连接符 520">
              <a:extLst>
                <a:ext uri="{FF2B5EF4-FFF2-40B4-BE49-F238E27FC236}">
                  <a16:creationId xmlns:a16="http://schemas.microsoft.com/office/drawing/2014/main" id="{C03EA53A-2EF0-B4D4-FAA0-3DDBDDE0F9E8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916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7C3E5024-3DF6-EA04-E8EC-59FF5C90D70E}"/>
                </a:ext>
              </a:extLst>
            </p:cNvPr>
            <p:cNvSpPr/>
            <p:nvPr/>
          </p:nvSpPr>
          <p:spPr>
            <a:xfrm>
              <a:off x="8838000" y="2358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4" name="椭圆 573">
              <a:extLst>
                <a:ext uri="{FF2B5EF4-FFF2-40B4-BE49-F238E27FC236}">
                  <a16:creationId xmlns:a16="http://schemas.microsoft.com/office/drawing/2014/main" id="{34DF8B4C-D3A0-EA0B-5B19-507E6FFB690C}"/>
                </a:ext>
              </a:extLst>
            </p:cNvPr>
            <p:cNvSpPr/>
            <p:nvPr/>
          </p:nvSpPr>
          <p:spPr>
            <a:xfrm>
              <a:off x="8838000" y="3114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9" name="椭圆 578">
              <a:extLst>
                <a:ext uri="{FF2B5EF4-FFF2-40B4-BE49-F238E27FC236}">
                  <a16:creationId xmlns:a16="http://schemas.microsoft.com/office/drawing/2014/main" id="{0B40C3B2-4259-3216-C0F4-23F6B58760C8}"/>
                </a:ext>
              </a:extLst>
            </p:cNvPr>
            <p:cNvSpPr/>
            <p:nvPr/>
          </p:nvSpPr>
          <p:spPr>
            <a:xfrm>
              <a:off x="9306000" y="462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0CC10C22-EBC1-0466-AE91-A8FFFED0C40F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12000"/>
              <a:ext cx="0" cy="22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C0DAEABD-F6C0-774B-BB4C-116EDEF85B31}"/>
                </a:ext>
              </a:extLst>
            </p:cNvPr>
            <p:cNvSpPr/>
            <p:nvPr/>
          </p:nvSpPr>
          <p:spPr>
            <a:xfrm>
              <a:off x="8010000" y="3870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7" name="椭圆 586">
              <a:extLst>
                <a:ext uri="{FF2B5EF4-FFF2-40B4-BE49-F238E27FC236}">
                  <a16:creationId xmlns:a16="http://schemas.microsoft.com/office/drawing/2014/main" id="{72964825-DCBB-8619-E3BC-FFC8708F756D}"/>
                </a:ext>
              </a:extLst>
            </p:cNvPr>
            <p:cNvSpPr/>
            <p:nvPr/>
          </p:nvSpPr>
          <p:spPr>
            <a:xfrm>
              <a:off x="8010000" y="4626000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8" name="文本框 587">
                  <a:extLst>
                    <a:ext uri="{FF2B5EF4-FFF2-40B4-BE49-F238E27FC236}">
                      <a16:creationId xmlns:a16="http://schemas.microsoft.com/office/drawing/2014/main" id="{BA093AF1-E517-6015-F0CB-6A9C3F46E099}"/>
                    </a:ext>
                  </a:extLst>
                </p:cNvPr>
                <p:cNvSpPr txBox="1"/>
                <p:nvPr/>
              </p:nvSpPr>
              <p:spPr>
                <a:xfrm>
                  <a:off x="7200000" y="2016000"/>
                  <a:ext cx="523614" cy="535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8" name="文本框 587">
                  <a:extLst>
                    <a:ext uri="{FF2B5EF4-FFF2-40B4-BE49-F238E27FC236}">
                      <a16:creationId xmlns:a16="http://schemas.microsoft.com/office/drawing/2014/main" id="{BA093AF1-E517-6015-F0CB-6A9C3F46E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2016000"/>
                  <a:ext cx="523614" cy="53521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9" name="文本框 588">
                  <a:extLst>
                    <a:ext uri="{FF2B5EF4-FFF2-40B4-BE49-F238E27FC236}">
                      <a16:creationId xmlns:a16="http://schemas.microsoft.com/office/drawing/2014/main" id="{18827807-4231-9F28-333F-E8B6713AC7EB}"/>
                    </a:ext>
                  </a:extLst>
                </p:cNvPr>
                <p:cNvSpPr txBox="1"/>
                <p:nvPr/>
              </p:nvSpPr>
              <p:spPr>
                <a:xfrm>
                  <a:off x="7200000" y="3852000"/>
                  <a:ext cx="52361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9" name="文本框 588">
                  <a:extLst>
                    <a:ext uri="{FF2B5EF4-FFF2-40B4-BE49-F238E27FC236}">
                      <a16:creationId xmlns:a16="http://schemas.microsoft.com/office/drawing/2014/main" id="{18827807-4231-9F28-333F-E8B6713AC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3852000"/>
                  <a:ext cx="523614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0" name="文本框 589">
                  <a:extLst>
                    <a:ext uri="{FF2B5EF4-FFF2-40B4-BE49-F238E27FC236}">
                      <a16:creationId xmlns:a16="http://schemas.microsoft.com/office/drawing/2014/main" id="{98AD21CC-823B-A265-78C8-B26842ABC137}"/>
                    </a:ext>
                  </a:extLst>
                </p:cNvPr>
                <p:cNvSpPr txBox="1"/>
                <p:nvPr/>
              </p:nvSpPr>
              <p:spPr>
                <a:xfrm>
                  <a:off x="7200000" y="4464000"/>
                  <a:ext cx="52361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90" name="文本框 589">
                  <a:extLst>
                    <a:ext uri="{FF2B5EF4-FFF2-40B4-BE49-F238E27FC236}">
                      <a16:creationId xmlns:a16="http://schemas.microsoft.com/office/drawing/2014/main" id="{98AD21CC-823B-A265-78C8-B26842ABC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4464000"/>
                  <a:ext cx="523614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BD9027A-80D0-3B45-93E6-9C58C0F836A2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34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6C38DFD-FBB1-5C95-CF0E-06146D9C50EE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59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349FAB6-B18A-A4BC-A489-99784F7D8AF5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128C353-9671-2B2F-5493-25E82794CB50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3420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A7714CD-B91F-7E23-0DDE-B33EC08651A6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334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B695348-027D-32A9-019C-621827A11CC6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36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8926212-3CD6-2287-D090-A076B38D32BB}"/>
                </a:ext>
              </a:extLst>
            </p:cNvPr>
            <p:cNvCxnSpPr>
              <a:cxnSpLocks/>
            </p:cNvCxnSpPr>
            <p:nvPr/>
          </p:nvCxnSpPr>
          <p:spPr>
            <a:xfrm>
              <a:off x="8460000" y="385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98ACA13-7D8A-56B1-1A6D-CC6BA3534334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3420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5C2BD54-2164-41BD-EC4F-BBBCD2C3A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64000" y="2412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C322FBD-3000-7FC9-B426-D9E698AFE15E}"/>
              </a:ext>
            </a:extLst>
          </p:cNvPr>
          <p:cNvGrpSpPr/>
          <p:nvPr/>
        </p:nvGrpSpPr>
        <p:grpSpPr>
          <a:xfrm>
            <a:off x="720000" y="1548000"/>
            <a:ext cx="4375614" cy="3060001"/>
            <a:chOff x="720000" y="1548000"/>
            <a:chExt cx="4375614" cy="3060001"/>
          </a:xfrm>
        </p:grpSpPr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D7F0D69-531E-2C10-DB3B-A21678B7D9C2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00" y="3996001"/>
              <a:ext cx="29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917F371-D286-E0BB-5EA6-4279B105309C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0" y="1548000"/>
              <a:ext cx="0" cy="30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21703D0-1F3D-EBE9-EBB8-22B5C25EA4D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" y="2196001"/>
              <a:ext cx="31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3F72A9E9-7B6E-B3ED-568C-7EF3DB10FED4}"/>
                </a:ext>
              </a:extLst>
            </p:cNvPr>
            <p:cNvSpPr/>
            <p:nvPr/>
          </p:nvSpPr>
          <p:spPr>
            <a:xfrm rot="5400000">
              <a:off x="1476000" y="1944001"/>
              <a:ext cx="613608" cy="504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EE2E793-A57F-40EE-441E-2E324102111B}"/>
                    </a:ext>
                  </a:extLst>
                </p:cNvPr>
                <p:cNvSpPr txBox="1"/>
                <p:nvPr/>
              </p:nvSpPr>
              <p:spPr>
                <a:xfrm>
                  <a:off x="720000" y="1944001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EE2E793-A57F-40EE-441E-2E3241021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1944001"/>
                  <a:ext cx="504000" cy="504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14BF5CD-3EAF-89A5-2DDB-B16D2ACCB3FB}"/>
                </a:ext>
              </a:extLst>
            </p:cNvPr>
            <p:cNvSpPr/>
            <p:nvPr/>
          </p:nvSpPr>
          <p:spPr>
            <a:xfrm>
              <a:off x="2016000" y="2131201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987F85F-6A87-9277-9A40-8C2BBD7A46A2}"/>
                    </a:ext>
                  </a:extLst>
                </p:cNvPr>
                <p:cNvSpPr/>
                <p:nvPr/>
              </p:nvSpPr>
              <p:spPr>
                <a:xfrm>
                  <a:off x="3167904" y="1872001"/>
                  <a:ext cx="864000" cy="6480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kumimoji="1"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2987F85F-6A87-9277-9A40-8C2BBD7A46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7904" y="1872001"/>
                  <a:ext cx="864000" cy="648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21E69BE-6AD0-F449-1E3D-09AB26937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79999" y="3096001"/>
              <a:ext cx="25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2A104026-2528-0605-D1C7-1EC4FDAB80C1}"/>
                </a:ext>
              </a:extLst>
            </p:cNvPr>
            <p:cNvSpPr/>
            <p:nvPr/>
          </p:nvSpPr>
          <p:spPr>
            <a:xfrm rot="5400000">
              <a:off x="2520000" y="2844001"/>
              <a:ext cx="613608" cy="504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EDBFB76-5AB4-AC6A-00A0-172FB15DFBCD}"/>
                    </a:ext>
                  </a:extLst>
                </p:cNvPr>
                <p:cNvSpPr txBox="1"/>
                <p:nvPr/>
              </p:nvSpPr>
              <p:spPr>
                <a:xfrm>
                  <a:off x="720000" y="2880001"/>
                  <a:ext cx="50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EDBFB76-5AB4-AC6A-00A0-172FB15DF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2880001"/>
                  <a:ext cx="504000" cy="504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25FF9AD-D7EB-61EB-2203-E46FBA96DD2A}"/>
                </a:ext>
              </a:extLst>
            </p:cNvPr>
            <p:cNvCxnSpPr>
              <a:cxnSpLocks/>
            </p:cNvCxnSpPr>
            <p:nvPr/>
          </p:nvCxnSpPr>
          <p:spPr>
            <a:xfrm>
              <a:off x="2340000" y="1548001"/>
              <a:ext cx="0" cy="30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7352635C-EDBD-CAB3-30C6-9FAD886F9A09}"/>
                    </a:ext>
                  </a:extLst>
                </p:cNvPr>
                <p:cNvSpPr/>
                <p:nvPr/>
              </p:nvSpPr>
              <p:spPr>
                <a:xfrm>
                  <a:off x="3168000" y="3672000"/>
                  <a:ext cx="864000" cy="6480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7352635C-EDBD-CAB3-30C6-9FAD886F9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000" y="3672000"/>
                  <a:ext cx="864000" cy="648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468BD3A-59C1-09A1-4382-500B9185D2D3}"/>
                </a:ext>
              </a:extLst>
            </p:cNvPr>
            <p:cNvCxnSpPr>
              <a:cxnSpLocks/>
            </p:cNvCxnSpPr>
            <p:nvPr/>
          </p:nvCxnSpPr>
          <p:spPr>
            <a:xfrm>
              <a:off x="2340000" y="4608001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A195EBE5-A25B-FF14-05CA-C0CF88FFFAE6}"/>
                </a:ext>
              </a:extLst>
            </p:cNvPr>
            <p:cNvCxnSpPr>
              <a:cxnSpLocks/>
            </p:cNvCxnSpPr>
            <p:nvPr/>
          </p:nvCxnSpPr>
          <p:spPr>
            <a:xfrm>
              <a:off x="2340000" y="1548001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707AACA5-6EBD-0C16-2A3B-61E473C9A8EB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00" y="2196001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71E8F1B-0A5E-BB92-6852-0391ED90AC8B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00" y="2196001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EB144484-EE3F-8BE4-9AA8-E60941B55F7F}"/>
                </a:ext>
              </a:extLst>
            </p:cNvPr>
            <p:cNvCxnSpPr>
              <a:cxnSpLocks/>
            </p:cNvCxnSpPr>
            <p:nvPr/>
          </p:nvCxnSpPr>
          <p:spPr>
            <a:xfrm>
              <a:off x="4248000" y="3096001"/>
              <a:ext cx="38153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D2F6ED0E-9466-5B1D-4D58-45AC9C484766}"/>
                </a:ext>
              </a:extLst>
            </p:cNvPr>
            <p:cNvSpPr/>
            <p:nvPr/>
          </p:nvSpPr>
          <p:spPr>
            <a:xfrm>
              <a:off x="1278000" y="2142001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3" name="椭圆 452">
              <a:extLst>
                <a:ext uri="{FF2B5EF4-FFF2-40B4-BE49-F238E27FC236}">
                  <a16:creationId xmlns:a16="http://schemas.microsoft.com/office/drawing/2014/main" id="{E1376D97-260B-1E6B-417C-9602F1AE62B5}"/>
                </a:ext>
              </a:extLst>
            </p:cNvPr>
            <p:cNvSpPr/>
            <p:nvPr/>
          </p:nvSpPr>
          <p:spPr>
            <a:xfrm>
              <a:off x="3546000" y="3042001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F2E6734B-98EA-B922-09D9-FAE981892F4B}"/>
                    </a:ext>
                  </a:extLst>
                </p:cNvPr>
                <p:cNvSpPr txBox="1"/>
                <p:nvPr/>
              </p:nvSpPr>
              <p:spPr>
                <a:xfrm>
                  <a:off x="4572000" y="2880001"/>
                  <a:ext cx="52361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F2E6734B-98EA-B922-09D9-FAE981892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80001"/>
                  <a:ext cx="523614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AB5E9E7-3051-76C3-6293-1ADCC7ECEFA4}"/>
                </a:ext>
              </a:extLst>
            </p:cNvPr>
            <p:cNvSpPr/>
            <p:nvPr/>
          </p:nvSpPr>
          <p:spPr>
            <a:xfrm>
              <a:off x="3060000" y="3031201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769F736-317D-0601-635D-3FE16CB8DC4D}"/>
                </a:ext>
              </a:extLst>
            </p:cNvPr>
            <p:cNvSpPr/>
            <p:nvPr/>
          </p:nvSpPr>
          <p:spPr>
            <a:xfrm>
              <a:off x="2286000" y="3042001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068F7EE-C566-F84A-64B8-B01A3380E2F7}"/>
                </a:ext>
              </a:extLst>
            </p:cNvPr>
            <p:cNvSpPr/>
            <p:nvPr/>
          </p:nvSpPr>
          <p:spPr>
            <a:xfrm>
              <a:off x="3535200" y="43380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1ACEB97-5A44-458D-67C5-B82B63D106DC}"/>
                </a:ext>
              </a:extLst>
            </p:cNvPr>
            <p:cNvSpPr/>
            <p:nvPr/>
          </p:nvSpPr>
          <p:spPr>
            <a:xfrm>
              <a:off x="4194000" y="3042001"/>
              <a:ext cx="108000" cy="108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EC76041-6D6C-D057-CDE1-0A4D4A399E44}"/>
                </a:ext>
              </a:extLst>
            </p:cNvPr>
            <p:cNvSpPr/>
            <p:nvPr/>
          </p:nvSpPr>
          <p:spPr>
            <a:xfrm>
              <a:off x="3535200" y="25380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650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F7F8-1F30-C3B5-033B-A3906A65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71BE83-ADFE-3496-748F-A1A213C77F9E}"/>
              </a:ext>
            </a:extLst>
          </p:cNvPr>
          <p:cNvGrpSpPr/>
          <p:nvPr/>
        </p:nvGrpSpPr>
        <p:grpSpPr>
          <a:xfrm>
            <a:off x="10404000" y="1800000"/>
            <a:ext cx="648000" cy="4428000"/>
            <a:chOff x="10546035" y="1613275"/>
            <a:chExt cx="657339" cy="4303579"/>
          </a:xfrm>
          <a:effectLst>
            <a:glow>
              <a:schemeClr val="accent1"/>
            </a:glow>
          </a:effectLst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FD1DA942-5FAC-63AC-AF85-333B45713648}"/>
                </a:ext>
              </a:extLst>
            </p:cNvPr>
            <p:cNvSpPr/>
            <p:nvPr/>
          </p:nvSpPr>
          <p:spPr>
            <a:xfrm>
              <a:off x="10546035" y="1613275"/>
              <a:ext cx="457727" cy="824036"/>
            </a:xfrm>
            <a:custGeom>
              <a:avLst/>
              <a:gdLst>
                <a:gd name="connsiteX0" fmla="*/ 4861 w 1132045"/>
                <a:gd name="connsiteY0" fmla="*/ 0 h 943303"/>
                <a:gd name="connsiteX1" fmla="*/ 171638 w 1132045"/>
                <a:gd name="connsiteY1" fmla="*/ 787879 h 943303"/>
                <a:gd name="connsiteX2" fmla="*/ 1132045 w 1132045"/>
                <a:gd name="connsiteY2" fmla="*/ 943154 h 94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045" h="943303">
                  <a:moveTo>
                    <a:pt x="4861" y="0"/>
                  </a:moveTo>
                  <a:cubicBezTo>
                    <a:pt x="-5683" y="315343"/>
                    <a:pt x="-16226" y="630687"/>
                    <a:pt x="171638" y="787879"/>
                  </a:cubicBezTo>
                  <a:cubicBezTo>
                    <a:pt x="359502" y="945071"/>
                    <a:pt x="745773" y="944112"/>
                    <a:pt x="1132045" y="943154"/>
                  </a:cubicBezTo>
                </a:path>
              </a:pathLst>
            </a:custGeom>
            <a:noFill/>
            <a:ln w="889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3A9C9266-BD60-E2C6-FB7C-F93B93927897}"/>
                </a:ext>
              </a:extLst>
            </p:cNvPr>
            <p:cNvSpPr/>
            <p:nvPr/>
          </p:nvSpPr>
          <p:spPr>
            <a:xfrm rot="10800000">
              <a:off x="10937964" y="2435959"/>
              <a:ext cx="264649" cy="548639"/>
            </a:xfrm>
            <a:custGeom>
              <a:avLst/>
              <a:gdLst>
                <a:gd name="connsiteX0" fmla="*/ 4861 w 1132045"/>
                <a:gd name="connsiteY0" fmla="*/ 0 h 943303"/>
                <a:gd name="connsiteX1" fmla="*/ 171638 w 1132045"/>
                <a:gd name="connsiteY1" fmla="*/ 787879 h 943303"/>
                <a:gd name="connsiteX2" fmla="*/ 1132045 w 1132045"/>
                <a:gd name="connsiteY2" fmla="*/ 943154 h 94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045" h="943303">
                  <a:moveTo>
                    <a:pt x="4861" y="0"/>
                  </a:moveTo>
                  <a:cubicBezTo>
                    <a:pt x="-5683" y="315343"/>
                    <a:pt x="-16226" y="630687"/>
                    <a:pt x="171638" y="787879"/>
                  </a:cubicBezTo>
                  <a:cubicBezTo>
                    <a:pt x="359502" y="945071"/>
                    <a:pt x="745773" y="944112"/>
                    <a:pt x="1132045" y="943154"/>
                  </a:cubicBezTo>
                </a:path>
              </a:pathLst>
            </a:custGeom>
            <a:noFill/>
            <a:ln w="889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63A9536-E16F-9918-369E-71AB1EC0E2F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2738" y="2911356"/>
              <a:ext cx="0" cy="1558502"/>
            </a:xfrm>
            <a:prstGeom prst="line">
              <a:avLst/>
            </a:prstGeom>
            <a:ln w="889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9FB9BF12-12D9-A69E-51C9-B5BEC84D5DD8}"/>
                </a:ext>
              </a:extLst>
            </p:cNvPr>
            <p:cNvSpPr/>
            <p:nvPr/>
          </p:nvSpPr>
          <p:spPr>
            <a:xfrm flipV="1">
              <a:off x="10546035" y="5006797"/>
              <a:ext cx="457727" cy="910057"/>
            </a:xfrm>
            <a:custGeom>
              <a:avLst/>
              <a:gdLst>
                <a:gd name="connsiteX0" fmla="*/ 4861 w 1132045"/>
                <a:gd name="connsiteY0" fmla="*/ 0 h 943303"/>
                <a:gd name="connsiteX1" fmla="*/ 171638 w 1132045"/>
                <a:gd name="connsiteY1" fmla="*/ 787879 h 943303"/>
                <a:gd name="connsiteX2" fmla="*/ 1132045 w 1132045"/>
                <a:gd name="connsiteY2" fmla="*/ 943154 h 94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045" h="943303">
                  <a:moveTo>
                    <a:pt x="4861" y="0"/>
                  </a:moveTo>
                  <a:cubicBezTo>
                    <a:pt x="-5683" y="315343"/>
                    <a:pt x="-16226" y="630687"/>
                    <a:pt x="171638" y="787879"/>
                  </a:cubicBezTo>
                  <a:cubicBezTo>
                    <a:pt x="359502" y="945071"/>
                    <a:pt x="745773" y="944112"/>
                    <a:pt x="1132045" y="943154"/>
                  </a:cubicBezTo>
                </a:path>
              </a:pathLst>
            </a:custGeom>
            <a:noFill/>
            <a:ln w="88900">
              <a:solidFill>
                <a:srgbClr val="00B050"/>
              </a:solidFill>
              <a:headEnd type="stealth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7C44E0C-0156-3268-3C9B-412237651B44}"/>
                </a:ext>
              </a:extLst>
            </p:cNvPr>
            <p:cNvSpPr/>
            <p:nvPr/>
          </p:nvSpPr>
          <p:spPr>
            <a:xfrm rot="10800000" flipV="1">
              <a:off x="10936766" y="4459345"/>
              <a:ext cx="266608" cy="548639"/>
            </a:xfrm>
            <a:custGeom>
              <a:avLst/>
              <a:gdLst>
                <a:gd name="connsiteX0" fmla="*/ 4861 w 1132045"/>
                <a:gd name="connsiteY0" fmla="*/ 0 h 943303"/>
                <a:gd name="connsiteX1" fmla="*/ 171638 w 1132045"/>
                <a:gd name="connsiteY1" fmla="*/ 787879 h 943303"/>
                <a:gd name="connsiteX2" fmla="*/ 1132045 w 1132045"/>
                <a:gd name="connsiteY2" fmla="*/ 943154 h 943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2045" h="943303">
                  <a:moveTo>
                    <a:pt x="4861" y="0"/>
                  </a:moveTo>
                  <a:cubicBezTo>
                    <a:pt x="-5683" y="315343"/>
                    <a:pt x="-16226" y="630687"/>
                    <a:pt x="171638" y="787879"/>
                  </a:cubicBezTo>
                  <a:cubicBezTo>
                    <a:pt x="359502" y="945071"/>
                    <a:pt x="745773" y="944112"/>
                    <a:pt x="1132045" y="943154"/>
                  </a:cubicBezTo>
                </a:path>
              </a:pathLst>
            </a:custGeom>
            <a:noFill/>
            <a:ln w="889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8547367F-1244-2F32-6B93-A67B13A7B03C}"/>
              </a:ext>
            </a:extLst>
          </p:cNvPr>
          <p:cNvGrpSpPr/>
          <p:nvPr/>
        </p:nvGrpSpPr>
        <p:grpSpPr>
          <a:xfrm>
            <a:off x="7416000" y="1296000"/>
            <a:ext cx="4356000" cy="5229332"/>
            <a:chOff x="2340000" y="1152000"/>
            <a:chExt cx="4356000" cy="522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0A949DC-BA29-9B6A-4214-F79CC419956D}"/>
                    </a:ext>
                  </a:extLst>
                </p:cNvPr>
                <p:cNvSpPr txBox="1"/>
                <p:nvPr/>
              </p:nvSpPr>
              <p:spPr>
                <a:xfrm>
                  <a:off x="6264000" y="365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0A949DC-BA29-9B6A-4214-F79CC4199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000" y="3654000"/>
                  <a:ext cx="432000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C9180157-60C0-C8BF-7B08-88FB1669D33B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2538000"/>
              <a:ext cx="0" cy="266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9D0AF7B8-4DD2-FC56-FA12-4042E46C0665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3870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51E9B67-5E4F-9E4B-10F0-D36E90E826AC}"/>
                </a:ext>
              </a:extLst>
            </p:cNvPr>
            <p:cNvSpPr/>
            <p:nvPr/>
          </p:nvSpPr>
          <p:spPr>
            <a:xfrm>
              <a:off x="5929200" y="3823200"/>
              <a:ext cx="93600" cy="936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4D3FF23-DB44-7FEF-66F0-9F22DF4E6FC3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2143207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143BC192-7E24-A42A-0197-C002910C4270}"/>
                </a:ext>
              </a:extLst>
            </p:cNvPr>
            <p:cNvSpPr/>
            <p:nvPr/>
          </p:nvSpPr>
          <p:spPr>
            <a:xfrm rot="5400000">
              <a:off x="2844000" y="1963207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5042EE7-612C-AC91-1311-E779BD0D1533}"/>
                    </a:ext>
                  </a:extLst>
                </p:cNvPr>
                <p:cNvSpPr txBox="1"/>
                <p:nvPr/>
              </p:nvSpPr>
              <p:spPr>
                <a:xfrm>
                  <a:off x="2340000" y="192720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5042EE7-612C-AC91-1311-E779BD0D1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000" y="1927207"/>
                  <a:ext cx="432000" cy="432000"/>
                </a:xfrm>
                <a:prstGeom prst="rect">
                  <a:avLst/>
                </a:prstGeom>
                <a:blipFill>
                  <a:blip r:embed="rId3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39ABEEDE-099F-9C2D-1960-4B9EED336119}"/>
                </a:ext>
              </a:extLst>
            </p:cNvPr>
            <p:cNvSpPr/>
            <p:nvPr/>
          </p:nvSpPr>
          <p:spPr>
            <a:xfrm>
              <a:off x="3276000" y="2096407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6879B44-72FC-7698-2F5E-E43D4E953313}"/>
                    </a:ext>
                  </a:extLst>
                </p:cNvPr>
                <p:cNvSpPr txBox="1"/>
                <p:nvPr/>
              </p:nvSpPr>
              <p:spPr>
                <a:xfrm>
                  <a:off x="2340000" y="271920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6879B44-72FC-7698-2F5E-E43D4E953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000" y="2719207"/>
                  <a:ext cx="432000" cy="432000"/>
                </a:xfrm>
                <a:prstGeom prst="rect">
                  <a:avLst/>
                </a:prstGeom>
                <a:blipFill>
                  <a:blip r:embed="rId4"/>
                  <a:stretch>
                    <a:fillRect l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257C19D-27B8-E9DC-8BAE-205C2C9CD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000" y="2143207"/>
              <a:ext cx="0" cy="27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544C626-7C63-E845-04EB-548E7A6A7870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1872000"/>
              <a:ext cx="0" cy="13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7DA19F5-63F8-F05A-0BD7-20E108C74F62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2935207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1DD476A4-8A5C-D4CE-D6E6-AB44F8D4525D}"/>
                </a:ext>
              </a:extLst>
            </p:cNvPr>
            <p:cNvSpPr/>
            <p:nvPr/>
          </p:nvSpPr>
          <p:spPr>
            <a:xfrm rot="5400000">
              <a:off x="2844000" y="2755207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10EEDCF3-87E3-04C5-DA83-22302630DAE0}"/>
                </a:ext>
              </a:extLst>
            </p:cNvPr>
            <p:cNvSpPr/>
            <p:nvPr/>
          </p:nvSpPr>
          <p:spPr>
            <a:xfrm>
              <a:off x="3276000" y="2888407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220F782-56C8-FB51-16B5-11EA0749E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000" y="2664000"/>
              <a:ext cx="0" cy="27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F630D44-073B-7A60-36C0-4A4AD9A95459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1584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1FEB501-B41F-B522-90FE-EBF6EA863238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2538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CF2A1F1-2332-B90A-D4B7-58FC9DB75A1A}"/>
                </a:ext>
              </a:extLst>
            </p:cNvPr>
            <p:cNvCxnSpPr>
              <a:cxnSpLocks/>
            </p:cNvCxnSpPr>
            <p:nvPr/>
          </p:nvCxnSpPr>
          <p:spPr>
            <a:xfrm>
              <a:off x="5202000" y="3492000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268C5E-C221-617C-21B6-67BE6A3AD393}"/>
                    </a:ext>
                  </a:extLst>
                </p:cNvPr>
                <p:cNvSpPr txBox="1"/>
                <p:nvPr/>
              </p:nvSpPr>
              <p:spPr>
                <a:xfrm>
                  <a:off x="4968000" y="1152000"/>
                  <a:ext cx="72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2268C5E-C221-617C-21B6-67BE6A3AD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000" y="1152000"/>
                  <a:ext cx="720000" cy="432000"/>
                </a:xfrm>
                <a:prstGeom prst="rect">
                  <a:avLst/>
                </a:prstGeom>
                <a:blipFill>
                  <a:blip r:embed="rId5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BDAA411-4F59-3AE0-1DFA-B3FFA2070071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40484E7-F980-929B-178A-72A60462B053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2124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D46EBF-A5F7-AC91-CCF3-83A5AE4A2B27}"/>
                </a:ext>
              </a:extLst>
            </p:cNvPr>
            <p:cNvCxnSpPr>
              <a:cxnSpLocks/>
            </p:cNvCxnSpPr>
            <p:nvPr/>
          </p:nvCxnSpPr>
          <p:spPr>
            <a:xfrm>
              <a:off x="4896000" y="1870793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EEFAED0-FE4A-B525-0356-F01095384DDD}"/>
                </a:ext>
              </a:extLst>
            </p:cNvPr>
            <p:cNvCxnSpPr>
              <a:cxnSpLocks/>
            </p:cNvCxnSpPr>
            <p:nvPr/>
          </p:nvCxnSpPr>
          <p:spPr>
            <a:xfrm>
              <a:off x="5040463" y="187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0EAB68B-4138-6DEA-1E0C-65BFCE762FE1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237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FE0F0DE-6217-39BE-D406-E31CD726141E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2376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9C563D-D4B8-48BF-8AA1-FFDBF282B60E}"/>
                    </a:ext>
                  </a:extLst>
                </p:cNvPr>
                <p:cNvSpPr txBox="1"/>
                <p:nvPr/>
              </p:nvSpPr>
              <p:spPr>
                <a:xfrm>
                  <a:off x="5364000" y="19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9C563D-D4B8-48BF-8AA1-FFDBF282B6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00" y="1944000"/>
                  <a:ext cx="432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20000" r="-857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04510B8-21DE-9547-2BC9-118D1F0165BE}"/>
                    </a:ext>
                  </a:extLst>
                </p:cNvPr>
                <p:cNvSpPr txBox="1"/>
                <p:nvPr/>
              </p:nvSpPr>
              <p:spPr>
                <a:xfrm>
                  <a:off x="5364000" y="277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04510B8-21DE-9547-2BC9-118D1F016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00" y="2772000"/>
                  <a:ext cx="432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334D877-15B0-A1DE-3F5F-CEB0622A6D95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180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3AC960A-57E9-BE11-6F15-B8178DA68301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205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43BE409-558A-B280-F826-733A2EFC0FD2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230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899BA5E-188E-5C0A-5A78-C4C2E94657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8000" y="2952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6671B85F-4B72-D9D7-2593-846AB4D4F178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3204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箭头连接符 449">
              <a:extLst>
                <a:ext uri="{FF2B5EF4-FFF2-40B4-BE49-F238E27FC236}">
                  <a16:creationId xmlns:a16="http://schemas.microsoft.com/office/drawing/2014/main" id="{20DC54A3-9EDB-B361-46A7-F137955A6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0000" y="2952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8F5D104D-FCD3-4E39-C865-BB07E2A5E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6000" y="2700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67190064-A104-7B2C-CC2F-2F8D1B289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463" y="3204000"/>
              <a:ext cx="2916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09B87226-48AC-36B9-3A9F-25CDCA9467D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2700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71FFDE05-A3DB-8EEB-5EFA-FE191CCF2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313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7E399B79-6545-8E38-DDF6-16CFB8C40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288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89C04DE-C198-F62F-EC34-E1B0C4978E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262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D64FB252-E067-B369-3E2B-0058D6E073E8}"/>
                </a:ext>
              </a:extLst>
            </p:cNvPr>
            <p:cNvSpPr/>
            <p:nvPr/>
          </p:nvSpPr>
          <p:spPr>
            <a:xfrm>
              <a:off x="5284800" y="3160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F5EF65C4-3EFA-F15A-B82B-079A3BB428F1}"/>
                </a:ext>
              </a:extLst>
            </p:cNvPr>
            <p:cNvSpPr/>
            <p:nvPr/>
          </p:nvSpPr>
          <p:spPr>
            <a:xfrm>
              <a:off x="5284800" y="2494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C274E0D-2CB9-4A1D-A19C-F5595F2D2DF4}"/>
                </a:ext>
              </a:extLst>
            </p:cNvPr>
            <p:cNvSpPr/>
            <p:nvPr/>
          </p:nvSpPr>
          <p:spPr>
            <a:xfrm>
              <a:off x="4564800" y="2494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E8111A9-1A19-0F86-5EB5-8C9D41264720}"/>
                </a:ext>
              </a:extLst>
            </p:cNvPr>
            <p:cNvSpPr/>
            <p:nvPr/>
          </p:nvSpPr>
          <p:spPr>
            <a:xfrm>
              <a:off x="2808000" y="1746000"/>
              <a:ext cx="3024000" cy="15840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7CFFA79-0D7A-A3AF-13BA-2E89D5092A8F}"/>
                    </a:ext>
                  </a:extLst>
                </p:cNvPr>
                <p:cNvSpPr txBox="1"/>
                <p:nvPr/>
              </p:nvSpPr>
              <p:spPr>
                <a:xfrm>
                  <a:off x="5976000" y="232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7CFFA79-0D7A-A3AF-13BA-2E89D509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000" y="2322000"/>
                  <a:ext cx="432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04C17844-D0DA-0126-2F10-F555CE5B37D8}"/>
                    </a:ext>
                  </a:extLst>
                </p:cNvPr>
                <p:cNvSpPr txBox="1"/>
                <p:nvPr/>
              </p:nvSpPr>
              <p:spPr>
                <a:xfrm>
                  <a:off x="2880000" y="3348000"/>
                  <a:ext cx="1187010" cy="36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与非</a:t>
                  </a:r>
                  <a:r>
                    <a:rPr kumimoji="1" lang="zh-CN" altLang="en-US" sz="1800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门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G</m:t>
                          </m:r>
                        </m:e>
                        <m:sub>
                          <m:r>
                            <a:rPr kumimoji="1" lang="en-US" altLang="zh-CN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zh-CN" altLang="en-US" sz="1800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04C17844-D0DA-0126-2F10-F555CE5B3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3348000"/>
                  <a:ext cx="1187010" cy="360000"/>
                </a:xfrm>
                <a:prstGeom prst="rect">
                  <a:avLst/>
                </a:prstGeom>
                <a:blipFill>
                  <a:blip r:embed="rId9"/>
                  <a:stretch>
                    <a:fillRect l="-3590" t="-11864" b="-271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BD14E141-A287-4462-7E90-C55671FFBC4F}"/>
                </a:ext>
              </a:extLst>
            </p:cNvPr>
            <p:cNvSpPr/>
            <p:nvPr/>
          </p:nvSpPr>
          <p:spPr>
            <a:xfrm>
              <a:off x="5284800" y="1828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857E4FD4-A11B-A535-A13F-CA5E7C9459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4000" y="2538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BF7CD34-B1F6-A4D5-4BA2-AA52B6723E09}"/>
                </a:ext>
              </a:extLst>
            </p:cNvPr>
            <p:cNvSpPr/>
            <p:nvPr/>
          </p:nvSpPr>
          <p:spPr>
            <a:xfrm>
              <a:off x="4193999" y="2491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0" name="Arc 158">
              <a:extLst>
                <a:ext uri="{FF2B5EF4-FFF2-40B4-BE49-F238E27FC236}">
                  <a16:creationId xmlns:a16="http://schemas.microsoft.com/office/drawing/2014/main" id="{4F20AA64-51C8-8C65-C196-D06FC29AC4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204000" y="2178000"/>
              <a:ext cx="432000" cy="72000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1" name="Line 160">
              <a:extLst>
                <a:ext uri="{FF2B5EF4-FFF2-40B4-BE49-F238E27FC236}">
                  <a16:creationId xmlns:a16="http://schemas.microsoft.com/office/drawing/2014/main" id="{BB239C27-7427-73D1-BD6D-6D7B0BEDC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000" y="2322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2" name="Arc 156">
              <a:extLst>
                <a:ext uri="{FF2B5EF4-FFF2-40B4-BE49-F238E27FC236}">
                  <a16:creationId xmlns:a16="http://schemas.microsoft.com/office/drawing/2014/main" id="{772AB48A-E3C5-1489-40D4-43B68E940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000" y="2322000"/>
              <a:ext cx="288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3" name="Line 160">
              <a:extLst>
                <a:ext uri="{FF2B5EF4-FFF2-40B4-BE49-F238E27FC236}">
                  <a16:creationId xmlns:a16="http://schemas.microsoft.com/office/drawing/2014/main" id="{02E9AB3C-B1F6-AA2F-9CDD-5168ABF07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000" y="2754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4" name="Arc 156">
              <a:extLst>
                <a:ext uri="{FF2B5EF4-FFF2-40B4-BE49-F238E27FC236}">
                  <a16:creationId xmlns:a16="http://schemas.microsoft.com/office/drawing/2014/main" id="{797A9B7E-A2E2-8DDC-55CB-F7434BEB0ED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06000" y="2322000"/>
              <a:ext cx="288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7357DBF4-FE40-2B0B-544E-35DCFB0EB27D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0" y="2412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8C7653B0-8A72-8339-EC0F-7A1655090FDE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0" y="2664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242844AD-2838-9A3F-7FED-6ABD7BE3B41A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4807207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等腰三角形 149">
              <a:extLst>
                <a:ext uri="{FF2B5EF4-FFF2-40B4-BE49-F238E27FC236}">
                  <a16:creationId xmlns:a16="http://schemas.microsoft.com/office/drawing/2014/main" id="{31283032-DE3E-E412-EA59-1746786A2DB0}"/>
                </a:ext>
              </a:extLst>
            </p:cNvPr>
            <p:cNvSpPr/>
            <p:nvPr/>
          </p:nvSpPr>
          <p:spPr>
            <a:xfrm rot="5400000">
              <a:off x="2844000" y="4627207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DA94BB0A-3695-C22A-8195-C5C207CA8B7B}"/>
                    </a:ext>
                  </a:extLst>
                </p:cNvPr>
                <p:cNvSpPr txBox="1"/>
                <p:nvPr/>
              </p:nvSpPr>
              <p:spPr>
                <a:xfrm>
                  <a:off x="2340000" y="4591207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DA94BB0A-3695-C22A-8195-C5C207CA8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000" y="4591207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73F9AAF3-9870-5AB9-BAD9-8DD2DFA32245}"/>
                </a:ext>
              </a:extLst>
            </p:cNvPr>
            <p:cNvSpPr/>
            <p:nvPr/>
          </p:nvSpPr>
          <p:spPr>
            <a:xfrm>
              <a:off x="3276000" y="4760407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86538B5-0794-F79C-B4A9-4C68840D6087}"/>
                    </a:ext>
                  </a:extLst>
                </p:cNvPr>
                <p:cNvSpPr txBox="1"/>
                <p:nvPr/>
              </p:nvSpPr>
              <p:spPr>
                <a:xfrm>
                  <a:off x="2340000" y="5383207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86538B5-0794-F79C-B4A9-4C68840D6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000" y="5383207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 l="-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6E19FAF0-E2AB-B1BB-CF3F-9AF3D33302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000" y="4807207"/>
              <a:ext cx="0" cy="27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5687CEBB-5BEB-B49C-B993-631952B30BBB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4536000"/>
              <a:ext cx="0" cy="13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5AAC774A-46EE-F9B6-48F9-BB803D55011F}"/>
                </a:ext>
              </a:extLst>
            </p:cNvPr>
            <p:cNvCxnSpPr>
              <a:cxnSpLocks/>
            </p:cNvCxnSpPr>
            <p:nvPr/>
          </p:nvCxnSpPr>
          <p:spPr>
            <a:xfrm>
              <a:off x="2700000" y="5599207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等腰三角形 156">
              <a:extLst>
                <a:ext uri="{FF2B5EF4-FFF2-40B4-BE49-F238E27FC236}">
                  <a16:creationId xmlns:a16="http://schemas.microsoft.com/office/drawing/2014/main" id="{0DA384C1-1D7E-9B91-F7FD-E6B39E82E55B}"/>
                </a:ext>
              </a:extLst>
            </p:cNvPr>
            <p:cNvSpPr/>
            <p:nvPr/>
          </p:nvSpPr>
          <p:spPr>
            <a:xfrm rot="5400000">
              <a:off x="2844000" y="5419207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C7DF46F5-2EB1-C98D-526D-2502BD7AE0F2}"/>
                </a:ext>
              </a:extLst>
            </p:cNvPr>
            <p:cNvSpPr/>
            <p:nvPr/>
          </p:nvSpPr>
          <p:spPr>
            <a:xfrm>
              <a:off x="3276000" y="5552407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57832669-04EE-5030-04EC-0B58B30F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000" y="5328000"/>
              <a:ext cx="0" cy="27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17DE41E2-AEC9-0689-E312-81487F90DE36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4248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3307C1C9-F060-42DE-7E0D-1B61B9EA18FA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5202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F0435773-368A-CD4D-1735-1F87D4A3091D}"/>
                </a:ext>
              </a:extLst>
            </p:cNvPr>
            <p:cNvCxnSpPr>
              <a:cxnSpLocks/>
            </p:cNvCxnSpPr>
            <p:nvPr/>
          </p:nvCxnSpPr>
          <p:spPr>
            <a:xfrm>
              <a:off x="5202000" y="6156000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155747D-0C14-873C-2661-154F1444411B}"/>
                    </a:ext>
                  </a:extLst>
                </p:cNvPr>
                <p:cNvSpPr txBox="1"/>
                <p:nvPr/>
              </p:nvSpPr>
              <p:spPr>
                <a:xfrm>
                  <a:off x="4968000" y="3816000"/>
                  <a:ext cx="72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155747D-0C14-873C-2661-154F14444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000" y="3816000"/>
                  <a:ext cx="720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5AF361DE-6087-AD62-DF11-4AF38EDE66D0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45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BE4B77A4-DB7E-CC0C-880C-B54C100E2ED1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4788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AF114010-E4CC-4EBB-DB65-AC451642352E}"/>
                </a:ext>
              </a:extLst>
            </p:cNvPr>
            <p:cNvCxnSpPr>
              <a:cxnSpLocks/>
            </p:cNvCxnSpPr>
            <p:nvPr/>
          </p:nvCxnSpPr>
          <p:spPr>
            <a:xfrm>
              <a:off x="4896000" y="4534793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0372D406-4AF8-B18E-55B5-4F3F568262E7}"/>
                </a:ext>
              </a:extLst>
            </p:cNvPr>
            <p:cNvCxnSpPr>
              <a:cxnSpLocks/>
            </p:cNvCxnSpPr>
            <p:nvPr/>
          </p:nvCxnSpPr>
          <p:spPr>
            <a:xfrm>
              <a:off x="5040463" y="453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C40A8E6D-F4E0-5675-1704-162D340724E0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5040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FBA1FE0D-14D8-96B2-BE62-BB7AAA490D48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00" y="5040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02DED10-27E5-9190-81C0-372E8B8E234C}"/>
                    </a:ext>
                  </a:extLst>
                </p:cNvPr>
                <p:cNvSpPr txBox="1"/>
                <p:nvPr/>
              </p:nvSpPr>
              <p:spPr>
                <a:xfrm>
                  <a:off x="5364000" y="460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E02DED10-27E5-9190-81C0-372E8B8E2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00" y="4608000"/>
                  <a:ext cx="432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20000" r="-8571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BC00819F-CA19-2473-3293-8AC682F87273}"/>
                    </a:ext>
                  </a:extLst>
                </p:cNvPr>
                <p:cNvSpPr txBox="1"/>
                <p:nvPr/>
              </p:nvSpPr>
              <p:spPr>
                <a:xfrm>
                  <a:off x="5364000" y="543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BC00819F-CA19-2473-3293-8AC682F87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00" y="5436000"/>
                  <a:ext cx="432000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22857" r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829CEA61-FB12-F189-8AF2-CC46D033A1F2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446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39C392D4-E56E-AD1F-59A8-2F183DE11EB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471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EB837552-C1BA-937B-3DC3-9C7A310D3EDD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496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ACFBD53B-07F1-65A2-8DA1-86A694EE6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8000" y="5616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54D6B595-0831-2774-419D-3A81868D8B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0" y="586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5D738075-9881-2848-6AEF-A29B91FD3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0000" y="5616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D285705F-E907-B65E-9705-8A0A8DA37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6000" y="5364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6449E70B-4B4C-D458-E2FF-A8F435B92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463" y="5868000"/>
              <a:ext cx="2916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F9554DB4-E74A-74D6-ABFB-50FD62C8A660}"/>
                </a:ext>
              </a:extLst>
            </p:cNvPr>
            <p:cNvCxnSpPr>
              <a:cxnSpLocks/>
            </p:cNvCxnSpPr>
            <p:nvPr/>
          </p:nvCxnSpPr>
          <p:spPr>
            <a:xfrm>
              <a:off x="5040000" y="5364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525B9F7E-CA34-F8FC-506C-45FDBB360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57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ED603C89-31CF-F0B3-D7F7-430A9EB5C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55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6F781E32-94D9-92A6-8B3A-42026110F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000" y="529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6852A6A9-5926-6830-642B-4F0DE443EF3C}"/>
                </a:ext>
              </a:extLst>
            </p:cNvPr>
            <p:cNvSpPr/>
            <p:nvPr/>
          </p:nvSpPr>
          <p:spPr>
            <a:xfrm>
              <a:off x="5284800" y="5824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F59E9111-C88B-7DEB-4AF6-F86B51EF84EA}"/>
                </a:ext>
              </a:extLst>
            </p:cNvPr>
            <p:cNvSpPr/>
            <p:nvPr/>
          </p:nvSpPr>
          <p:spPr>
            <a:xfrm>
              <a:off x="5284800" y="5158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D0A888DB-98D0-354B-DD46-C3984F38CBE4}"/>
                </a:ext>
              </a:extLst>
            </p:cNvPr>
            <p:cNvSpPr/>
            <p:nvPr/>
          </p:nvSpPr>
          <p:spPr>
            <a:xfrm>
              <a:off x="4564800" y="5158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AE300B5-C99F-9C71-4617-679C7D598BE9}"/>
                </a:ext>
              </a:extLst>
            </p:cNvPr>
            <p:cNvSpPr/>
            <p:nvPr/>
          </p:nvSpPr>
          <p:spPr>
            <a:xfrm>
              <a:off x="2808000" y="4410000"/>
              <a:ext cx="3024000" cy="15840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AC5E86CB-FF4F-DFD0-DDB7-06C8E135F797}"/>
                    </a:ext>
                  </a:extLst>
                </p:cNvPr>
                <p:cNvSpPr txBox="1"/>
                <p:nvPr/>
              </p:nvSpPr>
              <p:spPr>
                <a:xfrm>
                  <a:off x="5976000" y="498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AC5E86CB-FF4F-DFD0-DDB7-06C8E135F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000" y="4986000"/>
                  <a:ext cx="432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42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C07B5447-ACA9-4485-BFC4-30D4BD758753}"/>
                    </a:ext>
                  </a:extLst>
                </p:cNvPr>
                <p:cNvSpPr txBox="1"/>
                <p:nvPr/>
              </p:nvSpPr>
              <p:spPr>
                <a:xfrm>
                  <a:off x="2880000" y="6012000"/>
                  <a:ext cx="118701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zh-CN" altLang="en-US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与非</a:t>
                  </a:r>
                  <a:r>
                    <a:rPr kumimoji="1" lang="zh-CN" altLang="en-US" sz="1800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门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G</m:t>
                          </m:r>
                        </m:e>
                        <m:sub>
                          <m:r>
                            <a:rPr kumimoji="1" lang="en-US" altLang="zh-CN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zh-CN" altLang="en-US" sz="1800" dirty="0">
                      <a:solidFill>
                        <a:srgbClr val="00B0F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C07B5447-ACA9-4485-BFC4-30D4BD758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6012000"/>
                  <a:ext cx="1187010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4103" t="-116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1FE38D7A-A8E8-7109-45AE-9DD3447CDD62}"/>
                </a:ext>
              </a:extLst>
            </p:cNvPr>
            <p:cNvSpPr/>
            <p:nvPr/>
          </p:nvSpPr>
          <p:spPr>
            <a:xfrm>
              <a:off x="5284800" y="4492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8A8E3607-703F-D8BB-D493-76829E8064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4000" y="520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60961F3C-C639-AD9E-B244-1E473B2892C4}"/>
                </a:ext>
              </a:extLst>
            </p:cNvPr>
            <p:cNvSpPr/>
            <p:nvPr/>
          </p:nvSpPr>
          <p:spPr>
            <a:xfrm>
              <a:off x="4193999" y="5155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4" name="Arc 158">
              <a:extLst>
                <a:ext uri="{FF2B5EF4-FFF2-40B4-BE49-F238E27FC236}">
                  <a16:creationId xmlns:a16="http://schemas.microsoft.com/office/drawing/2014/main" id="{3F929D59-43F2-A341-7AA5-D2391D7578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204000" y="4842000"/>
              <a:ext cx="432000" cy="72000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5" name="Line 160">
              <a:extLst>
                <a:ext uri="{FF2B5EF4-FFF2-40B4-BE49-F238E27FC236}">
                  <a16:creationId xmlns:a16="http://schemas.microsoft.com/office/drawing/2014/main" id="{32C5715F-F394-B1C1-C3E6-093900E75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000" y="4986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Arc 156">
              <a:extLst>
                <a:ext uri="{FF2B5EF4-FFF2-40B4-BE49-F238E27FC236}">
                  <a16:creationId xmlns:a16="http://schemas.microsoft.com/office/drawing/2014/main" id="{BE9D648F-4879-ACAA-4452-BF6D51339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000" y="4986000"/>
              <a:ext cx="288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7" name="Line 160">
              <a:extLst>
                <a:ext uri="{FF2B5EF4-FFF2-40B4-BE49-F238E27FC236}">
                  <a16:creationId xmlns:a16="http://schemas.microsoft.com/office/drawing/2014/main" id="{E28EB32A-79BD-B6AB-BE62-B45B4DD9A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000" y="5418000"/>
              <a:ext cx="21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8" name="Arc 156">
              <a:extLst>
                <a:ext uri="{FF2B5EF4-FFF2-40B4-BE49-F238E27FC236}">
                  <a16:creationId xmlns:a16="http://schemas.microsoft.com/office/drawing/2014/main" id="{3817923C-7FFA-80B4-D48E-EFE3A85A0F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06000" y="4986000"/>
              <a:ext cx="288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F3060205-2865-756C-4572-6AEAE3D201F2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0" y="5076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D7FF073D-BDAD-7CA9-60D1-E226FAF65EFF}"/>
                </a:ext>
              </a:extLst>
            </p:cNvPr>
            <p:cNvCxnSpPr>
              <a:cxnSpLocks/>
            </p:cNvCxnSpPr>
            <p:nvPr/>
          </p:nvCxnSpPr>
          <p:spPr>
            <a:xfrm>
              <a:off x="3528000" y="5328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46FC313-EDD8-D1EF-3B02-5E4A13DF5511}"/>
              </a:ext>
            </a:extLst>
          </p:cNvPr>
          <p:cNvSpPr txBox="1"/>
          <p:nvPr/>
        </p:nvSpPr>
        <p:spPr>
          <a:xfrm>
            <a:off x="360000" y="827142"/>
            <a:ext cx="862698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线与：将两个门的输出端并联来实现“与”逻辑功能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CDF0CC43-0AF4-9F7F-4730-1F7DF5845DB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C73593F5-A894-5AF2-25D9-5C1252A139F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20DCFEDB-9A72-ABDA-A917-21D1C73793A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723210E7-BC96-645F-03B7-EB7121482D9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33E463EB-9B66-2DA1-6499-B92D372FE29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87144251-80BA-8C63-DCD4-8F818D05ED41}"/>
                  </a:ext>
                </a:extLst>
              </p:cNvPr>
              <p:cNvSpPr txBox="1"/>
              <p:nvPr/>
            </p:nvSpPr>
            <p:spPr>
              <a:xfrm>
                <a:off x="792000" y="1656000"/>
                <a:ext cx="5528674" cy="1827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e>
                      <m:sub>
                        <m: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输出高电平以及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G</m:t>
                        </m:r>
                      </m:e>
                      <m:sub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输出低电平时，从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  <m: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会形成一低阻通路，产生很大的电流，易损毁器件，且无法确定输出是高电平还是低电平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87144251-80BA-8C63-DCD4-8F818D05E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" y="1656000"/>
                <a:ext cx="5528674" cy="1827552"/>
              </a:xfrm>
              <a:prstGeom prst="rect">
                <a:avLst/>
              </a:prstGeom>
              <a:blipFill>
                <a:blip r:embed="rId17"/>
                <a:stretch>
                  <a:fillRect l="-1764" t="-669" r="-7166" b="-7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E7837663-DE93-F4F3-3405-DFD0A32D0A66}"/>
              </a:ext>
            </a:extLst>
          </p:cNvPr>
          <p:cNvSpPr txBox="1"/>
          <p:nvPr/>
        </p:nvSpPr>
        <p:spPr>
          <a:xfrm>
            <a:off x="1080000" y="4680000"/>
            <a:ext cx="4932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普通门电路的输出端禁止“线与”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A4FD304-40ED-0EBA-B89A-3D06F647FAAA}"/>
              </a:ext>
            </a:extLst>
          </p:cNvPr>
          <p:cNvSpPr txBox="1"/>
          <p:nvPr/>
        </p:nvSpPr>
        <p:spPr>
          <a:xfrm>
            <a:off x="468000" y="5400000"/>
            <a:ext cx="6120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可采用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漏极开路门实现“线与”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箭头: 下 47">
            <a:extLst>
              <a:ext uri="{FF2B5EF4-FFF2-40B4-BE49-F238E27FC236}">
                <a16:creationId xmlns:a16="http://schemas.microsoft.com/office/drawing/2014/main" id="{4F9E6AFA-AAD7-8D54-C609-BB72C010464B}"/>
              </a:ext>
            </a:extLst>
          </p:cNvPr>
          <p:cNvSpPr/>
          <p:nvPr/>
        </p:nvSpPr>
        <p:spPr>
          <a:xfrm>
            <a:off x="3240000" y="3780000"/>
            <a:ext cx="432000" cy="576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C7624A0-E572-ABDE-52FD-9899B3751A4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漏极开路门</a:t>
            </a:r>
          </a:p>
        </p:txBody>
      </p:sp>
    </p:spTree>
    <p:extLst>
      <p:ext uri="{BB962C8B-B14F-4D97-AF65-F5344CB8AC3E}">
        <p14:creationId xmlns:p14="http://schemas.microsoft.com/office/powerpoint/2010/main" val="371032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/>
      <p:bldP spid="43" grpId="0"/>
      <p:bldP spid="47" grpId="0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E781-EF49-96C2-523F-B35BF0F1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6BD5B4-FAC3-877C-F0E6-606DDB7011D2}"/>
              </a:ext>
            </a:extLst>
          </p:cNvPr>
          <p:cNvSpPr txBox="1"/>
          <p:nvPr/>
        </p:nvSpPr>
        <p:spPr>
          <a:xfrm>
            <a:off x="360000" y="827142"/>
            <a:ext cx="7492258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漏极开路门（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Drain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</a:t>
            </a:r>
            <a:r>
              <a:rPr kumimoji="1"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在漏极和外接电源之间必须连接一个电阻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选择合适的外接电阻，可连接多个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73F75F3F-A68A-FAAA-1417-19A8B416F7F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F53174F2-3166-79D8-C938-9D46F7441FC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9CBCA2B3-7562-C43D-8A1C-4829D296EAC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FA53622C-E8EC-0B9E-65B3-89A6E0C5EAB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60388F39-EE5B-FCEE-4AB4-FC22924F0D4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81" name="组合 980">
            <a:extLst>
              <a:ext uri="{FF2B5EF4-FFF2-40B4-BE49-F238E27FC236}">
                <a16:creationId xmlns:a16="http://schemas.microsoft.com/office/drawing/2014/main" id="{AA5B152E-5CE3-3A18-AD4F-F6AAC313E4F0}"/>
              </a:ext>
            </a:extLst>
          </p:cNvPr>
          <p:cNvGrpSpPr/>
          <p:nvPr/>
        </p:nvGrpSpPr>
        <p:grpSpPr>
          <a:xfrm>
            <a:off x="1260000" y="5040000"/>
            <a:ext cx="2304002" cy="791999"/>
            <a:chOff x="1223998" y="5148004"/>
            <a:chExt cx="2304002" cy="791999"/>
          </a:xfrm>
        </p:grpSpPr>
        <p:cxnSp>
          <p:nvCxnSpPr>
            <p:cNvPr id="1034" name="直接连接符 1033">
              <a:extLst>
                <a:ext uri="{FF2B5EF4-FFF2-40B4-BE49-F238E27FC236}">
                  <a16:creationId xmlns:a16="http://schemas.microsoft.com/office/drawing/2014/main" id="{BB1A1736-5EBB-F363-9AA7-00930F080B60}"/>
                </a:ext>
              </a:extLst>
            </p:cNvPr>
            <p:cNvCxnSpPr>
              <a:cxnSpLocks/>
            </p:cNvCxnSpPr>
            <p:nvPr/>
          </p:nvCxnSpPr>
          <p:spPr>
            <a:xfrm>
              <a:off x="2628000" y="5544000"/>
              <a:ext cx="50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5" name="文本框 1034">
                  <a:extLst>
                    <a:ext uri="{FF2B5EF4-FFF2-40B4-BE49-F238E27FC236}">
                      <a16:creationId xmlns:a16="http://schemas.microsoft.com/office/drawing/2014/main" id="{3B8B28D4-C201-8BAF-AF9C-886B3D4A2792}"/>
                    </a:ext>
                  </a:extLst>
                </p:cNvPr>
                <p:cNvSpPr txBox="1"/>
                <p:nvPr/>
              </p:nvSpPr>
              <p:spPr>
                <a:xfrm>
                  <a:off x="1223998" y="5148004"/>
                  <a:ext cx="432000" cy="431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5" name="文本框 1034">
                  <a:extLst>
                    <a:ext uri="{FF2B5EF4-FFF2-40B4-BE49-F238E27FC236}">
                      <a16:creationId xmlns:a16="http://schemas.microsoft.com/office/drawing/2014/main" id="{3B8B28D4-C201-8BAF-AF9C-886B3D4A2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98" y="5148004"/>
                  <a:ext cx="432000" cy="431999"/>
                </a:xfrm>
                <a:prstGeom prst="rect">
                  <a:avLst/>
                </a:prstGeom>
                <a:blipFill>
                  <a:blip r:embed="rId3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6" name="文本框 1035">
                  <a:extLst>
                    <a:ext uri="{FF2B5EF4-FFF2-40B4-BE49-F238E27FC236}">
                      <a16:creationId xmlns:a16="http://schemas.microsoft.com/office/drawing/2014/main" id="{42DFB2EE-5EB4-4F27-E3DA-63DC86FC0648}"/>
                    </a:ext>
                  </a:extLst>
                </p:cNvPr>
                <p:cNvSpPr txBox="1"/>
                <p:nvPr/>
              </p:nvSpPr>
              <p:spPr>
                <a:xfrm>
                  <a:off x="3096000" y="5328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36" name="文本框 1035">
                  <a:extLst>
                    <a:ext uri="{FF2B5EF4-FFF2-40B4-BE49-F238E27FC236}">
                      <a16:creationId xmlns:a16="http://schemas.microsoft.com/office/drawing/2014/main" id="{42DFB2EE-5EB4-4F27-E3DA-63DC86FC0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000" y="5328000"/>
                  <a:ext cx="432000" cy="432000"/>
                </a:xfrm>
                <a:prstGeom prst="rect">
                  <a:avLst/>
                </a:prstGeom>
                <a:blipFill>
                  <a:blip r:embed="rId4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7" name="椭圆 1036">
              <a:extLst>
                <a:ext uri="{FF2B5EF4-FFF2-40B4-BE49-F238E27FC236}">
                  <a16:creationId xmlns:a16="http://schemas.microsoft.com/office/drawing/2014/main" id="{B6DA74B0-7E15-8501-6DA5-EBB5C8F40C42}"/>
                </a:ext>
              </a:extLst>
            </p:cNvPr>
            <p:cNvSpPr/>
            <p:nvPr/>
          </p:nvSpPr>
          <p:spPr>
            <a:xfrm>
              <a:off x="2646000" y="5472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38" name="流程图: 延期 1037">
              <a:extLst>
                <a:ext uri="{FF2B5EF4-FFF2-40B4-BE49-F238E27FC236}">
                  <a16:creationId xmlns:a16="http://schemas.microsoft.com/office/drawing/2014/main" id="{D07B6695-A197-256C-A1EF-ECC496B56C76}"/>
                </a:ext>
              </a:extLst>
            </p:cNvPr>
            <p:cNvSpPr/>
            <p:nvPr/>
          </p:nvSpPr>
          <p:spPr>
            <a:xfrm>
              <a:off x="1979998" y="5219994"/>
              <a:ext cx="647999" cy="647999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039" name="直接连接符 1038">
              <a:extLst>
                <a:ext uri="{FF2B5EF4-FFF2-40B4-BE49-F238E27FC236}">
                  <a16:creationId xmlns:a16="http://schemas.microsoft.com/office/drawing/2014/main" id="{2A8734BF-A860-0006-6056-3948F5D8FBCE}"/>
                </a:ext>
              </a:extLst>
            </p:cNvPr>
            <p:cNvCxnSpPr>
              <a:cxnSpLocks/>
            </p:cNvCxnSpPr>
            <p:nvPr/>
          </p:nvCxnSpPr>
          <p:spPr>
            <a:xfrm>
              <a:off x="1619998" y="5363994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直接连接符 1039">
              <a:extLst>
                <a:ext uri="{FF2B5EF4-FFF2-40B4-BE49-F238E27FC236}">
                  <a16:creationId xmlns:a16="http://schemas.microsoft.com/office/drawing/2014/main" id="{1A2190D9-2941-1F7B-D850-54A333C4AAF9}"/>
                </a:ext>
              </a:extLst>
            </p:cNvPr>
            <p:cNvCxnSpPr>
              <a:cxnSpLocks/>
            </p:cNvCxnSpPr>
            <p:nvPr/>
          </p:nvCxnSpPr>
          <p:spPr>
            <a:xfrm>
              <a:off x="1619998" y="5723993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1" name="文本框 1040">
                  <a:extLst>
                    <a:ext uri="{FF2B5EF4-FFF2-40B4-BE49-F238E27FC236}">
                      <a16:creationId xmlns:a16="http://schemas.microsoft.com/office/drawing/2014/main" id="{1F51874F-0D1A-E8B9-3C04-0D5B5EEC1F4C}"/>
                    </a:ext>
                  </a:extLst>
                </p:cNvPr>
                <p:cNvSpPr txBox="1"/>
                <p:nvPr/>
              </p:nvSpPr>
              <p:spPr>
                <a:xfrm>
                  <a:off x="1223999" y="5508004"/>
                  <a:ext cx="432000" cy="431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41" name="文本框 1040">
                  <a:extLst>
                    <a:ext uri="{FF2B5EF4-FFF2-40B4-BE49-F238E27FC236}">
                      <a16:creationId xmlns:a16="http://schemas.microsoft.com/office/drawing/2014/main" id="{1F51874F-0D1A-E8B9-3C04-0D5B5EEC1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99" y="5508004"/>
                  <a:ext cx="432000" cy="431999"/>
                </a:xfrm>
                <a:prstGeom prst="rect">
                  <a:avLst/>
                </a:prstGeom>
                <a:blipFill>
                  <a:blip r:embed="rId5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80" name="组合 979">
              <a:extLst>
                <a:ext uri="{FF2B5EF4-FFF2-40B4-BE49-F238E27FC236}">
                  <a16:creationId xmlns:a16="http://schemas.microsoft.com/office/drawing/2014/main" id="{B233FEC4-E853-8C86-8AE0-B78274BA7D59}"/>
                </a:ext>
              </a:extLst>
            </p:cNvPr>
            <p:cNvGrpSpPr/>
            <p:nvPr/>
          </p:nvGrpSpPr>
          <p:grpSpPr>
            <a:xfrm>
              <a:off x="2268000" y="5364000"/>
              <a:ext cx="216001" cy="270000"/>
              <a:chOff x="2214001" y="5400000"/>
              <a:chExt cx="216001" cy="270000"/>
            </a:xfrm>
          </p:grpSpPr>
          <p:sp>
            <p:nvSpPr>
              <p:cNvPr id="1048" name="菱形 1047">
                <a:extLst>
                  <a:ext uri="{FF2B5EF4-FFF2-40B4-BE49-F238E27FC236}">
                    <a16:creationId xmlns:a16="http://schemas.microsoft.com/office/drawing/2014/main" id="{58253D1A-99B1-046C-84AD-0E557A1707EA}"/>
                  </a:ext>
                </a:extLst>
              </p:cNvPr>
              <p:cNvSpPr/>
              <p:nvPr/>
            </p:nvSpPr>
            <p:spPr>
              <a:xfrm>
                <a:off x="2232000" y="5400000"/>
                <a:ext cx="179999" cy="252000"/>
              </a:xfrm>
              <a:prstGeom prst="diamond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9" name="直接连接符 1048">
                <a:extLst>
                  <a:ext uri="{FF2B5EF4-FFF2-40B4-BE49-F238E27FC236}">
                    <a16:creationId xmlns:a16="http://schemas.microsoft.com/office/drawing/2014/main" id="{ED1E0BC5-B0BF-BAED-03D7-97256AA40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001" y="5670000"/>
                <a:ext cx="21600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9" name="文本框 1168">
                <a:extLst>
                  <a:ext uri="{FF2B5EF4-FFF2-40B4-BE49-F238E27FC236}">
                    <a16:creationId xmlns:a16="http://schemas.microsoft.com/office/drawing/2014/main" id="{CF757215-2552-7F69-1A44-B0932B4037DC}"/>
                  </a:ext>
                </a:extLst>
              </p:cNvPr>
              <p:cNvSpPr txBox="1"/>
              <p:nvPr/>
            </p:nvSpPr>
            <p:spPr>
              <a:xfrm>
                <a:off x="6120000" y="5976000"/>
                <a:ext cx="4680000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  <m:r>
                        <a:rPr kumimoji="1" lang="en-US" altLang="zh-CN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AB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CD</m:t>
                          </m:r>
                        </m:e>
                      </m:acc>
                      <m:r>
                        <a:rPr kumimoji="1"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AB</m:t>
                          </m:r>
                          <m:r>
                            <a:rPr kumimoji="1"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CD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69" name="文本框 1168">
                <a:extLst>
                  <a:ext uri="{FF2B5EF4-FFF2-40B4-BE49-F238E27FC236}">
                    <a16:creationId xmlns:a16="http://schemas.microsoft.com/office/drawing/2014/main" id="{CF757215-2552-7F69-1A44-B0932B40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5976000"/>
                <a:ext cx="4680000" cy="5241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1" name="文本框 1170">
            <a:extLst>
              <a:ext uri="{FF2B5EF4-FFF2-40B4-BE49-F238E27FC236}">
                <a16:creationId xmlns:a16="http://schemas.microsoft.com/office/drawing/2014/main" id="{7C04C224-F9D7-DB02-6364-3A2623F4227E}"/>
              </a:ext>
            </a:extLst>
          </p:cNvPr>
          <p:cNvSpPr txBox="1"/>
          <p:nvPr/>
        </p:nvSpPr>
        <p:spPr>
          <a:xfrm>
            <a:off x="1152000" y="4248000"/>
            <a:ext cx="237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电路结构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1172" name="文本框 1171">
            <a:extLst>
              <a:ext uri="{FF2B5EF4-FFF2-40B4-BE49-F238E27FC236}">
                <a16:creationId xmlns:a16="http://schemas.microsoft.com/office/drawing/2014/main" id="{F3EA87C1-A668-D30B-5495-C5DBDB6F2842}"/>
              </a:ext>
            </a:extLst>
          </p:cNvPr>
          <p:cNvSpPr txBox="1"/>
          <p:nvPr/>
        </p:nvSpPr>
        <p:spPr>
          <a:xfrm>
            <a:off x="1152000" y="5976000"/>
            <a:ext cx="237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35F0201-B0E7-F775-8312-93E493BB90C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漏极开路门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9EDAEA4-5E92-B8F8-7D59-23DE4E74DE54}"/>
              </a:ext>
            </a:extLst>
          </p:cNvPr>
          <p:cNvGrpSpPr/>
          <p:nvPr/>
        </p:nvGrpSpPr>
        <p:grpSpPr>
          <a:xfrm>
            <a:off x="720000" y="2520000"/>
            <a:ext cx="3384000" cy="1620000"/>
            <a:chOff x="2880000" y="6192000"/>
            <a:chExt cx="3384000" cy="1620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F57CD96-F390-E7ED-A455-78BF470A08B2}"/>
                </a:ext>
              </a:extLst>
            </p:cNvPr>
            <p:cNvCxnSpPr>
              <a:cxnSpLocks/>
            </p:cNvCxnSpPr>
            <p:nvPr/>
          </p:nvCxnSpPr>
          <p:spPr>
            <a:xfrm>
              <a:off x="3240000" y="6660000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D9121FEF-F45F-8D14-CC70-AA992B970F59}"/>
                </a:ext>
              </a:extLst>
            </p:cNvPr>
            <p:cNvSpPr/>
            <p:nvPr/>
          </p:nvSpPr>
          <p:spPr>
            <a:xfrm rot="5400000">
              <a:off x="3384000" y="6480000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AD56396-BB50-1C37-6CA2-C15F4F2D3EAF}"/>
                    </a:ext>
                  </a:extLst>
                </p:cNvPr>
                <p:cNvSpPr txBox="1"/>
                <p:nvPr/>
              </p:nvSpPr>
              <p:spPr>
                <a:xfrm>
                  <a:off x="2880000" y="644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AD56396-BB50-1C37-6CA2-C15F4F2D3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6444000"/>
                  <a:ext cx="432000" cy="432000"/>
                </a:xfrm>
                <a:prstGeom prst="rect">
                  <a:avLst/>
                </a:prstGeom>
                <a:blipFill>
                  <a:blip r:embed="rId7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A4F36C1-B5EE-948A-2D1E-AAF489B848E5}"/>
                </a:ext>
              </a:extLst>
            </p:cNvPr>
            <p:cNvSpPr/>
            <p:nvPr/>
          </p:nvSpPr>
          <p:spPr>
            <a:xfrm>
              <a:off x="3816000" y="6613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7C069D9-2063-949F-FBA8-0F0636C262FE}"/>
                    </a:ext>
                  </a:extLst>
                </p:cNvPr>
                <p:cNvSpPr txBox="1"/>
                <p:nvPr/>
              </p:nvSpPr>
              <p:spPr>
                <a:xfrm>
                  <a:off x="2880000" y="7236000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7C069D9-2063-949F-FBA8-0F0636C262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00" y="7236000"/>
                  <a:ext cx="432000" cy="432106"/>
                </a:xfrm>
                <a:prstGeom prst="rect">
                  <a:avLst/>
                </a:prstGeom>
                <a:blipFill>
                  <a:blip r:embed="rId8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FB14C98-42BC-0A58-FB1E-178B39155569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00" y="7056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B865BEB-B9D2-4346-FE6F-2AD44152D5B4}"/>
                </a:ext>
              </a:extLst>
            </p:cNvPr>
            <p:cNvCxnSpPr>
              <a:cxnSpLocks/>
            </p:cNvCxnSpPr>
            <p:nvPr/>
          </p:nvCxnSpPr>
          <p:spPr>
            <a:xfrm>
              <a:off x="4068000" y="6948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C1F1FF6-EE3E-D2F0-E442-2DF28491920C}"/>
                </a:ext>
              </a:extLst>
            </p:cNvPr>
            <p:cNvCxnSpPr>
              <a:cxnSpLocks/>
            </p:cNvCxnSpPr>
            <p:nvPr/>
          </p:nvCxnSpPr>
          <p:spPr>
            <a:xfrm>
              <a:off x="4068000" y="7164000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C4F0A8B-C24B-0CF2-F8F9-AF5B33055F96}"/>
                </a:ext>
              </a:extLst>
            </p:cNvPr>
            <p:cNvGrpSpPr/>
            <p:nvPr/>
          </p:nvGrpSpPr>
          <p:grpSpPr>
            <a:xfrm>
              <a:off x="3653998" y="6840000"/>
              <a:ext cx="1062000" cy="432008"/>
              <a:chOff x="8051712" y="2530792"/>
              <a:chExt cx="1064768" cy="438046"/>
            </a:xfrm>
          </p:grpSpPr>
          <p:sp>
            <p:nvSpPr>
              <p:cNvPr id="49" name="Arc 158">
                <a:extLst>
                  <a:ext uri="{FF2B5EF4-FFF2-40B4-BE49-F238E27FC236}">
                    <a16:creationId xmlns:a16="http://schemas.microsoft.com/office/drawing/2014/main" id="{06068362-4B52-81D1-D817-4E9471E7D568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8157537" y="2424969"/>
                <a:ext cx="438038" cy="649688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" name="Line 160">
                <a:extLst>
                  <a:ext uri="{FF2B5EF4-FFF2-40B4-BE49-F238E27FC236}">
                    <a16:creationId xmlns:a16="http://schemas.microsoft.com/office/drawing/2014/main" id="{5F91CC47-288E-900A-F089-789EA59C9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11161" y="2530792"/>
                <a:ext cx="1804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1" name="Line 160">
                <a:extLst>
                  <a:ext uri="{FF2B5EF4-FFF2-40B4-BE49-F238E27FC236}">
                    <a16:creationId xmlns:a16="http://schemas.microsoft.com/office/drawing/2014/main" id="{CC84857A-2D58-9706-DA5D-655BA245D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11161" y="2968831"/>
                <a:ext cx="1804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2" name="Arc 156">
                <a:extLst>
                  <a:ext uri="{FF2B5EF4-FFF2-40B4-BE49-F238E27FC236}">
                    <a16:creationId xmlns:a16="http://schemas.microsoft.com/office/drawing/2014/main" id="{DB33D4E5-D7EF-C13F-4376-A6906713A23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8791636" y="2530792"/>
                <a:ext cx="324844" cy="438038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3" name="Arc 156">
                <a:extLst>
                  <a:ext uri="{FF2B5EF4-FFF2-40B4-BE49-F238E27FC236}">
                    <a16:creationId xmlns:a16="http://schemas.microsoft.com/office/drawing/2014/main" id="{6108EDB9-D01C-8BE1-7E62-E2CD20BD1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1636" y="2530800"/>
                <a:ext cx="324844" cy="438038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EEEA7A0-80E6-4E3A-2B80-6D0C89649517}"/>
                </a:ext>
              </a:extLst>
            </p:cNvPr>
            <p:cNvSpPr/>
            <p:nvPr/>
          </p:nvSpPr>
          <p:spPr>
            <a:xfrm>
              <a:off x="4716000" y="7009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31F8F98-42F0-FECB-AA14-F016FEF507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8000" y="6660000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16AD1D0-557F-F26A-82BE-618126AFCC2B}"/>
                </a:ext>
              </a:extLst>
            </p:cNvPr>
            <p:cNvCxnSpPr>
              <a:cxnSpLocks/>
            </p:cNvCxnSpPr>
            <p:nvPr/>
          </p:nvCxnSpPr>
          <p:spPr>
            <a:xfrm>
              <a:off x="3240000" y="7452000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90EBFC8A-D373-5ECD-1795-BE5781CF2CE5}"/>
                </a:ext>
              </a:extLst>
            </p:cNvPr>
            <p:cNvSpPr/>
            <p:nvPr/>
          </p:nvSpPr>
          <p:spPr>
            <a:xfrm rot="5400000">
              <a:off x="3384000" y="7272000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117E8DD-ECD5-EC29-CE52-99903478C5D4}"/>
                </a:ext>
              </a:extLst>
            </p:cNvPr>
            <p:cNvSpPr/>
            <p:nvPr/>
          </p:nvSpPr>
          <p:spPr>
            <a:xfrm>
              <a:off x="3816000" y="7405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5782BF0-BA06-606E-AB41-0D6F78B7D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8000" y="7164000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76E6228-2D84-CBC3-8437-82349DEDB6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000" y="6552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20EBFA6-36C9-295A-BEB7-F7E4205BF222}"/>
                </a:ext>
              </a:extLst>
            </p:cNvPr>
            <p:cNvCxnSpPr>
              <a:cxnSpLocks/>
            </p:cNvCxnSpPr>
            <p:nvPr/>
          </p:nvCxnSpPr>
          <p:spPr>
            <a:xfrm>
              <a:off x="5382000" y="7344000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8CB9831-A6D9-EFA3-968D-D5FFF46A5F9A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6372000"/>
              <a:ext cx="0" cy="1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37FBB61-6CE8-FF33-E890-4595605F2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8000" y="6804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1B3D234-1DCA-C3AF-065F-9766390D6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0000" y="6804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EC95D07-BECB-2D1D-C36E-EE86D1349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463" y="7056000"/>
              <a:ext cx="2916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7428136-C408-1B96-33C3-809192F75F21}"/>
                </a:ext>
              </a:extLst>
            </p:cNvPr>
            <p:cNvCxnSpPr>
              <a:cxnSpLocks/>
            </p:cNvCxnSpPr>
            <p:nvPr/>
          </p:nvCxnSpPr>
          <p:spPr>
            <a:xfrm>
              <a:off x="5220000" y="655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3385F1A-5934-2349-AD3C-28537319E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000" y="698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0023471-6B36-11D2-2BF6-E25FD308E6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000" y="673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A67D8E6-18E1-FEA5-8938-964C48B92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000" y="648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075ED03-5731-E094-711F-ED68A4D67AB8}"/>
                </a:ext>
              </a:extLst>
            </p:cNvPr>
            <p:cNvSpPr/>
            <p:nvPr/>
          </p:nvSpPr>
          <p:spPr>
            <a:xfrm>
              <a:off x="5464800" y="7012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8A90208-3C07-8924-7AD5-617EC230DF6B}"/>
                </a:ext>
              </a:extLst>
            </p:cNvPr>
            <p:cNvSpPr/>
            <p:nvPr/>
          </p:nvSpPr>
          <p:spPr>
            <a:xfrm>
              <a:off x="3348000" y="6300000"/>
              <a:ext cx="2340000" cy="15120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0C11DB5-AA33-A762-6D5C-F2243C27A8A8}"/>
                </a:ext>
              </a:extLst>
            </p:cNvPr>
            <p:cNvCxnSpPr>
              <a:cxnSpLocks/>
            </p:cNvCxnSpPr>
            <p:nvPr/>
          </p:nvCxnSpPr>
          <p:spPr>
            <a:xfrm>
              <a:off x="5508000" y="6372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2FB14B2E-3EEA-DFA4-1814-AAC463C0F13A}"/>
                    </a:ext>
                  </a:extLst>
                </p:cNvPr>
                <p:cNvSpPr txBox="1"/>
                <p:nvPr/>
              </p:nvSpPr>
              <p:spPr>
                <a:xfrm>
                  <a:off x="5832000" y="619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2FB14B2E-3EEA-DFA4-1814-AAC463C0F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000" y="6192000"/>
                  <a:ext cx="432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8" name="组合 977">
            <a:extLst>
              <a:ext uri="{FF2B5EF4-FFF2-40B4-BE49-F238E27FC236}">
                <a16:creationId xmlns:a16="http://schemas.microsoft.com/office/drawing/2014/main" id="{6F72C197-4605-F940-4D0D-DE6DE97273F0}"/>
              </a:ext>
            </a:extLst>
          </p:cNvPr>
          <p:cNvGrpSpPr/>
          <p:nvPr/>
        </p:nvGrpSpPr>
        <p:grpSpPr>
          <a:xfrm>
            <a:off x="9720000" y="1620000"/>
            <a:ext cx="2052000" cy="2950887"/>
            <a:chOff x="9720000" y="1620000"/>
            <a:chExt cx="2052000" cy="2950887"/>
          </a:xfrm>
        </p:grpSpPr>
        <p:cxnSp>
          <p:nvCxnSpPr>
            <p:cNvPr id="976" name="直接连接符 975">
              <a:extLst>
                <a:ext uri="{FF2B5EF4-FFF2-40B4-BE49-F238E27FC236}">
                  <a16:creationId xmlns:a16="http://schemas.microsoft.com/office/drawing/2014/main" id="{D5E791D5-2B48-EADB-9DFF-D068EF390F64}"/>
                </a:ext>
              </a:extLst>
            </p:cNvPr>
            <p:cNvCxnSpPr>
              <a:cxnSpLocks/>
            </p:cNvCxnSpPr>
            <p:nvPr/>
          </p:nvCxnSpPr>
          <p:spPr>
            <a:xfrm>
              <a:off x="10872000" y="4212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直接连接符 1137">
              <a:extLst>
                <a:ext uri="{FF2B5EF4-FFF2-40B4-BE49-F238E27FC236}">
                  <a16:creationId xmlns:a16="http://schemas.microsoft.com/office/drawing/2014/main" id="{D003A5E4-8528-D5CD-7B61-F6BBC6F24E99}"/>
                </a:ext>
              </a:extLst>
            </p:cNvPr>
            <p:cNvCxnSpPr>
              <a:cxnSpLocks/>
            </p:cNvCxnSpPr>
            <p:nvPr/>
          </p:nvCxnSpPr>
          <p:spPr>
            <a:xfrm>
              <a:off x="10872000" y="3240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9" name="文本框 1138">
                  <a:extLst>
                    <a:ext uri="{FF2B5EF4-FFF2-40B4-BE49-F238E27FC236}">
                      <a16:creationId xmlns:a16="http://schemas.microsoft.com/office/drawing/2014/main" id="{6BB41318-2C21-E9FC-6CEB-77638A720A48}"/>
                    </a:ext>
                  </a:extLst>
                </p:cNvPr>
                <p:cNvSpPr txBox="1"/>
                <p:nvPr/>
              </p:nvSpPr>
              <p:spPr>
                <a:xfrm>
                  <a:off x="9720000" y="284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39" name="文本框 1138">
                  <a:extLst>
                    <a:ext uri="{FF2B5EF4-FFF2-40B4-BE49-F238E27FC236}">
                      <a16:creationId xmlns:a16="http://schemas.microsoft.com/office/drawing/2014/main" id="{6BB41318-2C21-E9FC-6CEB-77638A720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2844000"/>
                  <a:ext cx="432000" cy="430887"/>
                </a:xfrm>
                <a:prstGeom prst="rect">
                  <a:avLst/>
                </a:prstGeom>
                <a:blipFill>
                  <a:blip r:embed="rId17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5" name="文本框 1144">
                  <a:extLst>
                    <a:ext uri="{FF2B5EF4-FFF2-40B4-BE49-F238E27FC236}">
                      <a16:creationId xmlns:a16="http://schemas.microsoft.com/office/drawing/2014/main" id="{7F5F54C3-01DB-62DD-1FB5-A2A7C63F1F87}"/>
                    </a:ext>
                  </a:extLst>
                </p:cNvPr>
                <p:cNvSpPr txBox="1"/>
                <p:nvPr/>
              </p:nvSpPr>
              <p:spPr>
                <a:xfrm>
                  <a:off x="9720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5" name="文本框 1144">
                  <a:extLst>
                    <a:ext uri="{FF2B5EF4-FFF2-40B4-BE49-F238E27FC236}">
                      <a16:creationId xmlns:a16="http://schemas.microsoft.com/office/drawing/2014/main" id="{7F5F54C3-01DB-62DD-1FB5-A2A7C63F1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3168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1" name="椭圆 1140">
              <a:extLst>
                <a:ext uri="{FF2B5EF4-FFF2-40B4-BE49-F238E27FC236}">
                  <a16:creationId xmlns:a16="http://schemas.microsoft.com/office/drawing/2014/main" id="{2A3394EC-1AE2-42E3-B644-8C8D2DD580E5}"/>
                </a:ext>
              </a:extLst>
            </p:cNvPr>
            <p:cNvSpPr/>
            <p:nvPr/>
          </p:nvSpPr>
          <p:spPr>
            <a:xfrm>
              <a:off x="10890000" y="3193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42" name="流程图: 延期 1141">
              <a:extLst>
                <a:ext uri="{FF2B5EF4-FFF2-40B4-BE49-F238E27FC236}">
                  <a16:creationId xmlns:a16="http://schemas.microsoft.com/office/drawing/2014/main" id="{E138F914-0C4C-9343-F634-BF578E45A87A}"/>
                </a:ext>
              </a:extLst>
            </p:cNvPr>
            <p:cNvSpPr/>
            <p:nvPr/>
          </p:nvSpPr>
          <p:spPr>
            <a:xfrm>
              <a:off x="10368000" y="2988000"/>
              <a:ext cx="504000" cy="504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143" name="直接连接符 1142">
              <a:extLst>
                <a:ext uri="{FF2B5EF4-FFF2-40B4-BE49-F238E27FC236}">
                  <a16:creationId xmlns:a16="http://schemas.microsoft.com/office/drawing/2014/main" id="{5C921A84-8906-7B4C-B1CE-8624CDF5349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3114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直接连接符 1143">
              <a:extLst>
                <a:ext uri="{FF2B5EF4-FFF2-40B4-BE49-F238E27FC236}">
                  <a16:creationId xmlns:a16="http://schemas.microsoft.com/office/drawing/2014/main" id="{4ABE68F9-A65B-DD27-B310-F1337939B075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336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5" name="组合 964">
              <a:extLst>
                <a:ext uri="{FF2B5EF4-FFF2-40B4-BE49-F238E27FC236}">
                  <a16:creationId xmlns:a16="http://schemas.microsoft.com/office/drawing/2014/main" id="{B4CE5208-F1CC-5A0D-B0A7-389B0D2BC615}"/>
                </a:ext>
              </a:extLst>
            </p:cNvPr>
            <p:cNvGrpSpPr/>
            <p:nvPr/>
          </p:nvGrpSpPr>
          <p:grpSpPr>
            <a:xfrm>
              <a:off x="10584000" y="3096000"/>
              <a:ext cx="180000" cy="234000"/>
              <a:chOff x="10566000" y="2880000"/>
              <a:chExt cx="180000" cy="234000"/>
            </a:xfrm>
          </p:grpSpPr>
          <p:sp>
            <p:nvSpPr>
              <p:cNvPr id="1146" name="菱形 1145">
                <a:extLst>
                  <a:ext uri="{FF2B5EF4-FFF2-40B4-BE49-F238E27FC236}">
                    <a16:creationId xmlns:a16="http://schemas.microsoft.com/office/drawing/2014/main" id="{11A506F4-903D-8383-7E3D-9735F26C9878}"/>
                  </a:ext>
                </a:extLst>
              </p:cNvPr>
              <p:cNvSpPr/>
              <p:nvPr/>
            </p:nvSpPr>
            <p:spPr>
              <a:xfrm>
                <a:off x="10584000" y="2880000"/>
                <a:ext cx="145427" cy="216000"/>
              </a:xfrm>
              <a:prstGeom prst="diamond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7" name="直接连接符 1146">
                <a:extLst>
                  <a:ext uri="{FF2B5EF4-FFF2-40B4-BE49-F238E27FC236}">
                    <a16:creationId xmlns:a16="http://schemas.microsoft.com/office/drawing/2014/main" id="{CE623D54-35F5-DAAC-CAFF-BBF2925B3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6000" y="3114000"/>
                <a:ext cx="1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9" name="文本框 1148">
                  <a:extLst>
                    <a:ext uri="{FF2B5EF4-FFF2-40B4-BE49-F238E27FC236}">
                      <a16:creationId xmlns:a16="http://schemas.microsoft.com/office/drawing/2014/main" id="{DACFFC1E-87B2-93F5-FCEB-3D1D4F3E06FE}"/>
                    </a:ext>
                  </a:extLst>
                </p:cNvPr>
                <p:cNvSpPr txBox="1"/>
                <p:nvPr/>
              </p:nvSpPr>
              <p:spPr>
                <a:xfrm>
                  <a:off x="9720000" y="38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49" name="文本框 1148">
                  <a:extLst>
                    <a:ext uri="{FF2B5EF4-FFF2-40B4-BE49-F238E27FC236}">
                      <a16:creationId xmlns:a16="http://schemas.microsoft.com/office/drawing/2014/main" id="{DACFFC1E-87B2-93F5-FCEB-3D1D4F3E0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3816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5" name="文本框 1154">
                  <a:extLst>
                    <a:ext uri="{FF2B5EF4-FFF2-40B4-BE49-F238E27FC236}">
                      <a16:creationId xmlns:a16="http://schemas.microsoft.com/office/drawing/2014/main" id="{B64AD80B-A040-4B27-F6ED-571EDFC7D172}"/>
                    </a:ext>
                  </a:extLst>
                </p:cNvPr>
                <p:cNvSpPr txBox="1"/>
                <p:nvPr/>
              </p:nvSpPr>
              <p:spPr>
                <a:xfrm>
                  <a:off x="9720000" y="414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5" name="文本框 1154">
                  <a:extLst>
                    <a:ext uri="{FF2B5EF4-FFF2-40B4-BE49-F238E27FC236}">
                      <a16:creationId xmlns:a16="http://schemas.microsoft.com/office/drawing/2014/main" id="{B64AD80B-A040-4B27-F6ED-571EDFC7D1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0" y="4140000"/>
                  <a:ext cx="432000" cy="430887"/>
                </a:xfrm>
                <a:prstGeom prst="rect">
                  <a:avLst/>
                </a:prstGeom>
                <a:blipFill>
                  <a:blip r:embed="rId20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0" name="文本框 1149">
                  <a:extLst>
                    <a:ext uri="{FF2B5EF4-FFF2-40B4-BE49-F238E27FC236}">
                      <a16:creationId xmlns:a16="http://schemas.microsoft.com/office/drawing/2014/main" id="{B6E3EB17-22ED-8C34-C07E-A9552D189E69}"/>
                    </a:ext>
                  </a:extLst>
                </p:cNvPr>
                <p:cNvSpPr txBox="1"/>
                <p:nvPr/>
              </p:nvSpPr>
              <p:spPr>
                <a:xfrm>
                  <a:off x="11340000" y="304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50" name="文本框 1149">
                  <a:extLst>
                    <a:ext uri="{FF2B5EF4-FFF2-40B4-BE49-F238E27FC236}">
                      <a16:creationId xmlns:a16="http://schemas.microsoft.com/office/drawing/2014/main" id="{B6E3EB17-22ED-8C34-C07E-A9552D189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0000" y="3042000"/>
                  <a:ext cx="432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8" name="直接连接符 1157">
              <a:extLst>
                <a:ext uri="{FF2B5EF4-FFF2-40B4-BE49-F238E27FC236}">
                  <a16:creationId xmlns:a16="http://schemas.microsoft.com/office/drawing/2014/main" id="{FD3184FF-25DB-A4A0-8DEE-3EED088A06C9}"/>
                </a:ext>
              </a:extLst>
            </p:cNvPr>
            <p:cNvCxnSpPr>
              <a:cxnSpLocks/>
            </p:cNvCxnSpPr>
            <p:nvPr/>
          </p:nvCxnSpPr>
          <p:spPr>
            <a:xfrm>
              <a:off x="11268000" y="2052000"/>
              <a:ext cx="0" cy="216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9" name="矩形 1158">
              <a:extLst>
                <a:ext uri="{FF2B5EF4-FFF2-40B4-BE49-F238E27FC236}">
                  <a16:creationId xmlns:a16="http://schemas.microsoft.com/office/drawing/2014/main" id="{3878E57D-DAA4-9161-9FAC-6D815693E4D6}"/>
                </a:ext>
              </a:extLst>
            </p:cNvPr>
            <p:cNvSpPr/>
            <p:nvPr/>
          </p:nvSpPr>
          <p:spPr>
            <a:xfrm>
              <a:off x="11214000" y="2376000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2" name="椭圆 1161">
              <a:extLst>
                <a:ext uri="{FF2B5EF4-FFF2-40B4-BE49-F238E27FC236}">
                  <a16:creationId xmlns:a16="http://schemas.microsoft.com/office/drawing/2014/main" id="{125BEBFD-51F2-1A86-E44D-BA3092D8DB1C}"/>
                </a:ext>
              </a:extLst>
            </p:cNvPr>
            <p:cNvSpPr/>
            <p:nvPr/>
          </p:nvSpPr>
          <p:spPr>
            <a:xfrm>
              <a:off x="11224800" y="3196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3" name="文本框 1162">
                  <a:extLst>
                    <a:ext uri="{FF2B5EF4-FFF2-40B4-BE49-F238E27FC236}">
                      <a16:creationId xmlns:a16="http://schemas.microsoft.com/office/drawing/2014/main" id="{8D633C8A-C820-27F5-118C-B659C1D69375}"/>
                    </a:ext>
                  </a:extLst>
                </p:cNvPr>
                <p:cNvSpPr txBox="1"/>
                <p:nvPr/>
              </p:nvSpPr>
              <p:spPr>
                <a:xfrm>
                  <a:off x="10944000" y="1620000"/>
                  <a:ext cx="64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163" name="文本框 1162">
                  <a:extLst>
                    <a:ext uri="{FF2B5EF4-FFF2-40B4-BE49-F238E27FC236}">
                      <a16:creationId xmlns:a16="http://schemas.microsoft.com/office/drawing/2014/main" id="{8D633C8A-C820-27F5-118C-B659C1D69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000" y="1620000"/>
                  <a:ext cx="648000" cy="432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6" name="椭圆 965">
              <a:extLst>
                <a:ext uri="{FF2B5EF4-FFF2-40B4-BE49-F238E27FC236}">
                  <a16:creationId xmlns:a16="http://schemas.microsoft.com/office/drawing/2014/main" id="{A95EC8E8-A6C3-856B-EE64-28E9E7368FD7}"/>
                </a:ext>
              </a:extLst>
            </p:cNvPr>
            <p:cNvSpPr/>
            <p:nvPr/>
          </p:nvSpPr>
          <p:spPr>
            <a:xfrm>
              <a:off x="10890000" y="4165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67" name="流程图: 延期 966">
              <a:extLst>
                <a:ext uri="{FF2B5EF4-FFF2-40B4-BE49-F238E27FC236}">
                  <a16:creationId xmlns:a16="http://schemas.microsoft.com/office/drawing/2014/main" id="{2F340BA0-2B53-2313-959B-7048C14BBDC0}"/>
                </a:ext>
              </a:extLst>
            </p:cNvPr>
            <p:cNvSpPr/>
            <p:nvPr/>
          </p:nvSpPr>
          <p:spPr>
            <a:xfrm>
              <a:off x="10368000" y="3960000"/>
              <a:ext cx="504000" cy="504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968" name="直接连接符 967">
              <a:extLst>
                <a:ext uri="{FF2B5EF4-FFF2-40B4-BE49-F238E27FC236}">
                  <a16:creationId xmlns:a16="http://schemas.microsoft.com/office/drawing/2014/main" id="{07C9D3B1-4985-F4E0-09B3-C8A5C98D0502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408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直接连接符 968">
              <a:extLst>
                <a:ext uri="{FF2B5EF4-FFF2-40B4-BE49-F238E27FC236}">
                  <a16:creationId xmlns:a16="http://schemas.microsoft.com/office/drawing/2014/main" id="{2E57E032-2E5B-D149-E158-2873081108CF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4338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0" name="组合 969">
              <a:extLst>
                <a:ext uri="{FF2B5EF4-FFF2-40B4-BE49-F238E27FC236}">
                  <a16:creationId xmlns:a16="http://schemas.microsoft.com/office/drawing/2014/main" id="{C0A67F1C-14DA-0E36-BB60-E1C4A90D17AC}"/>
                </a:ext>
              </a:extLst>
            </p:cNvPr>
            <p:cNvGrpSpPr/>
            <p:nvPr/>
          </p:nvGrpSpPr>
          <p:grpSpPr>
            <a:xfrm>
              <a:off x="10584000" y="4068000"/>
              <a:ext cx="180000" cy="234000"/>
              <a:chOff x="10566000" y="2880000"/>
              <a:chExt cx="180000" cy="234000"/>
            </a:xfrm>
          </p:grpSpPr>
          <p:sp>
            <p:nvSpPr>
              <p:cNvPr id="971" name="菱形 970">
                <a:extLst>
                  <a:ext uri="{FF2B5EF4-FFF2-40B4-BE49-F238E27FC236}">
                    <a16:creationId xmlns:a16="http://schemas.microsoft.com/office/drawing/2014/main" id="{BE7633DD-6C4B-F232-2458-299582D724E4}"/>
                  </a:ext>
                </a:extLst>
              </p:cNvPr>
              <p:cNvSpPr/>
              <p:nvPr/>
            </p:nvSpPr>
            <p:spPr>
              <a:xfrm>
                <a:off x="10584000" y="2880000"/>
                <a:ext cx="145427" cy="216000"/>
              </a:xfrm>
              <a:prstGeom prst="diamond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72" name="直接连接符 971">
                <a:extLst>
                  <a:ext uri="{FF2B5EF4-FFF2-40B4-BE49-F238E27FC236}">
                    <a16:creationId xmlns:a16="http://schemas.microsoft.com/office/drawing/2014/main" id="{21443E72-64C2-EB68-8F61-430D26017A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66000" y="3114000"/>
                <a:ext cx="1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60EB45C-F6A3-03F4-EF7C-1F72DDEB3E44}"/>
              </a:ext>
            </a:extLst>
          </p:cNvPr>
          <p:cNvGrpSpPr/>
          <p:nvPr/>
        </p:nvGrpSpPr>
        <p:grpSpPr>
          <a:xfrm>
            <a:off x="5616000" y="1620000"/>
            <a:ext cx="3564000" cy="4176556"/>
            <a:chOff x="5616000" y="1620000"/>
            <a:chExt cx="3564000" cy="4176556"/>
          </a:xfrm>
        </p:grpSpPr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1AAD43FF-EB33-5D99-1A01-5F261B774281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3024556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等腰三角形 62">
              <a:extLst>
                <a:ext uri="{FF2B5EF4-FFF2-40B4-BE49-F238E27FC236}">
                  <a16:creationId xmlns:a16="http://schemas.microsoft.com/office/drawing/2014/main" id="{055509C1-8406-8871-C97C-6669D81FD85E}"/>
                </a:ext>
              </a:extLst>
            </p:cNvPr>
            <p:cNvSpPr/>
            <p:nvPr/>
          </p:nvSpPr>
          <p:spPr>
            <a:xfrm rot="5400000">
              <a:off x="6120000" y="2844556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6" name="文本框 895">
                  <a:extLst>
                    <a:ext uri="{FF2B5EF4-FFF2-40B4-BE49-F238E27FC236}">
                      <a16:creationId xmlns:a16="http://schemas.microsoft.com/office/drawing/2014/main" id="{C7439349-956B-7C0A-9CC8-6CB660C61B1E}"/>
                    </a:ext>
                  </a:extLst>
                </p:cNvPr>
                <p:cNvSpPr txBox="1"/>
                <p:nvPr/>
              </p:nvSpPr>
              <p:spPr>
                <a:xfrm>
                  <a:off x="5616000" y="2808556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6" name="文本框 895">
                  <a:extLst>
                    <a:ext uri="{FF2B5EF4-FFF2-40B4-BE49-F238E27FC236}">
                      <a16:creationId xmlns:a16="http://schemas.microsoft.com/office/drawing/2014/main" id="{C7439349-956B-7C0A-9CC8-6CB660C61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000" y="2808556"/>
                  <a:ext cx="432000" cy="432000"/>
                </a:xfrm>
                <a:prstGeom prst="rect">
                  <a:avLst/>
                </a:prstGeom>
                <a:blipFill>
                  <a:blip r:embed="rId23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7" name="椭圆 896">
              <a:extLst>
                <a:ext uri="{FF2B5EF4-FFF2-40B4-BE49-F238E27FC236}">
                  <a16:creationId xmlns:a16="http://schemas.microsoft.com/office/drawing/2014/main" id="{9698528D-9EBB-041D-B0C2-EFC963CB5EFC}"/>
                </a:ext>
              </a:extLst>
            </p:cNvPr>
            <p:cNvSpPr/>
            <p:nvPr/>
          </p:nvSpPr>
          <p:spPr>
            <a:xfrm>
              <a:off x="6552000" y="2977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8" name="文本框 897">
                  <a:extLst>
                    <a:ext uri="{FF2B5EF4-FFF2-40B4-BE49-F238E27FC236}">
                      <a16:creationId xmlns:a16="http://schemas.microsoft.com/office/drawing/2014/main" id="{AAB814E6-52E3-AAAF-99A3-F99951CBB629}"/>
                    </a:ext>
                  </a:extLst>
                </p:cNvPr>
                <p:cNvSpPr txBox="1"/>
                <p:nvPr/>
              </p:nvSpPr>
              <p:spPr>
                <a:xfrm>
                  <a:off x="5616000" y="3600556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8" name="文本框 897">
                  <a:extLst>
                    <a:ext uri="{FF2B5EF4-FFF2-40B4-BE49-F238E27FC236}">
                      <a16:creationId xmlns:a16="http://schemas.microsoft.com/office/drawing/2014/main" id="{AAB814E6-52E3-AAAF-99A3-F99951CBB6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000" y="3600556"/>
                  <a:ext cx="432000" cy="432106"/>
                </a:xfrm>
                <a:prstGeom prst="rect">
                  <a:avLst/>
                </a:prstGeom>
                <a:blipFill>
                  <a:blip r:embed="rId24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9" name="直接连接符 898">
              <a:extLst>
                <a:ext uri="{FF2B5EF4-FFF2-40B4-BE49-F238E27FC236}">
                  <a16:creationId xmlns:a16="http://schemas.microsoft.com/office/drawing/2014/main" id="{4A1DF849-2C61-FB5A-89A2-F53C2EAFA2D7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342055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接连接符 899">
              <a:extLst>
                <a:ext uri="{FF2B5EF4-FFF2-40B4-BE49-F238E27FC236}">
                  <a16:creationId xmlns:a16="http://schemas.microsoft.com/office/drawing/2014/main" id="{A5CBA0AC-DD28-C828-CED2-7A6965016155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3312556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直接连接符 900">
              <a:extLst>
                <a:ext uri="{FF2B5EF4-FFF2-40B4-BE49-F238E27FC236}">
                  <a16:creationId xmlns:a16="http://schemas.microsoft.com/office/drawing/2014/main" id="{8DDD3EA3-20F4-ED80-DDC7-76B3881029BB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3528556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3" name="椭圆 902">
              <a:extLst>
                <a:ext uri="{FF2B5EF4-FFF2-40B4-BE49-F238E27FC236}">
                  <a16:creationId xmlns:a16="http://schemas.microsoft.com/office/drawing/2014/main" id="{EDDDEAA5-6E6D-8A72-B4F1-1CD63865BB34}"/>
                </a:ext>
              </a:extLst>
            </p:cNvPr>
            <p:cNvSpPr/>
            <p:nvPr/>
          </p:nvSpPr>
          <p:spPr>
            <a:xfrm>
              <a:off x="7452000" y="3373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904" name="直接连接符 903">
              <a:extLst>
                <a:ext uri="{FF2B5EF4-FFF2-40B4-BE49-F238E27FC236}">
                  <a16:creationId xmlns:a16="http://schemas.microsoft.com/office/drawing/2014/main" id="{BDA972D6-8934-ADE7-D575-576DE5FCB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024556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直接连接符 904">
              <a:extLst>
                <a:ext uri="{FF2B5EF4-FFF2-40B4-BE49-F238E27FC236}">
                  <a16:creationId xmlns:a16="http://schemas.microsoft.com/office/drawing/2014/main" id="{5A150D42-96B3-BD46-89DF-8DAA0A8BB5F8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3816556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6" name="等腰三角形 905">
              <a:extLst>
                <a:ext uri="{FF2B5EF4-FFF2-40B4-BE49-F238E27FC236}">
                  <a16:creationId xmlns:a16="http://schemas.microsoft.com/office/drawing/2014/main" id="{B90BA551-C563-936F-1039-B71BDDD0626C}"/>
                </a:ext>
              </a:extLst>
            </p:cNvPr>
            <p:cNvSpPr/>
            <p:nvPr/>
          </p:nvSpPr>
          <p:spPr>
            <a:xfrm rot="5400000">
              <a:off x="6120000" y="3636556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12" name="椭圆 911">
              <a:extLst>
                <a:ext uri="{FF2B5EF4-FFF2-40B4-BE49-F238E27FC236}">
                  <a16:creationId xmlns:a16="http://schemas.microsoft.com/office/drawing/2014/main" id="{48E7B1B9-1D93-361F-B24B-CB255C91486F}"/>
                </a:ext>
              </a:extLst>
            </p:cNvPr>
            <p:cNvSpPr/>
            <p:nvPr/>
          </p:nvSpPr>
          <p:spPr>
            <a:xfrm>
              <a:off x="6552000" y="3769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922" name="直接连接符 921">
              <a:extLst>
                <a:ext uri="{FF2B5EF4-FFF2-40B4-BE49-F238E27FC236}">
                  <a16:creationId xmlns:a16="http://schemas.microsoft.com/office/drawing/2014/main" id="{E67F68B0-7FB7-C89A-164D-CE345998D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3528556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直接连接符 922">
              <a:extLst>
                <a:ext uri="{FF2B5EF4-FFF2-40B4-BE49-F238E27FC236}">
                  <a16:creationId xmlns:a16="http://schemas.microsoft.com/office/drawing/2014/main" id="{D9801FD0-45D1-3236-C4F9-1EC0651576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2000" y="2916556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直接连接符 923">
              <a:extLst>
                <a:ext uri="{FF2B5EF4-FFF2-40B4-BE49-F238E27FC236}">
                  <a16:creationId xmlns:a16="http://schemas.microsoft.com/office/drawing/2014/main" id="{B38DAE27-17BE-E1ED-9C0D-90E7C1757812}"/>
                </a:ext>
              </a:extLst>
            </p:cNvPr>
            <p:cNvCxnSpPr>
              <a:cxnSpLocks/>
            </p:cNvCxnSpPr>
            <p:nvPr/>
          </p:nvCxnSpPr>
          <p:spPr>
            <a:xfrm>
              <a:off x="8118000" y="3708556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直接连接符 924">
              <a:extLst>
                <a:ext uri="{FF2B5EF4-FFF2-40B4-BE49-F238E27FC236}">
                  <a16:creationId xmlns:a16="http://schemas.microsoft.com/office/drawing/2014/main" id="{4226B46C-7180-76F9-B7D0-795F79516428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00" y="2736556"/>
              <a:ext cx="0" cy="1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直接连接符 925">
              <a:extLst>
                <a:ext uri="{FF2B5EF4-FFF2-40B4-BE49-F238E27FC236}">
                  <a16:creationId xmlns:a16="http://schemas.microsoft.com/office/drawing/2014/main" id="{155DEFE7-37F9-D38D-396D-FD833DBE5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4000" y="3168556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直接箭头连接符 926">
              <a:extLst>
                <a:ext uri="{FF2B5EF4-FFF2-40B4-BE49-F238E27FC236}">
                  <a16:creationId xmlns:a16="http://schemas.microsoft.com/office/drawing/2014/main" id="{9ED12C3B-B6F7-01C0-0C85-7AEBBDC0C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6000" y="3168556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接连接符 927">
              <a:extLst>
                <a:ext uri="{FF2B5EF4-FFF2-40B4-BE49-F238E27FC236}">
                  <a16:creationId xmlns:a16="http://schemas.microsoft.com/office/drawing/2014/main" id="{26285471-E170-76F2-DBF7-64A377C62B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463" y="3420556"/>
              <a:ext cx="2916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接连接符 928">
              <a:extLst>
                <a:ext uri="{FF2B5EF4-FFF2-40B4-BE49-F238E27FC236}">
                  <a16:creationId xmlns:a16="http://schemas.microsoft.com/office/drawing/2014/main" id="{6077AEFA-D379-E5A4-7B69-EA8A889344C0}"/>
                </a:ext>
              </a:extLst>
            </p:cNvPr>
            <p:cNvCxnSpPr>
              <a:cxnSpLocks/>
            </p:cNvCxnSpPr>
            <p:nvPr/>
          </p:nvCxnSpPr>
          <p:spPr>
            <a:xfrm>
              <a:off x="7956000" y="2916556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接连接符 929">
              <a:extLst>
                <a:ext uri="{FF2B5EF4-FFF2-40B4-BE49-F238E27FC236}">
                  <a16:creationId xmlns:a16="http://schemas.microsoft.com/office/drawing/2014/main" id="{2070E3AA-A291-5F27-F361-B9D246C4D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3348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直接连接符 930">
              <a:extLst>
                <a:ext uri="{FF2B5EF4-FFF2-40B4-BE49-F238E27FC236}">
                  <a16:creationId xmlns:a16="http://schemas.microsoft.com/office/drawing/2014/main" id="{E3D77949-4836-7FC7-2AB5-8BEE4494C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3096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直接连接符 931">
              <a:extLst>
                <a:ext uri="{FF2B5EF4-FFF2-40B4-BE49-F238E27FC236}">
                  <a16:creationId xmlns:a16="http://schemas.microsoft.com/office/drawing/2014/main" id="{4B715436-F680-40E3-9ABF-AA97C3EA3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2844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3" name="椭圆 932">
              <a:extLst>
                <a:ext uri="{FF2B5EF4-FFF2-40B4-BE49-F238E27FC236}">
                  <a16:creationId xmlns:a16="http://schemas.microsoft.com/office/drawing/2014/main" id="{A6A8AF13-AE95-1835-95B3-A981C70A5FCA}"/>
                </a:ext>
              </a:extLst>
            </p:cNvPr>
            <p:cNvSpPr/>
            <p:nvPr/>
          </p:nvSpPr>
          <p:spPr>
            <a:xfrm>
              <a:off x="8200800" y="3377356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4" name="矩形 933">
              <a:extLst>
                <a:ext uri="{FF2B5EF4-FFF2-40B4-BE49-F238E27FC236}">
                  <a16:creationId xmlns:a16="http://schemas.microsoft.com/office/drawing/2014/main" id="{5E04FB8D-0086-D8F1-1608-56BD43F39E94}"/>
                </a:ext>
              </a:extLst>
            </p:cNvPr>
            <p:cNvSpPr/>
            <p:nvPr/>
          </p:nvSpPr>
          <p:spPr>
            <a:xfrm>
              <a:off x="6084000" y="2664556"/>
              <a:ext cx="2340000" cy="15120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35" name="直接连接符 934">
              <a:extLst>
                <a:ext uri="{FF2B5EF4-FFF2-40B4-BE49-F238E27FC236}">
                  <a16:creationId xmlns:a16="http://schemas.microsoft.com/office/drawing/2014/main" id="{6370A48E-7E48-6337-990B-90AEDA1885DF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00" y="2736556"/>
              <a:ext cx="5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6" name="文本框 935">
                  <a:extLst>
                    <a:ext uri="{FF2B5EF4-FFF2-40B4-BE49-F238E27FC236}">
                      <a16:creationId xmlns:a16="http://schemas.microsoft.com/office/drawing/2014/main" id="{0A928F1C-63B7-61E1-820A-9DA9C1553F4D}"/>
                    </a:ext>
                  </a:extLst>
                </p:cNvPr>
                <p:cNvSpPr txBox="1"/>
                <p:nvPr/>
              </p:nvSpPr>
              <p:spPr>
                <a:xfrm>
                  <a:off x="8748000" y="2556556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36" name="文本框 935">
                  <a:extLst>
                    <a:ext uri="{FF2B5EF4-FFF2-40B4-BE49-F238E27FC236}">
                      <a16:creationId xmlns:a16="http://schemas.microsoft.com/office/drawing/2014/main" id="{0A928F1C-63B7-61E1-820A-9DA9C1553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000" y="2556556"/>
                  <a:ext cx="432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9" name="直接连接符 468">
              <a:extLst>
                <a:ext uri="{FF2B5EF4-FFF2-40B4-BE49-F238E27FC236}">
                  <a16:creationId xmlns:a16="http://schemas.microsoft.com/office/drawing/2014/main" id="{22A00BAF-2642-65D5-74D8-07B010CB9FFB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4644556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等腰三角形 469">
              <a:extLst>
                <a:ext uri="{FF2B5EF4-FFF2-40B4-BE49-F238E27FC236}">
                  <a16:creationId xmlns:a16="http://schemas.microsoft.com/office/drawing/2014/main" id="{BAEFB9D7-39B0-CDAF-9602-AE2C930BC3A9}"/>
                </a:ext>
              </a:extLst>
            </p:cNvPr>
            <p:cNvSpPr/>
            <p:nvPr/>
          </p:nvSpPr>
          <p:spPr>
            <a:xfrm rot="5400000">
              <a:off x="6120000" y="4464556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文本框 470">
                  <a:extLst>
                    <a:ext uri="{FF2B5EF4-FFF2-40B4-BE49-F238E27FC236}">
                      <a16:creationId xmlns:a16="http://schemas.microsoft.com/office/drawing/2014/main" id="{BBB9BEE5-3251-48B0-3FCD-F97541F470DC}"/>
                    </a:ext>
                  </a:extLst>
                </p:cNvPr>
                <p:cNvSpPr txBox="1"/>
                <p:nvPr/>
              </p:nvSpPr>
              <p:spPr>
                <a:xfrm>
                  <a:off x="5616000" y="4428556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1" name="文本框 470">
                  <a:extLst>
                    <a:ext uri="{FF2B5EF4-FFF2-40B4-BE49-F238E27FC236}">
                      <a16:creationId xmlns:a16="http://schemas.microsoft.com/office/drawing/2014/main" id="{BBB9BEE5-3251-48B0-3FCD-F97541F47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000" y="4428556"/>
                  <a:ext cx="432000" cy="4320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2" name="椭圆 471">
              <a:extLst>
                <a:ext uri="{FF2B5EF4-FFF2-40B4-BE49-F238E27FC236}">
                  <a16:creationId xmlns:a16="http://schemas.microsoft.com/office/drawing/2014/main" id="{08550B0D-3BB5-6155-B840-4D5FA8EBB2FB}"/>
                </a:ext>
              </a:extLst>
            </p:cNvPr>
            <p:cNvSpPr/>
            <p:nvPr/>
          </p:nvSpPr>
          <p:spPr>
            <a:xfrm>
              <a:off x="6552000" y="4597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文本框 472">
                  <a:extLst>
                    <a:ext uri="{FF2B5EF4-FFF2-40B4-BE49-F238E27FC236}">
                      <a16:creationId xmlns:a16="http://schemas.microsoft.com/office/drawing/2014/main" id="{298E5036-94A2-D2F9-5AE8-D3A1D22E354C}"/>
                    </a:ext>
                  </a:extLst>
                </p:cNvPr>
                <p:cNvSpPr txBox="1"/>
                <p:nvPr/>
              </p:nvSpPr>
              <p:spPr>
                <a:xfrm>
                  <a:off x="5616000" y="5220556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3" name="文本框 472">
                  <a:extLst>
                    <a:ext uri="{FF2B5EF4-FFF2-40B4-BE49-F238E27FC236}">
                      <a16:creationId xmlns:a16="http://schemas.microsoft.com/office/drawing/2014/main" id="{298E5036-94A2-D2F9-5AE8-D3A1D22E3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000" y="5220556"/>
                  <a:ext cx="432000" cy="432106"/>
                </a:xfrm>
                <a:prstGeom prst="rect">
                  <a:avLst/>
                </a:prstGeom>
                <a:blipFill>
                  <a:blip r:embed="rId27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6AAD1D0D-16AA-B091-9A83-4BB45A9014C7}"/>
                </a:ext>
              </a:extLst>
            </p:cNvPr>
            <p:cNvCxnSpPr>
              <a:cxnSpLocks/>
            </p:cNvCxnSpPr>
            <p:nvPr/>
          </p:nvCxnSpPr>
          <p:spPr>
            <a:xfrm>
              <a:off x="7452000" y="504055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0C948CDD-5D2D-3D90-A00D-6D362F026254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4932556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F18D1F5F-85DE-F917-B401-EC119BA70204}"/>
                </a:ext>
              </a:extLst>
            </p:cNvPr>
            <p:cNvCxnSpPr>
              <a:cxnSpLocks/>
            </p:cNvCxnSpPr>
            <p:nvPr/>
          </p:nvCxnSpPr>
          <p:spPr>
            <a:xfrm>
              <a:off x="6804000" y="5148556"/>
              <a:ext cx="21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CDCF7744-9CE5-447E-8C29-616B1C4DFF30}"/>
                </a:ext>
              </a:extLst>
            </p:cNvPr>
            <p:cNvSpPr/>
            <p:nvPr/>
          </p:nvSpPr>
          <p:spPr>
            <a:xfrm>
              <a:off x="7452000" y="4993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7C31D06E-711E-1380-9134-E3011F122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4644556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B688F250-9730-8E01-3FB8-4000075548F6}"/>
                </a:ext>
              </a:extLst>
            </p:cNvPr>
            <p:cNvCxnSpPr>
              <a:cxnSpLocks/>
            </p:cNvCxnSpPr>
            <p:nvPr/>
          </p:nvCxnSpPr>
          <p:spPr>
            <a:xfrm>
              <a:off x="5976000" y="5436556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68454DEC-3A05-7157-ECE9-024945B0E8AA}"/>
                </a:ext>
              </a:extLst>
            </p:cNvPr>
            <p:cNvSpPr/>
            <p:nvPr/>
          </p:nvSpPr>
          <p:spPr>
            <a:xfrm rot="5400000">
              <a:off x="6120000" y="5256556"/>
              <a:ext cx="504000" cy="360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237234F4-C3E9-1D2E-4E1B-C5B41933D8FD}"/>
                </a:ext>
              </a:extLst>
            </p:cNvPr>
            <p:cNvSpPr/>
            <p:nvPr/>
          </p:nvSpPr>
          <p:spPr>
            <a:xfrm>
              <a:off x="6552000" y="5389756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46ACBE98-2711-AA5E-31F1-8101BE37E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4000" y="5148556"/>
              <a:ext cx="0" cy="286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8704A20E-C53F-7F76-B988-A16E3BC54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2000" y="4536556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608AD4C0-69ED-67B7-CE9D-8C365978A551}"/>
                </a:ext>
              </a:extLst>
            </p:cNvPr>
            <p:cNvCxnSpPr>
              <a:cxnSpLocks/>
            </p:cNvCxnSpPr>
            <p:nvPr/>
          </p:nvCxnSpPr>
          <p:spPr>
            <a:xfrm>
              <a:off x="8118000" y="5328556"/>
              <a:ext cx="252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A4E53395-A90B-E447-811A-762A0FE52E34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00" y="4356556"/>
              <a:ext cx="0" cy="1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8C393E7B-593F-08CB-53BB-02564AA56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4000" y="4788556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箭头连接符 492">
              <a:extLst>
                <a:ext uri="{FF2B5EF4-FFF2-40B4-BE49-F238E27FC236}">
                  <a16:creationId xmlns:a16="http://schemas.microsoft.com/office/drawing/2014/main" id="{85A9370C-49F9-A010-E634-756AB13B9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6000" y="4788556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C72C1E19-9A87-BE85-FDCD-F09CDEF5F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463" y="5040556"/>
              <a:ext cx="2916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CD686D97-65EC-FCCB-52C8-6E1270E6F507}"/>
                </a:ext>
              </a:extLst>
            </p:cNvPr>
            <p:cNvCxnSpPr>
              <a:cxnSpLocks/>
            </p:cNvCxnSpPr>
            <p:nvPr/>
          </p:nvCxnSpPr>
          <p:spPr>
            <a:xfrm>
              <a:off x="7956000" y="4536556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2DC5725F-A807-2623-400C-2EE38F73E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4968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80EE5449-21C1-0086-4C9F-A64BFB925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4716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D9E373FE-0923-B04E-430C-8AF289040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00" y="4464556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3F1BEA03-1682-3184-E595-234DEBFBD07B}"/>
                </a:ext>
              </a:extLst>
            </p:cNvPr>
            <p:cNvSpPr/>
            <p:nvPr/>
          </p:nvSpPr>
          <p:spPr>
            <a:xfrm>
              <a:off x="8200800" y="4997356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0" name="矩形 499">
              <a:extLst>
                <a:ext uri="{FF2B5EF4-FFF2-40B4-BE49-F238E27FC236}">
                  <a16:creationId xmlns:a16="http://schemas.microsoft.com/office/drawing/2014/main" id="{806255E6-7C1D-91F4-6449-7D8056FBC834}"/>
                </a:ext>
              </a:extLst>
            </p:cNvPr>
            <p:cNvSpPr/>
            <p:nvPr/>
          </p:nvSpPr>
          <p:spPr>
            <a:xfrm>
              <a:off x="6084000" y="4284556"/>
              <a:ext cx="2340000" cy="151200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F177D433-D12D-AFBD-6A75-6E17474E3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00" y="435655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D6A5FDC4-3D11-3706-9EE9-AA2232CA0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4000" y="2052556"/>
              <a:ext cx="0" cy="230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1" name="矩形 510">
              <a:extLst>
                <a:ext uri="{FF2B5EF4-FFF2-40B4-BE49-F238E27FC236}">
                  <a16:creationId xmlns:a16="http://schemas.microsoft.com/office/drawing/2014/main" id="{E7A18BC1-E2BD-BA89-F9A3-8F62AF847CA1}"/>
                </a:ext>
              </a:extLst>
            </p:cNvPr>
            <p:cNvSpPr/>
            <p:nvPr/>
          </p:nvSpPr>
          <p:spPr>
            <a:xfrm>
              <a:off x="8550000" y="2232556"/>
              <a:ext cx="108000" cy="360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0" name="椭圆 959">
              <a:extLst>
                <a:ext uri="{FF2B5EF4-FFF2-40B4-BE49-F238E27FC236}">
                  <a16:creationId xmlns:a16="http://schemas.microsoft.com/office/drawing/2014/main" id="{7522C39C-D2B4-A80C-3DDB-500091622FE0}"/>
                </a:ext>
              </a:extLst>
            </p:cNvPr>
            <p:cNvSpPr/>
            <p:nvPr/>
          </p:nvSpPr>
          <p:spPr>
            <a:xfrm>
              <a:off x="8560800" y="2693356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2" name="文本框 961">
                  <a:extLst>
                    <a:ext uri="{FF2B5EF4-FFF2-40B4-BE49-F238E27FC236}">
                      <a16:creationId xmlns:a16="http://schemas.microsoft.com/office/drawing/2014/main" id="{7019D580-2BE3-BB3B-31E2-8F09FF8D56E9}"/>
                    </a:ext>
                  </a:extLst>
                </p:cNvPr>
                <p:cNvSpPr txBox="1"/>
                <p:nvPr/>
              </p:nvSpPr>
              <p:spPr>
                <a:xfrm>
                  <a:off x="8280000" y="1620000"/>
                  <a:ext cx="648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62" name="文本框 961">
                  <a:extLst>
                    <a:ext uri="{FF2B5EF4-FFF2-40B4-BE49-F238E27FC236}">
                      <a16:creationId xmlns:a16="http://schemas.microsoft.com/office/drawing/2014/main" id="{7019D580-2BE3-BB3B-31E2-8F09FF8D5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1620000"/>
                  <a:ext cx="648000" cy="432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3" name="文本框 962">
                  <a:extLst>
                    <a:ext uri="{FF2B5EF4-FFF2-40B4-BE49-F238E27FC236}">
                      <a16:creationId xmlns:a16="http://schemas.microsoft.com/office/drawing/2014/main" id="{A4765BB0-661A-55CD-A212-F5EA3E4B17DB}"/>
                    </a:ext>
                  </a:extLst>
                </p:cNvPr>
                <p:cNvSpPr txBox="1"/>
                <p:nvPr/>
              </p:nvSpPr>
              <p:spPr>
                <a:xfrm>
                  <a:off x="8172000" y="2160556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63" name="文本框 962">
                  <a:extLst>
                    <a:ext uri="{FF2B5EF4-FFF2-40B4-BE49-F238E27FC236}">
                      <a16:creationId xmlns:a16="http://schemas.microsoft.com/office/drawing/2014/main" id="{A4765BB0-661A-55CD-A212-F5EA3E4B1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000" y="2160556"/>
                  <a:ext cx="432000" cy="432000"/>
                </a:xfrm>
                <a:prstGeom prst="rect">
                  <a:avLst/>
                </a:prstGeom>
                <a:blipFill>
                  <a:blip r:embed="rId29"/>
                  <a:stretch>
                    <a:fillRect l="-20000"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Arc 158">
              <a:extLst>
                <a:ext uri="{FF2B5EF4-FFF2-40B4-BE49-F238E27FC236}">
                  <a16:creationId xmlns:a16="http://schemas.microsoft.com/office/drawing/2014/main" id="{0D967AC8-3678-D1E5-8CDC-4D79AAA71C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498000" y="3096003"/>
              <a:ext cx="432000" cy="647999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Line 160">
              <a:extLst>
                <a:ext uri="{FF2B5EF4-FFF2-40B4-BE49-F238E27FC236}">
                  <a16:creationId xmlns:a16="http://schemas.microsoft.com/office/drawing/2014/main" id="{BAFEE3C4-A798-0CA9-E350-2B5638D0E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7996" y="3204000"/>
              <a:ext cx="18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" name="Line 160">
              <a:extLst>
                <a:ext uri="{FF2B5EF4-FFF2-40B4-BE49-F238E27FC236}">
                  <a16:creationId xmlns:a16="http://schemas.microsoft.com/office/drawing/2014/main" id="{4DD55214-B9C9-C95E-0DB0-1E130645A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7996" y="3636001"/>
              <a:ext cx="18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Arc 156">
              <a:extLst>
                <a:ext uri="{FF2B5EF4-FFF2-40B4-BE49-F238E27FC236}">
                  <a16:creationId xmlns:a16="http://schemas.microsoft.com/office/drawing/2014/main" id="{FE51132C-DC78-B47B-1F51-44033296904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128001" y="3204000"/>
              <a:ext cx="324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Arc 156">
              <a:extLst>
                <a:ext uri="{FF2B5EF4-FFF2-40B4-BE49-F238E27FC236}">
                  <a16:creationId xmlns:a16="http://schemas.microsoft.com/office/drawing/2014/main" id="{0C312850-35AF-537C-75EA-F66920889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01" y="3204008"/>
              <a:ext cx="324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Arc 158">
              <a:extLst>
                <a:ext uri="{FF2B5EF4-FFF2-40B4-BE49-F238E27FC236}">
                  <a16:creationId xmlns:a16="http://schemas.microsoft.com/office/drawing/2014/main" id="{99B50CBB-4BF6-6A3E-2C54-B71767B0D8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498000" y="4716003"/>
              <a:ext cx="432000" cy="647999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Line 160">
              <a:extLst>
                <a:ext uri="{FF2B5EF4-FFF2-40B4-BE49-F238E27FC236}">
                  <a16:creationId xmlns:a16="http://schemas.microsoft.com/office/drawing/2014/main" id="{F7E19F41-CBFB-A8F5-6A54-3CAE1EC83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7996" y="4824000"/>
              <a:ext cx="18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Line 160">
              <a:extLst>
                <a:ext uri="{FF2B5EF4-FFF2-40B4-BE49-F238E27FC236}">
                  <a16:creationId xmlns:a16="http://schemas.microsoft.com/office/drawing/2014/main" id="{BAB63984-7A48-E5D8-2414-A0A27AFDE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7996" y="5256001"/>
              <a:ext cx="18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Arc 156">
              <a:extLst>
                <a:ext uri="{FF2B5EF4-FFF2-40B4-BE49-F238E27FC236}">
                  <a16:creationId xmlns:a16="http://schemas.microsoft.com/office/drawing/2014/main" id="{CC71F59F-4DE9-1E15-71AD-755C2A8D3AD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128001" y="4824000"/>
              <a:ext cx="324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Arc 156">
              <a:extLst>
                <a:ext uri="{FF2B5EF4-FFF2-40B4-BE49-F238E27FC236}">
                  <a16:creationId xmlns:a16="http://schemas.microsoft.com/office/drawing/2014/main" id="{B900909B-55E1-7E64-BFD2-CF59DB613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01" y="4824008"/>
              <a:ext cx="324000" cy="432000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632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0AE6-6F67-E6EC-2155-C6407277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8755C75-55FA-ED35-EEF1-DBC2FE623563}"/>
              </a:ext>
            </a:extLst>
          </p:cNvPr>
          <p:cNvSpPr txBox="1"/>
          <p:nvPr/>
        </p:nvSpPr>
        <p:spPr>
          <a:xfrm>
            <a:off x="360000" y="827142"/>
            <a:ext cx="7639078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三态门：输出有高、低电平以及高阻态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7B810419-727B-3FBA-0F20-60EBA8B5D3C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1F3BB94E-4F73-9A79-9257-2878E65AE87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334F60F4-3544-0897-4D2F-AFB6004BBD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0714AAA8-2FEA-174F-9425-F811510BB06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4ED4B4EB-73BA-76E0-AB64-FA547662C2E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581" name="组合 580">
            <a:extLst>
              <a:ext uri="{FF2B5EF4-FFF2-40B4-BE49-F238E27FC236}">
                <a16:creationId xmlns:a16="http://schemas.microsoft.com/office/drawing/2014/main" id="{330B241C-5EE5-BAD0-ECFA-42606101DD13}"/>
              </a:ext>
            </a:extLst>
          </p:cNvPr>
          <p:cNvGrpSpPr/>
          <p:nvPr/>
        </p:nvGrpSpPr>
        <p:grpSpPr>
          <a:xfrm>
            <a:off x="576000" y="4536000"/>
            <a:ext cx="2088000" cy="1207478"/>
            <a:chOff x="1194173" y="4812122"/>
            <a:chExt cx="2088000" cy="1207478"/>
          </a:xfrm>
        </p:grpSpPr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F5B923FB-4895-A3EA-DEC0-DE9C10D43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8173" y="4992122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757E4564-C922-F17B-722E-2A95050AF15C}"/>
                </a:ext>
              </a:extLst>
            </p:cNvPr>
            <p:cNvCxnSpPr>
              <a:cxnSpLocks/>
            </p:cNvCxnSpPr>
            <p:nvPr/>
          </p:nvCxnSpPr>
          <p:spPr>
            <a:xfrm>
              <a:off x="1626172" y="5622122"/>
              <a:ext cx="12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8" name="等腰三角形 567">
              <a:extLst>
                <a:ext uri="{FF2B5EF4-FFF2-40B4-BE49-F238E27FC236}">
                  <a16:creationId xmlns:a16="http://schemas.microsoft.com/office/drawing/2014/main" id="{CA4B9395-8BF6-4B19-47D4-9A2D4059B92F}"/>
                </a:ext>
              </a:extLst>
            </p:cNvPr>
            <p:cNvSpPr/>
            <p:nvPr/>
          </p:nvSpPr>
          <p:spPr>
            <a:xfrm rot="5400000">
              <a:off x="1846867" y="5299600"/>
              <a:ext cx="792000" cy="648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67" name="等腰三角形 566">
              <a:extLst>
                <a:ext uri="{FF2B5EF4-FFF2-40B4-BE49-F238E27FC236}">
                  <a16:creationId xmlns:a16="http://schemas.microsoft.com/office/drawing/2014/main" id="{8C28A8E5-0C3D-19E1-916F-65D86D1B4A7B}"/>
                </a:ext>
              </a:extLst>
            </p:cNvPr>
            <p:cNvSpPr/>
            <p:nvPr/>
          </p:nvSpPr>
          <p:spPr>
            <a:xfrm rot="10800000">
              <a:off x="2126821" y="5547616"/>
              <a:ext cx="180000" cy="16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6959380D-D0D0-EF93-2EC6-3A9F4D5FEB80}"/>
                </a:ext>
              </a:extLst>
            </p:cNvPr>
            <p:cNvCxnSpPr>
              <a:cxnSpLocks/>
            </p:cNvCxnSpPr>
            <p:nvPr/>
          </p:nvCxnSpPr>
          <p:spPr>
            <a:xfrm>
              <a:off x="1626173" y="4992122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E79BAB57-6F68-9FEE-AB77-A2EAFD97B14F}"/>
                    </a:ext>
                  </a:extLst>
                </p:cNvPr>
                <p:cNvSpPr txBox="1"/>
                <p:nvPr/>
              </p:nvSpPr>
              <p:spPr>
                <a:xfrm>
                  <a:off x="1194173" y="4812122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EN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78" name="文本框 577">
                  <a:extLst>
                    <a:ext uri="{FF2B5EF4-FFF2-40B4-BE49-F238E27FC236}">
                      <a16:creationId xmlns:a16="http://schemas.microsoft.com/office/drawing/2014/main" id="{E79BAB57-6F68-9FEE-AB77-A2EAFD97B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173" y="4812122"/>
                  <a:ext cx="432000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22535" r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7457F41D-ECA3-E655-057B-B133A13C17AD}"/>
                    </a:ext>
                  </a:extLst>
                </p:cNvPr>
                <p:cNvSpPr txBox="1"/>
                <p:nvPr/>
              </p:nvSpPr>
              <p:spPr>
                <a:xfrm>
                  <a:off x="1266173" y="5424122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79" name="文本框 578">
                  <a:extLst>
                    <a:ext uri="{FF2B5EF4-FFF2-40B4-BE49-F238E27FC236}">
                      <a16:creationId xmlns:a16="http://schemas.microsoft.com/office/drawing/2014/main" id="{7457F41D-ECA3-E655-057B-B133A13C1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6173" y="5424122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0" name="文本框 579">
                  <a:extLst>
                    <a:ext uri="{FF2B5EF4-FFF2-40B4-BE49-F238E27FC236}">
                      <a16:creationId xmlns:a16="http://schemas.microsoft.com/office/drawing/2014/main" id="{EA2B0E07-9A62-14BB-3BC1-8CEA4FE9EFE9}"/>
                    </a:ext>
                  </a:extLst>
                </p:cNvPr>
                <p:cNvSpPr txBox="1"/>
                <p:nvPr/>
              </p:nvSpPr>
              <p:spPr>
                <a:xfrm>
                  <a:off x="2850173" y="5424122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0" name="文本框 579">
                  <a:extLst>
                    <a:ext uri="{FF2B5EF4-FFF2-40B4-BE49-F238E27FC236}">
                      <a16:creationId xmlns:a16="http://schemas.microsoft.com/office/drawing/2014/main" id="{EA2B0E07-9A62-14BB-3BC1-8CEA4FE9E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173" y="5424122"/>
                  <a:ext cx="432000" cy="432106"/>
                </a:xfrm>
                <a:prstGeom prst="rect">
                  <a:avLst/>
                </a:prstGeom>
                <a:blipFill>
                  <a:blip r:embed="rId5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4" name="文本框 593">
            <a:extLst>
              <a:ext uri="{FF2B5EF4-FFF2-40B4-BE49-F238E27FC236}">
                <a16:creationId xmlns:a16="http://schemas.microsoft.com/office/drawing/2014/main" id="{B6A17170-7E66-FE11-92BE-74DD6ABDE4BE}"/>
              </a:ext>
            </a:extLst>
          </p:cNvPr>
          <p:cNvSpPr txBox="1"/>
          <p:nvPr/>
        </p:nvSpPr>
        <p:spPr>
          <a:xfrm>
            <a:off x="648000" y="3672000"/>
            <a:ext cx="432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电路结构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高电平使能的三态输出缓冲器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96" name="文本框 595">
            <a:extLst>
              <a:ext uri="{FF2B5EF4-FFF2-40B4-BE49-F238E27FC236}">
                <a16:creationId xmlns:a16="http://schemas.microsoft.com/office/drawing/2014/main" id="{0BAC6A45-D76E-B15B-24F2-0D2D9FDCAC28}"/>
              </a:ext>
            </a:extLst>
          </p:cNvPr>
          <p:cNvSpPr txBox="1"/>
          <p:nvPr/>
        </p:nvSpPr>
        <p:spPr>
          <a:xfrm>
            <a:off x="1512000" y="5940000"/>
            <a:ext cx="2132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598" name="文本框 597">
            <a:extLst>
              <a:ext uri="{FF2B5EF4-FFF2-40B4-BE49-F238E27FC236}">
                <a16:creationId xmlns:a16="http://schemas.microsoft.com/office/drawing/2014/main" id="{89C6B28B-4E80-7DFC-AB85-2AD189798FFE}"/>
              </a:ext>
            </a:extLst>
          </p:cNvPr>
          <p:cNvSpPr txBox="1"/>
          <p:nvPr/>
        </p:nvSpPr>
        <p:spPr>
          <a:xfrm>
            <a:off x="5761007" y="1548000"/>
            <a:ext cx="6030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9" name="表格 598">
                <a:extLst>
                  <a:ext uri="{FF2B5EF4-FFF2-40B4-BE49-F238E27FC236}">
                    <a16:creationId xmlns:a16="http://schemas.microsoft.com/office/drawing/2014/main" id="{D3549881-60B6-6E43-B947-91EFDB4F1C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128997"/>
                  </p:ext>
                </p:extLst>
              </p:nvPr>
            </p:nvGraphicFramePr>
            <p:xfrm>
              <a:off x="5761008" y="2088000"/>
              <a:ext cx="6030253" cy="18605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6489">
                      <a:extLst>
                        <a:ext uri="{9D8B030D-6E8A-4147-A177-3AD203B41FA5}">
                          <a16:colId xmlns:a16="http://schemas.microsoft.com/office/drawing/2014/main" val="3781640993"/>
                        </a:ext>
                      </a:extLst>
                    </a:gridCol>
                    <a:gridCol w="1417202">
                      <a:extLst>
                        <a:ext uri="{9D8B030D-6E8A-4147-A177-3AD203B41FA5}">
                          <a16:colId xmlns:a16="http://schemas.microsoft.com/office/drawing/2014/main" val="771812699"/>
                        </a:ext>
                      </a:extLst>
                    </a:gridCol>
                    <a:gridCol w="919609">
                      <a:extLst>
                        <a:ext uri="{9D8B030D-6E8A-4147-A177-3AD203B41FA5}">
                          <a16:colId xmlns:a16="http://schemas.microsoft.com/office/drawing/2014/main" val="2425402838"/>
                        </a:ext>
                      </a:extLst>
                    </a:gridCol>
                    <a:gridCol w="919609">
                      <a:extLst>
                        <a:ext uri="{9D8B030D-6E8A-4147-A177-3AD203B41FA5}">
                          <a16:colId xmlns:a16="http://schemas.microsoft.com/office/drawing/2014/main" val="2058956450"/>
                        </a:ext>
                      </a:extLst>
                    </a:gridCol>
                    <a:gridCol w="1327344">
                      <a:extLst>
                        <a:ext uri="{9D8B030D-6E8A-4147-A177-3AD203B41FA5}">
                          <a16:colId xmlns:a16="http://schemas.microsoft.com/office/drawing/2014/main" val="1276993256"/>
                        </a:ext>
                      </a:extLst>
                    </a:gridCol>
                  </a:tblGrid>
                  <a:tr h="488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使能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EN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B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Y</m:t>
                              </m:r>
                            </m:oMath>
                          </a14:m>
                          <a:endParaRPr lang="zh-CN" altLang="en-US" sz="24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7489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7013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72836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83002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9" name="表格 598">
                <a:extLst>
                  <a:ext uri="{FF2B5EF4-FFF2-40B4-BE49-F238E27FC236}">
                    <a16:creationId xmlns:a16="http://schemas.microsoft.com/office/drawing/2014/main" id="{D3549881-60B6-6E43-B947-91EFDB4F1C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128997"/>
                  </p:ext>
                </p:extLst>
              </p:nvPr>
            </p:nvGraphicFramePr>
            <p:xfrm>
              <a:off x="5761008" y="2088000"/>
              <a:ext cx="6030253" cy="18605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6489">
                      <a:extLst>
                        <a:ext uri="{9D8B030D-6E8A-4147-A177-3AD203B41FA5}">
                          <a16:colId xmlns:a16="http://schemas.microsoft.com/office/drawing/2014/main" val="3781640993"/>
                        </a:ext>
                      </a:extLst>
                    </a:gridCol>
                    <a:gridCol w="1417202">
                      <a:extLst>
                        <a:ext uri="{9D8B030D-6E8A-4147-A177-3AD203B41FA5}">
                          <a16:colId xmlns:a16="http://schemas.microsoft.com/office/drawing/2014/main" val="771812699"/>
                        </a:ext>
                      </a:extLst>
                    </a:gridCol>
                    <a:gridCol w="919609">
                      <a:extLst>
                        <a:ext uri="{9D8B030D-6E8A-4147-A177-3AD203B41FA5}">
                          <a16:colId xmlns:a16="http://schemas.microsoft.com/office/drawing/2014/main" val="2425402838"/>
                        </a:ext>
                      </a:extLst>
                    </a:gridCol>
                    <a:gridCol w="919609">
                      <a:extLst>
                        <a:ext uri="{9D8B030D-6E8A-4147-A177-3AD203B41FA5}">
                          <a16:colId xmlns:a16="http://schemas.microsoft.com/office/drawing/2014/main" val="2058956450"/>
                        </a:ext>
                      </a:extLst>
                    </a:gridCol>
                    <a:gridCol w="1327344">
                      <a:extLst>
                        <a:ext uri="{9D8B030D-6E8A-4147-A177-3AD203B41FA5}">
                          <a16:colId xmlns:a16="http://schemas.microsoft.com/office/drawing/2014/main" val="1276993256"/>
                        </a:ext>
                      </a:extLst>
                    </a:gridCol>
                  </a:tblGrid>
                  <a:tr h="48893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22" t="-6250" r="-318565" b="-3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2146" t="-6250" r="-224034" b="-3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11921" t="-6250" r="-245695" b="-3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11921" t="-6250" r="-145695" b="-31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54587" t="-6250" r="-917" b="-31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4890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70138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72836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83002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30" name="文本框 629">
            <a:extLst>
              <a:ext uri="{FF2B5EF4-FFF2-40B4-BE49-F238E27FC236}">
                <a16:creationId xmlns:a16="http://schemas.microsoft.com/office/drawing/2014/main" id="{CCCE2357-3979-2232-110C-70A052EF7443}"/>
              </a:ext>
            </a:extLst>
          </p:cNvPr>
          <p:cNvSpPr txBox="1"/>
          <p:nvPr/>
        </p:nvSpPr>
        <p:spPr>
          <a:xfrm>
            <a:off x="5112000" y="5940000"/>
            <a:ext cx="63040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其它三态门逻辑符号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低使能三态缓冲器，高使能三态反相器，低使能三态反相器</a:t>
            </a:r>
            <a:r>
              <a:rPr kumimoji="1"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F9DFA9-4050-1E89-62C0-E043E6DA8CB5}"/>
              </a:ext>
            </a:extLst>
          </p:cNvPr>
          <p:cNvGrpSpPr/>
          <p:nvPr/>
        </p:nvGrpSpPr>
        <p:grpSpPr>
          <a:xfrm>
            <a:off x="540000" y="1332000"/>
            <a:ext cx="4500000" cy="2232000"/>
            <a:chOff x="540000" y="1368000"/>
            <a:chExt cx="4500000" cy="223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54F1D9C-6F14-AB1D-ADF5-A78F4BAD6953}"/>
                    </a:ext>
                  </a:extLst>
                </p:cNvPr>
                <p:cNvSpPr txBox="1"/>
                <p:nvPr/>
              </p:nvSpPr>
              <p:spPr>
                <a:xfrm>
                  <a:off x="3168000" y="1757063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54F1D9C-6F14-AB1D-ADF5-A78F4BAD6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000" y="1757063"/>
                  <a:ext cx="432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3" name="流程图: 延期 472">
              <a:extLst>
                <a:ext uri="{FF2B5EF4-FFF2-40B4-BE49-F238E27FC236}">
                  <a16:creationId xmlns:a16="http://schemas.microsoft.com/office/drawing/2014/main" id="{BF471A68-D82A-0E63-F7E0-2DFDE985314C}"/>
                </a:ext>
              </a:extLst>
            </p:cNvPr>
            <p:cNvSpPr/>
            <p:nvPr/>
          </p:nvSpPr>
          <p:spPr>
            <a:xfrm>
              <a:off x="2446168" y="1836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E4A2AB70-1BB6-E292-0912-B47A5ED767A9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" y="194400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B036BEE-949F-51CA-C834-34C283C6D739}"/>
                </a:ext>
              </a:extLst>
            </p:cNvPr>
            <p:cNvCxnSpPr>
              <a:cxnSpLocks/>
            </p:cNvCxnSpPr>
            <p:nvPr/>
          </p:nvCxnSpPr>
          <p:spPr>
            <a:xfrm>
              <a:off x="2088000" y="2304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2F2E3152-AE2E-0E82-BAE1-9EF0E4CAB4C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" y="3132000"/>
              <a:ext cx="14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A3508797-A4F5-3629-D896-4C378F9350A5}"/>
                </a:ext>
              </a:extLst>
            </p:cNvPr>
            <p:cNvCxnSpPr>
              <a:cxnSpLocks/>
            </p:cNvCxnSpPr>
            <p:nvPr/>
          </p:nvCxnSpPr>
          <p:spPr>
            <a:xfrm>
              <a:off x="1620000" y="3492000"/>
              <a:ext cx="81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4C56BE2-3CDC-8739-0CE9-C64AEA7DF934}"/>
                </a:ext>
              </a:extLst>
            </p:cNvPr>
            <p:cNvGrpSpPr/>
            <p:nvPr/>
          </p:nvGrpSpPr>
          <p:grpSpPr>
            <a:xfrm>
              <a:off x="1584000" y="3024000"/>
              <a:ext cx="1440000" cy="576000"/>
              <a:chOff x="1644272" y="3020400"/>
              <a:chExt cx="1404158" cy="597588"/>
            </a:xfrm>
          </p:grpSpPr>
          <p:sp>
            <p:nvSpPr>
              <p:cNvPr id="495" name="Arc 158">
                <a:extLst>
                  <a:ext uri="{FF2B5EF4-FFF2-40B4-BE49-F238E27FC236}">
                    <a16:creationId xmlns:a16="http://schemas.microsoft.com/office/drawing/2014/main" id="{E491420D-20C6-3982-3802-79C2EB4C96A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784994" y="2884702"/>
                <a:ext cx="592564" cy="874008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6" name="Line 160">
                <a:extLst>
                  <a:ext uri="{FF2B5EF4-FFF2-40B4-BE49-F238E27FC236}">
                    <a16:creationId xmlns:a16="http://schemas.microsoft.com/office/drawing/2014/main" id="{CB288BE9-5E3E-E5F2-6584-A1B93CAED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92078" y="3020400"/>
                <a:ext cx="26931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7" name="Line 160">
                <a:extLst>
                  <a:ext uri="{FF2B5EF4-FFF2-40B4-BE49-F238E27FC236}">
                    <a16:creationId xmlns:a16="http://schemas.microsoft.com/office/drawing/2014/main" id="{DA27C668-0832-BF7E-94AD-9167406A1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92078" y="3616146"/>
                <a:ext cx="26931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8" name="Arc 156">
                <a:extLst>
                  <a:ext uri="{FF2B5EF4-FFF2-40B4-BE49-F238E27FC236}">
                    <a16:creationId xmlns:a16="http://schemas.microsoft.com/office/drawing/2014/main" id="{56CCABB4-9AB3-EAF7-C417-D0C4FFB6C8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641915" y="3043706"/>
                <a:ext cx="406515" cy="57243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9" name="Arc 156">
                <a:extLst>
                  <a:ext uri="{FF2B5EF4-FFF2-40B4-BE49-F238E27FC236}">
                    <a16:creationId xmlns:a16="http://schemas.microsoft.com/office/drawing/2014/main" id="{906427EF-9E76-071A-611E-AA1323979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008" y="3020400"/>
                <a:ext cx="406515" cy="57243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20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cxnSp>
          <p:nvCxnSpPr>
            <p:cNvPr id="500" name="直接连接符 499">
              <a:extLst>
                <a:ext uri="{FF2B5EF4-FFF2-40B4-BE49-F238E27FC236}">
                  <a16:creationId xmlns:a16="http://schemas.microsoft.com/office/drawing/2014/main" id="{2AAFBC16-A532-B224-964E-BAAEAA37E4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8000" y="2304000"/>
              <a:ext cx="0" cy="82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>
              <a:extLst>
                <a:ext uri="{FF2B5EF4-FFF2-40B4-BE49-F238E27FC236}">
                  <a16:creationId xmlns:a16="http://schemas.microsoft.com/office/drawing/2014/main" id="{781A7613-9E2B-CAC4-CB1B-5B782879CAD2}"/>
                </a:ext>
              </a:extLst>
            </p:cNvPr>
            <p:cNvCxnSpPr>
              <a:cxnSpLocks/>
            </p:cNvCxnSpPr>
            <p:nvPr/>
          </p:nvCxnSpPr>
          <p:spPr>
            <a:xfrm>
              <a:off x="1620000" y="1944000"/>
              <a:ext cx="0" cy="154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7" name="等腰三角形 506">
              <a:extLst>
                <a:ext uri="{FF2B5EF4-FFF2-40B4-BE49-F238E27FC236}">
                  <a16:creationId xmlns:a16="http://schemas.microsoft.com/office/drawing/2014/main" id="{8DB6B782-A64E-33B7-BECD-2A3C90DCFA61}"/>
                </a:ext>
              </a:extLst>
            </p:cNvPr>
            <p:cNvSpPr/>
            <p:nvPr/>
          </p:nvSpPr>
          <p:spPr>
            <a:xfrm rot="10800000">
              <a:off x="1350000" y="2268000"/>
              <a:ext cx="540000" cy="43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94C7258B-6D6A-6EEE-DB35-F452EE11BA5D}"/>
                </a:ext>
              </a:extLst>
            </p:cNvPr>
            <p:cNvSpPr/>
            <p:nvPr/>
          </p:nvSpPr>
          <p:spPr>
            <a:xfrm>
              <a:off x="1558800" y="2700000"/>
              <a:ext cx="122400" cy="1224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5A056C50-B1AC-F89A-E17E-5A0226CDD282}"/>
                </a:ext>
              </a:extLst>
            </p:cNvPr>
            <p:cNvSpPr/>
            <p:nvPr/>
          </p:nvSpPr>
          <p:spPr>
            <a:xfrm>
              <a:off x="2058049" y="3085200"/>
              <a:ext cx="93269" cy="936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E3170D0E-52D4-9E25-72DE-1F1F0585C3E5}"/>
                </a:ext>
              </a:extLst>
            </p:cNvPr>
            <p:cNvSpPr/>
            <p:nvPr/>
          </p:nvSpPr>
          <p:spPr>
            <a:xfrm>
              <a:off x="1573200" y="1897200"/>
              <a:ext cx="93269" cy="936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8" name="直接连接符 527">
              <a:extLst>
                <a:ext uri="{FF2B5EF4-FFF2-40B4-BE49-F238E27FC236}">
                  <a16:creationId xmlns:a16="http://schemas.microsoft.com/office/drawing/2014/main" id="{67E17249-8C47-D0B1-03F1-9842451003CA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1800000"/>
              <a:ext cx="0" cy="5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EB769D4A-1F68-6F6F-8D8E-667A635FF77B}"/>
                </a:ext>
              </a:extLst>
            </p:cNvPr>
            <p:cNvCxnSpPr>
              <a:cxnSpLocks/>
            </p:cNvCxnSpPr>
            <p:nvPr/>
          </p:nvCxnSpPr>
          <p:spPr>
            <a:xfrm>
              <a:off x="4121999" y="2718000"/>
              <a:ext cx="52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6138E855-6AA4-AF5C-BED3-9EB433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4014000" y="3528000"/>
              <a:ext cx="216629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文本框 530">
                  <a:extLst>
                    <a:ext uri="{FF2B5EF4-FFF2-40B4-BE49-F238E27FC236}">
                      <a16:creationId xmlns:a16="http://schemas.microsoft.com/office/drawing/2014/main" id="{B7CFAAF5-449F-9323-C838-BBD8B2B18143}"/>
                    </a:ext>
                  </a:extLst>
                </p:cNvPr>
                <p:cNvSpPr txBox="1"/>
                <p:nvPr/>
              </p:nvSpPr>
              <p:spPr>
                <a:xfrm>
                  <a:off x="3834000" y="136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1" name="文本框 530">
                  <a:extLst>
                    <a:ext uri="{FF2B5EF4-FFF2-40B4-BE49-F238E27FC236}">
                      <a16:creationId xmlns:a16="http://schemas.microsoft.com/office/drawing/2014/main" id="{B7CFAAF5-449F-9323-C838-BBD8B2B18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000" y="1368000"/>
                  <a:ext cx="576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6383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F15A5E2D-5358-D5A1-0A48-BD581162D59F}"/>
                </a:ext>
              </a:extLst>
            </p:cNvPr>
            <p:cNvCxnSpPr>
              <a:cxnSpLocks/>
              <a:stCxn id="473" idx="3"/>
            </p:cNvCxnSpPr>
            <p:nvPr/>
          </p:nvCxnSpPr>
          <p:spPr>
            <a:xfrm>
              <a:off x="3022168" y="2124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箭头连接符 532">
              <a:extLst>
                <a:ext uri="{FF2B5EF4-FFF2-40B4-BE49-F238E27FC236}">
                  <a16:creationId xmlns:a16="http://schemas.microsoft.com/office/drawing/2014/main" id="{E896C302-FC72-6880-7F4E-D56B36500093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340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38D41C3F-358F-59E3-5A1F-38814CBBEEE3}"/>
                </a:ext>
              </a:extLst>
            </p:cNvPr>
            <p:cNvCxnSpPr>
              <a:cxnSpLocks/>
            </p:cNvCxnSpPr>
            <p:nvPr/>
          </p:nvCxnSpPr>
          <p:spPr>
            <a:xfrm>
              <a:off x="3708000" y="2123999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4CE2859C-6BAE-6324-CB0B-2D4391188860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124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EDE97090-0BB9-F970-A3FD-3ABA390CCEDB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556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D54DF1DE-4D9E-F3E7-64F9-9AD333E7699D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2556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文本框 538">
                  <a:extLst>
                    <a:ext uri="{FF2B5EF4-FFF2-40B4-BE49-F238E27FC236}">
                      <a16:creationId xmlns:a16="http://schemas.microsoft.com/office/drawing/2014/main" id="{31A18D89-BA9A-1E0D-EC38-38DD5EF4DB2D}"/>
                    </a:ext>
                  </a:extLst>
                </p:cNvPr>
                <p:cNvSpPr txBox="1"/>
                <p:nvPr/>
              </p:nvSpPr>
              <p:spPr>
                <a:xfrm>
                  <a:off x="4140000" y="2124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39" name="文本框 538">
                  <a:extLst>
                    <a:ext uri="{FF2B5EF4-FFF2-40B4-BE49-F238E27FC236}">
                      <a16:creationId xmlns:a16="http://schemas.microsoft.com/office/drawing/2014/main" id="{31A18D89-BA9A-1E0D-EC38-38DD5EF4D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000" y="2124000"/>
                  <a:ext cx="432000" cy="432000"/>
                </a:xfrm>
                <a:prstGeom prst="rect">
                  <a:avLst/>
                </a:prstGeom>
                <a:blipFill>
                  <a:blip r:embed="rId9"/>
                  <a:stretch>
                    <a:fillRect l="-4225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文本框 540">
                  <a:extLst>
                    <a:ext uri="{FF2B5EF4-FFF2-40B4-BE49-F238E27FC236}">
                      <a16:creationId xmlns:a16="http://schemas.microsoft.com/office/drawing/2014/main" id="{47F8055B-0024-63EC-C2C8-3A84EC1747A3}"/>
                    </a:ext>
                  </a:extLst>
                </p:cNvPr>
                <p:cNvSpPr txBox="1"/>
                <p:nvPr/>
              </p:nvSpPr>
              <p:spPr>
                <a:xfrm>
                  <a:off x="4140000" y="2880000"/>
                  <a:ext cx="432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41" name="文本框 540">
                  <a:extLst>
                    <a:ext uri="{FF2B5EF4-FFF2-40B4-BE49-F238E27FC236}">
                      <a16:creationId xmlns:a16="http://schemas.microsoft.com/office/drawing/2014/main" id="{47F8055B-0024-63EC-C2C8-3A84EC174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000" y="2880000"/>
                  <a:ext cx="432000" cy="432000"/>
                </a:xfrm>
                <a:prstGeom prst="rect">
                  <a:avLst/>
                </a:prstGeom>
                <a:blipFill>
                  <a:blip r:embed="rId10"/>
                  <a:stretch>
                    <a:fillRect l="-7042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0EAAB86D-7D18-363D-A1CD-9D430F5371F1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062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D2FD4D30-E3F8-B0E2-D269-A2B1FD8F39D4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278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>
              <a:extLst>
                <a:ext uri="{FF2B5EF4-FFF2-40B4-BE49-F238E27FC236}">
                  <a16:creationId xmlns:a16="http://schemas.microsoft.com/office/drawing/2014/main" id="{E3BB6A0F-0DB2-3ACF-D31F-C2C17ECA4935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494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>
              <a:extLst>
                <a:ext uri="{FF2B5EF4-FFF2-40B4-BE49-F238E27FC236}">
                  <a16:creationId xmlns:a16="http://schemas.microsoft.com/office/drawing/2014/main" id="{6C9100E9-0048-B743-C23E-0DEE6E045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2000" y="3097982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>
              <a:extLst>
                <a:ext uri="{FF2B5EF4-FFF2-40B4-BE49-F238E27FC236}">
                  <a16:creationId xmlns:a16="http://schemas.microsoft.com/office/drawing/2014/main" id="{79287E16-6872-9E56-F87B-EA1E47905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4000" y="3312000"/>
              <a:ext cx="68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箭头连接符 546">
              <a:extLst>
                <a:ext uri="{FF2B5EF4-FFF2-40B4-BE49-F238E27FC236}">
                  <a16:creationId xmlns:a16="http://schemas.microsoft.com/office/drawing/2014/main" id="{1D52E8A0-7DAE-A850-1EE6-08DA4DDA88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000" y="3096000"/>
              <a:ext cx="2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>
              <a:extLst>
                <a:ext uri="{FF2B5EF4-FFF2-40B4-BE49-F238E27FC236}">
                  <a16:creationId xmlns:a16="http://schemas.microsoft.com/office/drawing/2014/main" id="{167271EE-FE12-9243-F4C8-17CD72925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8000" y="2880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CF88D2DC-2CD9-BA47-BDDD-F31F38B066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4000" y="3312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>
              <a:extLst>
                <a:ext uri="{FF2B5EF4-FFF2-40B4-BE49-F238E27FC236}">
                  <a16:creationId xmlns:a16="http://schemas.microsoft.com/office/drawing/2014/main" id="{095EC38F-7737-2F17-D8D9-9290AD86F10C}"/>
                </a:ext>
              </a:extLst>
            </p:cNvPr>
            <p:cNvCxnSpPr>
              <a:cxnSpLocks/>
            </p:cNvCxnSpPr>
            <p:nvPr/>
          </p:nvCxnSpPr>
          <p:spPr>
            <a:xfrm>
              <a:off x="3834000" y="2880000"/>
              <a:ext cx="28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>
              <a:extLst>
                <a:ext uri="{FF2B5EF4-FFF2-40B4-BE49-F238E27FC236}">
                  <a16:creationId xmlns:a16="http://schemas.microsoft.com/office/drawing/2014/main" id="{7496A363-C6CF-B52A-B09B-74C0C62D5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4000" y="3250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2626FCF4-AAFE-DFE2-D4BD-C710CD89E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4000" y="3034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>
              <a:extLst>
                <a:ext uri="{FF2B5EF4-FFF2-40B4-BE49-F238E27FC236}">
                  <a16:creationId xmlns:a16="http://schemas.microsoft.com/office/drawing/2014/main" id="{B38AC989-EB28-EADE-5FDB-C95EEE482F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4000" y="2818800"/>
              <a:ext cx="0" cy="12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9ED7B589-D18C-20FB-B9CE-D4686590FFA2}"/>
                </a:ext>
              </a:extLst>
            </p:cNvPr>
            <p:cNvSpPr/>
            <p:nvPr/>
          </p:nvSpPr>
          <p:spPr>
            <a:xfrm>
              <a:off x="4086000" y="3276000"/>
              <a:ext cx="72616" cy="72616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91D73FBF-9597-5F8C-A859-5BB0600D140F}"/>
                </a:ext>
              </a:extLst>
            </p:cNvPr>
            <p:cNvSpPr/>
            <p:nvPr/>
          </p:nvSpPr>
          <p:spPr>
            <a:xfrm>
              <a:off x="4086000" y="2682000"/>
              <a:ext cx="72616" cy="72616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ACDAAE96-93EC-29FE-F4D4-BF7BF40859AC}"/>
                    </a:ext>
                  </a:extLst>
                </p:cNvPr>
                <p:cNvSpPr txBox="1"/>
                <p:nvPr/>
              </p:nvSpPr>
              <p:spPr>
                <a:xfrm>
                  <a:off x="4608000" y="250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7" name="文本框 556">
                  <a:extLst>
                    <a:ext uri="{FF2B5EF4-FFF2-40B4-BE49-F238E27FC236}">
                      <a16:creationId xmlns:a16="http://schemas.microsoft.com/office/drawing/2014/main" id="{ACDAAE96-93EC-29FE-F4D4-BF7BF4085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000" y="2502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2" name="椭圆 471">
              <a:extLst>
                <a:ext uri="{FF2B5EF4-FFF2-40B4-BE49-F238E27FC236}">
                  <a16:creationId xmlns:a16="http://schemas.microsoft.com/office/drawing/2014/main" id="{3EAD530A-9E73-DBAA-84AA-195E0EEF1132}"/>
                </a:ext>
              </a:extLst>
            </p:cNvPr>
            <p:cNvSpPr/>
            <p:nvPr/>
          </p:nvSpPr>
          <p:spPr>
            <a:xfrm>
              <a:off x="3034800" y="2058377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62CF3D4E-32D0-2816-1131-730CB2187713}"/>
                </a:ext>
              </a:extLst>
            </p:cNvPr>
            <p:cNvSpPr/>
            <p:nvPr/>
          </p:nvSpPr>
          <p:spPr>
            <a:xfrm>
              <a:off x="3034800" y="3240000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文本框 560">
                  <a:extLst>
                    <a:ext uri="{FF2B5EF4-FFF2-40B4-BE49-F238E27FC236}">
                      <a16:creationId xmlns:a16="http://schemas.microsoft.com/office/drawing/2014/main" id="{3E2037CA-C69B-D288-397C-353A4473AE14}"/>
                    </a:ext>
                  </a:extLst>
                </p:cNvPr>
                <p:cNvSpPr txBox="1"/>
                <p:nvPr/>
              </p:nvSpPr>
              <p:spPr>
                <a:xfrm>
                  <a:off x="3168000" y="2932883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1" name="文本框 560">
                  <a:extLst>
                    <a:ext uri="{FF2B5EF4-FFF2-40B4-BE49-F238E27FC236}">
                      <a16:creationId xmlns:a16="http://schemas.microsoft.com/office/drawing/2014/main" id="{3E2037CA-C69B-D288-397C-353A4473A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000" y="2932883"/>
                  <a:ext cx="432000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2D51A0CF-EE7F-9E62-7DD8-AED4219BC358}"/>
                    </a:ext>
                  </a:extLst>
                </p:cNvPr>
                <p:cNvSpPr txBox="1"/>
                <p:nvPr/>
              </p:nvSpPr>
              <p:spPr>
                <a:xfrm>
                  <a:off x="684000" y="29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2D51A0CF-EE7F-9E62-7DD8-AED4219B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0" y="2916000"/>
                  <a:ext cx="432000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文本框 562">
                  <a:extLst>
                    <a:ext uri="{FF2B5EF4-FFF2-40B4-BE49-F238E27FC236}">
                      <a16:creationId xmlns:a16="http://schemas.microsoft.com/office/drawing/2014/main" id="{07830B4E-168D-6128-3288-EA617EDBF1F6}"/>
                    </a:ext>
                  </a:extLst>
                </p:cNvPr>
                <p:cNvSpPr txBox="1"/>
                <p:nvPr/>
              </p:nvSpPr>
              <p:spPr>
                <a:xfrm>
                  <a:off x="540000" y="172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EN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63" name="文本框 562">
                  <a:extLst>
                    <a:ext uri="{FF2B5EF4-FFF2-40B4-BE49-F238E27FC236}">
                      <a16:creationId xmlns:a16="http://schemas.microsoft.com/office/drawing/2014/main" id="{07830B4E-168D-6128-3288-EA617EDBF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" y="1728000"/>
                  <a:ext cx="576000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53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898112F4-3945-7EB2-7A1E-7A4A15A9F77A}"/>
                </a:ext>
              </a:extLst>
            </p:cNvPr>
            <p:cNvSpPr/>
            <p:nvPr/>
          </p:nvSpPr>
          <p:spPr>
            <a:xfrm>
              <a:off x="4086000" y="2088603"/>
              <a:ext cx="72616" cy="72616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F847D3B3-1D98-F826-3D03-AE9C37A40CB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三态门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5D1459D-6E0C-B876-E961-1F749B1A35BF}"/>
              </a:ext>
            </a:extLst>
          </p:cNvPr>
          <p:cNvGrpSpPr/>
          <p:nvPr/>
        </p:nvGrpSpPr>
        <p:grpSpPr>
          <a:xfrm>
            <a:off x="3096000" y="4536000"/>
            <a:ext cx="2088000" cy="1207478"/>
            <a:chOff x="1194173" y="4812122"/>
            <a:chExt cx="2088000" cy="1207478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41976DA-CDDD-E62C-FA59-CC49D63F7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8173" y="4992122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CB52A71-93B2-ED65-FCF6-C442E198BE64}"/>
                </a:ext>
              </a:extLst>
            </p:cNvPr>
            <p:cNvCxnSpPr>
              <a:cxnSpLocks/>
            </p:cNvCxnSpPr>
            <p:nvPr/>
          </p:nvCxnSpPr>
          <p:spPr>
            <a:xfrm>
              <a:off x="1626172" y="5622122"/>
              <a:ext cx="12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807D6697-9ED5-793B-BF5E-AC711FD2B040}"/>
                </a:ext>
              </a:extLst>
            </p:cNvPr>
            <p:cNvSpPr/>
            <p:nvPr/>
          </p:nvSpPr>
          <p:spPr>
            <a:xfrm rot="5400000">
              <a:off x="1846867" y="5299600"/>
              <a:ext cx="792000" cy="648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2BCE78F-96A8-4B8E-64E9-E4134DDB4B33}"/>
                </a:ext>
              </a:extLst>
            </p:cNvPr>
            <p:cNvCxnSpPr>
              <a:cxnSpLocks/>
            </p:cNvCxnSpPr>
            <p:nvPr/>
          </p:nvCxnSpPr>
          <p:spPr>
            <a:xfrm>
              <a:off x="1626173" y="4992122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F97D640-9080-7525-AF82-AC201AAA1415}"/>
                    </a:ext>
                  </a:extLst>
                </p:cNvPr>
                <p:cNvSpPr txBox="1"/>
                <p:nvPr/>
              </p:nvSpPr>
              <p:spPr>
                <a:xfrm>
                  <a:off x="1194173" y="4812122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EN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F97D640-9080-7525-AF82-AC201AAA1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4173" y="4812122"/>
                  <a:ext cx="432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22535" r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63D9D5F-F2AC-1228-051D-5D8599072115}"/>
                    </a:ext>
                  </a:extLst>
                </p:cNvPr>
                <p:cNvSpPr txBox="1"/>
                <p:nvPr/>
              </p:nvSpPr>
              <p:spPr>
                <a:xfrm>
                  <a:off x="1266173" y="5424122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63D9D5F-F2AC-1228-051D-5D8599072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6173" y="5424122"/>
                  <a:ext cx="432000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28E7DD1-3BAB-F987-DBF9-31205C424183}"/>
                    </a:ext>
                  </a:extLst>
                </p:cNvPr>
                <p:cNvSpPr txBox="1"/>
                <p:nvPr/>
              </p:nvSpPr>
              <p:spPr>
                <a:xfrm>
                  <a:off x="2850173" y="5424122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28E7DD1-3BAB-F987-DBF9-31205C424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173" y="5424122"/>
                  <a:ext cx="432000" cy="432106"/>
                </a:xfrm>
                <a:prstGeom prst="rect">
                  <a:avLst/>
                </a:prstGeom>
                <a:blipFill>
                  <a:blip r:embed="rId17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CEECC9A-8C5B-9E41-07EC-A15D920FD44B}"/>
              </a:ext>
            </a:extLst>
          </p:cNvPr>
          <p:cNvGrpSpPr/>
          <p:nvPr/>
        </p:nvGrpSpPr>
        <p:grpSpPr>
          <a:xfrm>
            <a:off x="5472000" y="4536000"/>
            <a:ext cx="2088000" cy="1207478"/>
            <a:chOff x="3456000" y="6804000"/>
            <a:chExt cx="2088000" cy="1207478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6642D89-6C17-2831-0113-FF162CEF45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6984000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97FB8E0-93E7-5579-76C8-D8C956C3D90B}"/>
                </a:ext>
              </a:extLst>
            </p:cNvPr>
            <p:cNvCxnSpPr>
              <a:cxnSpLocks/>
            </p:cNvCxnSpPr>
            <p:nvPr/>
          </p:nvCxnSpPr>
          <p:spPr>
            <a:xfrm>
              <a:off x="3887999" y="7614000"/>
              <a:ext cx="12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4A6383B3-3D04-A629-60E3-8FEFC633AAA0}"/>
                </a:ext>
              </a:extLst>
            </p:cNvPr>
            <p:cNvSpPr/>
            <p:nvPr/>
          </p:nvSpPr>
          <p:spPr>
            <a:xfrm rot="5400000">
              <a:off x="4108694" y="7291478"/>
              <a:ext cx="792000" cy="648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63FF8AE1-4950-C246-7312-CD525D121059}"/>
                </a:ext>
              </a:extLst>
            </p:cNvPr>
            <p:cNvSpPr/>
            <p:nvPr/>
          </p:nvSpPr>
          <p:spPr>
            <a:xfrm rot="10800000">
              <a:off x="4388648" y="7539494"/>
              <a:ext cx="180000" cy="16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0A50DDD-ED60-51A0-6D49-0C2C406AC046}"/>
                </a:ext>
              </a:extLst>
            </p:cNvPr>
            <p:cNvCxnSpPr>
              <a:cxnSpLocks/>
            </p:cNvCxnSpPr>
            <p:nvPr/>
          </p:nvCxnSpPr>
          <p:spPr>
            <a:xfrm>
              <a:off x="3888000" y="6984000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8A18D0D-D9B8-6B5D-DEAD-111BCAB4B7DC}"/>
                    </a:ext>
                  </a:extLst>
                </p:cNvPr>
                <p:cNvSpPr txBox="1"/>
                <p:nvPr/>
              </p:nvSpPr>
              <p:spPr>
                <a:xfrm>
                  <a:off x="3456000" y="680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EN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8A18D0D-D9B8-6B5D-DEAD-111BCAB4B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00" y="6804000"/>
                  <a:ext cx="432000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22535" r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607B623-6742-BBA8-C57A-1232C8459B2A}"/>
                    </a:ext>
                  </a:extLst>
                </p:cNvPr>
                <p:cNvSpPr txBox="1"/>
                <p:nvPr/>
              </p:nvSpPr>
              <p:spPr>
                <a:xfrm>
                  <a:off x="3528000" y="74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607B623-6742-BBA8-C57A-1232C8459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000" y="7416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002F45-9F1E-7712-F033-A623106E47CC}"/>
                    </a:ext>
                  </a:extLst>
                </p:cNvPr>
                <p:cNvSpPr txBox="1"/>
                <p:nvPr/>
              </p:nvSpPr>
              <p:spPr>
                <a:xfrm>
                  <a:off x="5112000" y="7416000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002F45-9F1E-7712-F033-A623106E4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000" y="7416000"/>
                  <a:ext cx="432000" cy="43210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DFFEACB-0A31-61AD-1901-7AC6727F05C4}"/>
                </a:ext>
              </a:extLst>
            </p:cNvPr>
            <p:cNvSpPr/>
            <p:nvPr/>
          </p:nvSpPr>
          <p:spPr>
            <a:xfrm>
              <a:off x="4446000" y="7272000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5AA4CAD-B166-EC05-E1E8-73236D1760CA}"/>
              </a:ext>
            </a:extLst>
          </p:cNvPr>
          <p:cNvGrpSpPr/>
          <p:nvPr/>
        </p:nvGrpSpPr>
        <p:grpSpPr>
          <a:xfrm>
            <a:off x="7632000" y="4536000"/>
            <a:ext cx="2088000" cy="1207478"/>
            <a:chOff x="3456000" y="6804000"/>
            <a:chExt cx="2088000" cy="1207478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AA3E971-581D-9570-F9A6-61710DFA4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0000" y="6984000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4003FD1-6519-A9B9-CBE5-61E161A6D571}"/>
                </a:ext>
              </a:extLst>
            </p:cNvPr>
            <p:cNvCxnSpPr>
              <a:cxnSpLocks/>
            </p:cNvCxnSpPr>
            <p:nvPr/>
          </p:nvCxnSpPr>
          <p:spPr>
            <a:xfrm>
              <a:off x="3887999" y="7614000"/>
              <a:ext cx="12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7BFEA928-E849-AF44-27CC-096D506E3629}"/>
                </a:ext>
              </a:extLst>
            </p:cNvPr>
            <p:cNvSpPr/>
            <p:nvPr/>
          </p:nvSpPr>
          <p:spPr>
            <a:xfrm rot="5400000">
              <a:off x="4108694" y="7291478"/>
              <a:ext cx="792000" cy="648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F793F8F0-F5AF-BF26-3A3F-284988AA41DD}"/>
                </a:ext>
              </a:extLst>
            </p:cNvPr>
            <p:cNvSpPr/>
            <p:nvPr/>
          </p:nvSpPr>
          <p:spPr>
            <a:xfrm rot="10800000">
              <a:off x="4388648" y="7539494"/>
              <a:ext cx="180000" cy="16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4BA906F-4D45-BDF9-1610-76610358ACF0}"/>
                </a:ext>
              </a:extLst>
            </p:cNvPr>
            <p:cNvCxnSpPr>
              <a:cxnSpLocks/>
            </p:cNvCxnSpPr>
            <p:nvPr/>
          </p:nvCxnSpPr>
          <p:spPr>
            <a:xfrm>
              <a:off x="3888000" y="6984000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EB59E42-EC36-BE58-7F30-14CE5E289F46}"/>
                    </a:ext>
                  </a:extLst>
                </p:cNvPr>
                <p:cNvSpPr txBox="1"/>
                <p:nvPr/>
              </p:nvSpPr>
              <p:spPr>
                <a:xfrm>
                  <a:off x="3456000" y="680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EN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EB59E42-EC36-BE58-7F30-14CE5E289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000" y="6804000"/>
                  <a:ext cx="432000" cy="430887"/>
                </a:xfrm>
                <a:prstGeom prst="rect">
                  <a:avLst/>
                </a:prstGeom>
                <a:blipFill>
                  <a:blip r:embed="rId21"/>
                  <a:stretch>
                    <a:fillRect l="-22535" r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B1A8D5D-8C62-6DAA-D1EC-2FB2E817D8E8}"/>
                    </a:ext>
                  </a:extLst>
                </p:cNvPr>
                <p:cNvSpPr txBox="1"/>
                <p:nvPr/>
              </p:nvSpPr>
              <p:spPr>
                <a:xfrm>
                  <a:off x="3528000" y="74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B1A8D5D-8C62-6DAA-D1EC-2FB2E817D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000" y="7416000"/>
                  <a:ext cx="432000" cy="430887"/>
                </a:xfrm>
                <a:prstGeom prst="rect">
                  <a:avLst/>
                </a:prstGeom>
                <a:blipFill>
                  <a:blip r:embed="rId22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2E96B45-24F2-DCC7-D3DC-D43B583D11BF}"/>
                    </a:ext>
                  </a:extLst>
                </p:cNvPr>
                <p:cNvSpPr txBox="1"/>
                <p:nvPr/>
              </p:nvSpPr>
              <p:spPr>
                <a:xfrm>
                  <a:off x="5112000" y="7416000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2E96B45-24F2-DCC7-D3DC-D43B583D1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000" y="7416000"/>
                  <a:ext cx="432000" cy="432106"/>
                </a:xfrm>
                <a:prstGeom prst="rect">
                  <a:avLst/>
                </a:prstGeom>
                <a:blipFill>
                  <a:blip r:embed="rId23"/>
                  <a:stretch>
                    <a:fillRect l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1B1EFB4F-5BE3-1AF4-3B62-D4239024507C}"/>
                </a:ext>
              </a:extLst>
            </p:cNvPr>
            <p:cNvSpPr/>
            <p:nvPr/>
          </p:nvSpPr>
          <p:spPr>
            <a:xfrm>
              <a:off x="4834800" y="7553618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AC1068C8-D743-3DDA-2151-7CC80D6BC897}"/>
              </a:ext>
            </a:extLst>
          </p:cNvPr>
          <p:cNvGrpSpPr/>
          <p:nvPr/>
        </p:nvGrpSpPr>
        <p:grpSpPr>
          <a:xfrm>
            <a:off x="9792000" y="4536000"/>
            <a:ext cx="2088000" cy="1207478"/>
            <a:chOff x="8280000" y="7667526"/>
            <a:chExt cx="2088000" cy="1207478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830EB58-5FCA-2E41-F635-510573FFE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4000" y="7847526"/>
              <a:ext cx="0" cy="46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A004D0F7-1615-BEA5-A5B9-372622224853}"/>
                </a:ext>
              </a:extLst>
            </p:cNvPr>
            <p:cNvCxnSpPr>
              <a:cxnSpLocks/>
            </p:cNvCxnSpPr>
            <p:nvPr/>
          </p:nvCxnSpPr>
          <p:spPr>
            <a:xfrm>
              <a:off x="8711999" y="8477526"/>
              <a:ext cx="12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E4A6CBDD-24B8-B703-C0FC-78917B4E0861}"/>
                </a:ext>
              </a:extLst>
            </p:cNvPr>
            <p:cNvSpPr/>
            <p:nvPr/>
          </p:nvSpPr>
          <p:spPr>
            <a:xfrm rot="5400000">
              <a:off x="8932694" y="8155004"/>
              <a:ext cx="792000" cy="648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0A665D25-A73F-86E2-70E3-426CF32FA314}"/>
                </a:ext>
              </a:extLst>
            </p:cNvPr>
            <p:cNvSpPr/>
            <p:nvPr/>
          </p:nvSpPr>
          <p:spPr>
            <a:xfrm rot="10800000">
              <a:off x="9212648" y="8403020"/>
              <a:ext cx="180000" cy="162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EB97DA8-5CAD-0B88-A9D5-AFE627143170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00" y="7847526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ABEB9F2-EB64-C1DD-04B8-89214DD08367}"/>
                    </a:ext>
                  </a:extLst>
                </p:cNvPr>
                <p:cNvSpPr txBox="1"/>
                <p:nvPr/>
              </p:nvSpPr>
              <p:spPr>
                <a:xfrm>
                  <a:off x="8280000" y="7667526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EN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ABEB9F2-EB64-C1DD-04B8-89214DD08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0" y="7667526"/>
                  <a:ext cx="432000" cy="430887"/>
                </a:xfrm>
                <a:prstGeom prst="rect">
                  <a:avLst/>
                </a:prstGeom>
                <a:blipFill>
                  <a:blip r:embed="rId24"/>
                  <a:stretch>
                    <a:fillRect l="-22535" r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D43E7F9-0DFA-4CA8-92AC-1B2CAC52E6B4}"/>
                    </a:ext>
                  </a:extLst>
                </p:cNvPr>
                <p:cNvSpPr txBox="1"/>
                <p:nvPr/>
              </p:nvSpPr>
              <p:spPr>
                <a:xfrm>
                  <a:off x="8352000" y="8279526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D43E7F9-0DFA-4CA8-92AC-1B2CAC52E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2000" y="8279526"/>
                  <a:ext cx="432000" cy="430887"/>
                </a:xfrm>
                <a:prstGeom prst="rect">
                  <a:avLst/>
                </a:prstGeom>
                <a:blipFill>
                  <a:blip r:embed="rId25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4092C68-C0CE-5120-9B5C-B8A29BA3DBEC}"/>
                    </a:ext>
                  </a:extLst>
                </p:cNvPr>
                <p:cNvSpPr txBox="1"/>
                <p:nvPr/>
              </p:nvSpPr>
              <p:spPr>
                <a:xfrm>
                  <a:off x="9936000" y="8279526"/>
                  <a:ext cx="432000" cy="432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4092C68-C0CE-5120-9B5C-B8A29BA3DB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8279526"/>
                  <a:ext cx="432000" cy="432106"/>
                </a:xfrm>
                <a:prstGeom prst="rect">
                  <a:avLst/>
                </a:prstGeom>
                <a:blipFill>
                  <a:blip r:embed="rId26"/>
                  <a:stretch>
                    <a:fillRect l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77D156A-0E87-FE75-DC28-3189A1CA6B24}"/>
                </a:ext>
              </a:extLst>
            </p:cNvPr>
            <p:cNvSpPr/>
            <p:nvPr/>
          </p:nvSpPr>
          <p:spPr>
            <a:xfrm>
              <a:off x="9270000" y="8135526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7005A001-20FD-34A0-A241-8988E0B05233}"/>
                </a:ext>
              </a:extLst>
            </p:cNvPr>
            <p:cNvSpPr/>
            <p:nvPr/>
          </p:nvSpPr>
          <p:spPr>
            <a:xfrm>
              <a:off x="9658800" y="8416800"/>
              <a:ext cx="121676" cy="12167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9568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8ADD-CFB8-5767-CB3D-FC3DD19E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92BCF6-84E2-2F5B-011F-542F3067C9F5}"/>
              </a:ext>
            </a:extLst>
          </p:cNvPr>
          <p:cNvSpPr txBox="1"/>
          <p:nvPr/>
        </p:nvSpPr>
        <p:spPr>
          <a:xfrm>
            <a:off x="360000" y="827142"/>
            <a:ext cx="6742744" cy="3461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三态门主要用途：总线输出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任何时刻只有一个门电路的使能端有效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使能端有效的门电路的信号被传到总线上，其余三态门电路处于高阻状态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为避免不同信号在总线上引起冲突，要求前一个电路进入高阻后，后一个电路的输出信号才送到总线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809360FF-2869-E6C3-83F6-ABB484904D5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6EAEE060-7EB9-DA9D-EC88-ED805E46AEE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BBBC2611-A65C-3CFA-1BBB-029DF38EC6A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84301BFD-6F2D-0B18-A809-C0590B75406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EE0E63D9-F3D4-F1B8-BAB5-5FF22FAB264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111146EC-B68F-AE0E-6E4A-9EB2605D80F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三态门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21468CD-5A66-AF41-EBA6-251E12262BEC}"/>
              </a:ext>
            </a:extLst>
          </p:cNvPr>
          <p:cNvCxnSpPr>
            <a:cxnSpLocks/>
          </p:cNvCxnSpPr>
          <p:nvPr/>
        </p:nvCxnSpPr>
        <p:spPr>
          <a:xfrm flipV="1">
            <a:off x="10080000" y="1801183"/>
            <a:ext cx="0" cy="4140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84909DD-5D17-5D9D-7D2A-C89690281584}"/>
              </a:ext>
            </a:extLst>
          </p:cNvPr>
          <p:cNvSpPr txBox="1"/>
          <p:nvPr/>
        </p:nvSpPr>
        <p:spPr>
          <a:xfrm>
            <a:off x="9612000" y="1260000"/>
            <a:ext cx="9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72" name="直接连接符 571">
            <a:extLst>
              <a:ext uri="{FF2B5EF4-FFF2-40B4-BE49-F238E27FC236}">
                <a16:creationId xmlns:a16="http://schemas.microsoft.com/office/drawing/2014/main" id="{962521B8-567B-AD6B-4455-16D47D649B6B}"/>
              </a:ext>
            </a:extLst>
          </p:cNvPr>
          <p:cNvCxnSpPr>
            <a:cxnSpLocks/>
          </p:cNvCxnSpPr>
          <p:nvPr/>
        </p:nvCxnSpPr>
        <p:spPr>
          <a:xfrm flipV="1">
            <a:off x="9324000" y="2016000"/>
            <a:ext cx="0" cy="43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0030A366-015A-2644-CDBF-877028F419F9}"/>
              </a:ext>
            </a:extLst>
          </p:cNvPr>
          <p:cNvCxnSpPr>
            <a:cxnSpLocks/>
          </p:cNvCxnSpPr>
          <p:nvPr/>
        </p:nvCxnSpPr>
        <p:spPr>
          <a:xfrm>
            <a:off x="8604000" y="2628000"/>
            <a:ext cx="144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8" name="等腰三角形 567">
            <a:extLst>
              <a:ext uri="{FF2B5EF4-FFF2-40B4-BE49-F238E27FC236}">
                <a16:creationId xmlns:a16="http://schemas.microsoft.com/office/drawing/2014/main" id="{DE9BEBFF-5534-707E-585B-3D42969B6E26}"/>
              </a:ext>
            </a:extLst>
          </p:cNvPr>
          <p:cNvSpPr/>
          <p:nvPr/>
        </p:nvSpPr>
        <p:spPr>
          <a:xfrm rot="5400000">
            <a:off x="8928000" y="2322000"/>
            <a:ext cx="792000" cy="61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7" name="等腰三角形 566">
            <a:extLst>
              <a:ext uri="{FF2B5EF4-FFF2-40B4-BE49-F238E27FC236}">
                <a16:creationId xmlns:a16="http://schemas.microsoft.com/office/drawing/2014/main" id="{66035E29-B599-5997-F370-8E17ECF7C3A3}"/>
              </a:ext>
            </a:extLst>
          </p:cNvPr>
          <p:cNvSpPr/>
          <p:nvPr/>
        </p:nvSpPr>
        <p:spPr>
          <a:xfrm rot="10800000">
            <a:off x="9180000" y="2556000"/>
            <a:ext cx="216000" cy="16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75" name="直接连接符 574">
            <a:extLst>
              <a:ext uri="{FF2B5EF4-FFF2-40B4-BE49-F238E27FC236}">
                <a16:creationId xmlns:a16="http://schemas.microsoft.com/office/drawing/2014/main" id="{B664AA8C-DBE4-18D5-0EFB-14D75E8F063B}"/>
              </a:ext>
            </a:extLst>
          </p:cNvPr>
          <p:cNvCxnSpPr>
            <a:cxnSpLocks/>
          </p:cNvCxnSpPr>
          <p:nvPr/>
        </p:nvCxnSpPr>
        <p:spPr>
          <a:xfrm>
            <a:off x="8604000" y="2016628"/>
            <a:ext cx="72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215079-C8F1-D775-49B8-E493A76BDFBE}"/>
                  </a:ext>
                </a:extLst>
              </p:cNvPr>
              <p:cNvSpPr txBox="1"/>
              <p:nvPr/>
            </p:nvSpPr>
            <p:spPr>
              <a:xfrm>
                <a:off x="8028000" y="1800000"/>
                <a:ext cx="576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EN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215079-C8F1-D775-49B8-E493A76BD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000" y="1800000"/>
                <a:ext cx="576000" cy="430887"/>
              </a:xfrm>
              <a:prstGeom prst="rect">
                <a:avLst/>
              </a:prstGeom>
              <a:blipFill>
                <a:blip r:embed="rId3"/>
                <a:stretch>
                  <a:fillRect l="-14894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6791599-7EDF-EE19-78FE-650DD31592CB}"/>
                  </a:ext>
                </a:extLst>
              </p:cNvPr>
              <p:cNvSpPr txBox="1"/>
              <p:nvPr/>
            </p:nvSpPr>
            <p:spPr>
              <a:xfrm>
                <a:off x="8172000" y="2412000"/>
                <a:ext cx="43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6791599-7EDF-EE19-78FE-650DD3159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00" y="2412000"/>
                <a:ext cx="432000" cy="430887"/>
              </a:xfrm>
              <a:prstGeom prst="rect">
                <a:avLst/>
              </a:prstGeom>
              <a:blipFill>
                <a:blip r:embed="rId4"/>
                <a:stretch>
                  <a:fillRect l="-18571" b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>
            <a:extLst>
              <a:ext uri="{FF2B5EF4-FFF2-40B4-BE49-F238E27FC236}">
                <a16:creationId xmlns:a16="http://schemas.microsoft.com/office/drawing/2014/main" id="{BC30ABB5-A7E2-35D4-BD9B-DF8CEFC342A0}"/>
              </a:ext>
            </a:extLst>
          </p:cNvPr>
          <p:cNvSpPr/>
          <p:nvPr/>
        </p:nvSpPr>
        <p:spPr>
          <a:xfrm>
            <a:off x="9972000" y="2520000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A6FE279-3324-7C70-0687-2FB3751A492F}"/>
              </a:ext>
            </a:extLst>
          </p:cNvPr>
          <p:cNvCxnSpPr>
            <a:cxnSpLocks/>
          </p:cNvCxnSpPr>
          <p:nvPr/>
        </p:nvCxnSpPr>
        <p:spPr>
          <a:xfrm flipV="1">
            <a:off x="9324000" y="3456000"/>
            <a:ext cx="0" cy="43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2A9EB4A-3737-B8E9-E446-F09A11E5CC53}"/>
              </a:ext>
            </a:extLst>
          </p:cNvPr>
          <p:cNvCxnSpPr>
            <a:cxnSpLocks/>
          </p:cNvCxnSpPr>
          <p:nvPr/>
        </p:nvCxnSpPr>
        <p:spPr>
          <a:xfrm>
            <a:off x="8604000" y="4068000"/>
            <a:ext cx="144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D3AE0FE3-FF38-CC77-F438-26EC15741C3E}"/>
              </a:ext>
            </a:extLst>
          </p:cNvPr>
          <p:cNvSpPr/>
          <p:nvPr/>
        </p:nvSpPr>
        <p:spPr>
          <a:xfrm rot="5400000">
            <a:off x="8928000" y="3762000"/>
            <a:ext cx="792000" cy="61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0502E489-BB53-5FFD-71FF-FCAFF0E0DFA1}"/>
              </a:ext>
            </a:extLst>
          </p:cNvPr>
          <p:cNvSpPr/>
          <p:nvPr/>
        </p:nvSpPr>
        <p:spPr>
          <a:xfrm rot="10800000">
            <a:off x="9180000" y="3996000"/>
            <a:ext cx="216000" cy="16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F1F2C47-CAC2-4622-D0A3-7EC341ECA1D3}"/>
              </a:ext>
            </a:extLst>
          </p:cNvPr>
          <p:cNvCxnSpPr>
            <a:cxnSpLocks/>
          </p:cNvCxnSpPr>
          <p:nvPr/>
        </p:nvCxnSpPr>
        <p:spPr>
          <a:xfrm>
            <a:off x="8604000" y="3456628"/>
            <a:ext cx="72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840917-7252-EA06-6A02-54C91DE40749}"/>
                  </a:ext>
                </a:extLst>
              </p:cNvPr>
              <p:cNvSpPr txBox="1"/>
              <p:nvPr/>
            </p:nvSpPr>
            <p:spPr>
              <a:xfrm>
                <a:off x="8028000" y="3240000"/>
                <a:ext cx="576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EN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A840917-7252-EA06-6A02-54C91DE4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000" y="3240000"/>
                <a:ext cx="576000" cy="430887"/>
              </a:xfrm>
              <a:prstGeom prst="rect">
                <a:avLst/>
              </a:prstGeom>
              <a:blipFill>
                <a:blip r:embed="rId5"/>
                <a:stretch>
                  <a:fillRect l="-15957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1846BA7-A022-7928-5C01-3B88887E3258}"/>
                  </a:ext>
                </a:extLst>
              </p:cNvPr>
              <p:cNvSpPr txBox="1"/>
              <p:nvPr/>
            </p:nvSpPr>
            <p:spPr>
              <a:xfrm>
                <a:off x="8172000" y="3852000"/>
                <a:ext cx="43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1846BA7-A022-7928-5C01-3B88887E3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00" y="3852000"/>
                <a:ext cx="432000" cy="430887"/>
              </a:xfrm>
              <a:prstGeom prst="rect">
                <a:avLst/>
              </a:prstGeom>
              <a:blipFill>
                <a:blip r:embed="rId6"/>
                <a:stretch>
                  <a:fillRect l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椭圆 32">
            <a:extLst>
              <a:ext uri="{FF2B5EF4-FFF2-40B4-BE49-F238E27FC236}">
                <a16:creationId xmlns:a16="http://schemas.microsoft.com/office/drawing/2014/main" id="{4CADC5CE-FB1F-9A0B-B361-DDAA55C9CEFF}"/>
              </a:ext>
            </a:extLst>
          </p:cNvPr>
          <p:cNvSpPr/>
          <p:nvPr/>
        </p:nvSpPr>
        <p:spPr>
          <a:xfrm>
            <a:off x="9972000" y="3960000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5E5750D-ECCB-DF76-2D79-BEA6DEE3F54F}"/>
              </a:ext>
            </a:extLst>
          </p:cNvPr>
          <p:cNvCxnSpPr>
            <a:cxnSpLocks/>
          </p:cNvCxnSpPr>
          <p:nvPr/>
        </p:nvCxnSpPr>
        <p:spPr>
          <a:xfrm flipV="1">
            <a:off x="9324000" y="4896000"/>
            <a:ext cx="0" cy="43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8F1094-4236-3A31-EBFC-1EB3D9659773}"/>
              </a:ext>
            </a:extLst>
          </p:cNvPr>
          <p:cNvCxnSpPr>
            <a:cxnSpLocks/>
          </p:cNvCxnSpPr>
          <p:nvPr/>
        </p:nvCxnSpPr>
        <p:spPr>
          <a:xfrm>
            <a:off x="8604000" y="5508000"/>
            <a:ext cx="144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等腰三角形 38">
            <a:extLst>
              <a:ext uri="{FF2B5EF4-FFF2-40B4-BE49-F238E27FC236}">
                <a16:creationId xmlns:a16="http://schemas.microsoft.com/office/drawing/2014/main" id="{539B0B50-1606-A9E6-ED2C-80F8544A8ADF}"/>
              </a:ext>
            </a:extLst>
          </p:cNvPr>
          <p:cNvSpPr/>
          <p:nvPr/>
        </p:nvSpPr>
        <p:spPr>
          <a:xfrm rot="5400000">
            <a:off x="8928000" y="5202000"/>
            <a:ext cx="792000" cy="61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DB0DEB24-EB54-2BA6-83C4-1AA844882A02}"/>
              </a:ext>
            </a:extLst>
          </p:cNvPr>
          <p:cNvSpPr/>
          <p:nvPr/>
        </p:nvSpPr>
        <p:spPr>
          <a:xfrm rot="10800000">
            <a:off x="9180000" y="5436000"/>
            <a:ext cx="216000" cy="162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6418F44-2093-3BC6-F0D9-BA5E3912E770}"/>
              </a:ext>
            </a:extLst>
          </p:cNvPr>
          <p:cNvCxnSpPr>
            <a:cxnSpLocks/>
          </p:cNvCxnSpPr>
          <p:nvPr/>
        </p:nvCxnSpPr>
        <p:spPr>
          <a:xfrm>
            <a:off x="8604000" y="4896628"/>
            <a:ext cx="72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0130F37-1411-8290-712E-266E85AC51E5}"/>
                  </a:ext>
                </a:extLst>
              </p:cNvPr>
              <p:cNvSpPr txBox="1"/>
              <p:nvPr/>
            </p:nvSpPr>
            <p:spPr>
              <a:xfrm>
                <a:off x="8028000" y="4680000"/>
                <a:ext cx="576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EN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0130F37-1411-8290-712E-266E85AC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000" y="4680000"/>
                <a:ext cx="576000" cy="430887"/>
              </a:xfrm>
              <a:prstGeom prst="rect">
                <a:avLst/>
              </a:prstGeom>
              <a:blipFill>
                <a:blip r:embed="rId7"/>
                <a:stretch>
                  <a:fillRect l="-15957" b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A838647-26FE-B2A2-3642-F352236A15B7}"/>
                  </a:ext>
                </a:extLst>
              </p:cNvPr>
              <p:cNvSpPr txBox="1"/>
              <p:nvPr/>
            </p:nvSpPr>
            <p:spPr>
              <a:xfrm>
                <a:off x="8172000" y="5292000"/>
                <a:ext cx="43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A838647-26FE-B2A2-3642-F352236A1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00" y="5292000"/>
                <a:ext cx="432000" cy="430887"/>
              </a:xfrm>
              <a:prstGeom prst="rect">
                <a:avLst/>
              </a:prstGeom>
              <a:blipFill>
                <a:blip r:embed="rId8"/>
                <a:stretch>
                  <a:fillRect l="-18571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椭圆 43">
            <a:extLst>
              <a:ext uri="{FF2B5EF4-FFF2-40B4-BE49-F238E27FC236}">
                <a16:creationId xmlns:a16="http://schemas.microsoft.com/office/drawing/2014/main" id="{8612524C-409E-8017-A35A-FD3A9B83016B}"/>
              </a:ext>
            </a:extLst>
          </p:cNvPr>
          <p:cNvSpPr/>
          <p:nvPr/>
        </p:nvSpPr>
        <p:spPr>
          <a:xfrm>
            <a:off x="9972000" y="5400000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992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5A107-96EF-3E4E-9417-D8102DDB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FD2F535-BBB7-A68A-5A8B-F095A2E248B5}"/>
              </a:ext>
            </a:extLst>
          </p:cNvPr>
          <p:cNvSpPr txBox="1"/>
          <p:nvPr/>
        </p:nvSpPr>
        <p:spPr>
          <a:xfrm>
            <a:off x="360000" y="827142"/>
            <a:ext cx="7989404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分析下图中的逻辑电路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28ABA239-0DEA-F7D7-8733-30D64EFF2E4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004490CD-2DD7-7582-25B8-19C71C9784F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0F1E0072-8201-0DCC-069A-5F37E485FD9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EF4BE388-BAB7-01A4-C33F-65BD05AC512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BA747486-3C32-E995-D4B4-C2146BE6119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E924CA3-5C54-A6ED-CFB5-1A786D91A97C}"/>
              </a:ext>
            </a:extLst>
          </p:cNvPr>
          <p:cNvGrpSpPr/>
          <p:nvPr/>
        </p:nvGrpSpPr>
        <p:grpSpPr>
          <a:xfrm>
            <a:off x="720000" y="1800000"/>
            <a:ext cx="3276000" cy="4320000"/>
            <a:chOff x="828000" y="1764000"/>
            <a:chExt cx="3276000" cy="4320000"/>
          </a:xfrm>
        </p:grpSpPr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0A2B705C-A822-A9F2-919B-697F695821D1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74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280DC95-CB9E-4185-B585-BB8E0A8BF2A1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2196000"/>
              <a:ext cx="0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A5197E3-891A-1C03-F18C-CF49203041E8}"/>
                    </a:ext>
                  </a:extLst>
                </p:cNvPr>
                <p:cNvSpPr txBox="1"/>
                <p:nvPr/>
              </p:nvSpPr>
              <p:spPr>
                <a:xfrm>
                  <a:off x="2700000" y="1764000"/>
                  <a:ext cx="72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A5197E3-891A-1C03-F18C-CF4920304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000" y="1764000"/>
                  <a:ext cx="720000" cy="504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C8C4ABF-7603-ADF1-B00E-A5541C29A83D}"/>
                </a:ext>
              </a:extLst>
            </p:cNvPr>
            <p:cNvCxnSpPr>
              <a:cxnSpLocks/>
            </p:cNvCxnSpPr>
            <p:nvPr/>
          </p:nvCxnSpPr>
          <p:spPr>
            <a:xfrm>
              <a:off x="1656000" y="2664000"/>
              <a:ext cx="9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6A61212-7A43-722B-820A-ADF337198D09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2916000"/>
              <a:ext cx="324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B247316-BD00-E9DE-81AB-BC73125B6C27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0" y="2664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9E5D4F6-E792-6C79-2501-9B9556CDBDCF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2664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80218A1-F95D-ECD5-25B4-E1D6023A9786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168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0C1569A-4FBE-2B5E-8A80-3336F77D6DDB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3168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4249B479-3AE8-9E56-6854-8BF1AF360B84}"/>
                    </a:ext>
                  </a:extLst>
                </p:cNvPr>
                <p:cNvSpPr txBox="1"/>
                <p:nvPr/>
              </p:nvSpPr>
              <p:spPr>
                <a:xfrm>
                  <a:off x="3204000" y="2700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4249B479-3AE8-9E56-6854-8BF1AF360B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000" y="2700000"/>
                  <a:ext cx="576000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21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CD6E408-30F4-180B-7AA7-1C65EC3E325C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259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B509ABA-7FA6-F5E9-46DF-D612AE4045DD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284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1513FD9-30BF-9609-F44A-D2BE84E0A213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09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8840C8CC-0E18-2642-3C1E-5F20A8AFD84E}"/>
                    </a:ext>
                  </a:extLst>
                </p:cNvPr>
                <p:cNvSpPr txBox="1"/>
                <p:nvPr/>
              </p:nvSpPr>
              <p:spPr>
                <a:xfrm>
                  <a:off x="3672000" y="399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8840C8CC-0E18-2642-3C1E-5F20A8AFD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000" y="3996000"/>
                  <a:ext cx="43200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C019D20-2609-142E-E7C8-E184F9684615}"/>
                    </a:ext>
                  </a:extLst>
                </p:cNvPr>
                <p:cNvSpPr txBox="1"/>
                <p:nvPr/>
              </p:nvSpPr>
              <p:spPr>
                <a:xfrm>
                  <a:off x="972000" y="399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C019D20-2609-142E-E7C8-E184F9684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00" y="3996000"/>
                  <a:ext cx="43200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28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8F25912F-97E6-6BA9-82A1-93417C70D91A}"/>
                    </a:ext>
                  </a:extLst>
                </p:cNvPr>
                <p:cNvSpPr txBox="1"/>
                <p:nvPr/>
              </p:nvSpPr>
              <p:spPr>
                <a:xfrm>
                  <a:off x="828000" y="554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EN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8F25912F-97E6-6BA9-82A1-93417C70D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00" y="5544000"/>
                  <a:ext cx="576000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7975120-1172-55E6-F3B6-AC6C8AA0AAC2}"/>
                </a:ext>
              </a:extLst>
            </p:cNvPr>
            <p:cNvCxnSpPr>
              <a:cxnSpLocks/>
            </p:cNvCxnSpPr>
            <p:nvPr/>
          </p:nvCxnSpPr>
          <p:spPr>
            <a:xfrm>
              <a:off x="2916000" y="6084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C7B4C430-BF17-06FC-086D-8717D54BA3D1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71" y="349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箭头连接符 454">
              <a:extLst>
                <a:ext uri="{FF2B5EF4-FFF2-40B4-BE49-F238E27FC236}">
                  <a16:creationId xmlns:a16="http://schemas.microsoft.com/office/drawing/2014/main" id="{AAC64B2B-F6A8-89DA-03D2-24030F4A1E89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744000"/>
              <a:ext cx="324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3E7EF8D6-C4FC-0632-F6B7-1E94623D1527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0" y="3492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9A9CB7C8-ACAD-C213-6860-7041756EDD75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492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CBA79547-506C-CDF6-5D31-2B64FF8E895B}"/>
                </a:ext>
              </a:extLst>
            </p:cNvPr>
            <p:cNvCxnSpPr>
              <a:cxnSpLocks/>
            </p:cNvCxnSpPr>
            <p:nvPr/>
          </p:nvCxnSpPr>
          <p:spPr>
            <a:xfrm>
              <a:off x="2751661" y="3996000"/>
              <a:ext cx="30645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>
              <a:extLst>
                <a:ext uri="{FF2B5EF4-FFF2-40B4-BE49-F238E27FC236}">
                  <a16:creationId xmlns:a16="http://schemas.microsoft.com/office/drawing/2014/main" id="{CCAAF9CB-AE10-394C-CBB0-B840D9ED14E7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00" y="3996000"/>
              <a:ext cx="0" cy="432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C644ACDC-E867-12E8-25DB-B5D28CE22364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420000"/>
              <a:ext cx="0" cy="1479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接连接符 461">
              <a:extLst>
                <a:ext uri="{FF2B5EF4-FFF2-40B4-BE49-F238E27FC236}">
                  <a16:creationId xmlns:a16="http://schemas.microsoft.com/office/drawing/2014/main" id="{8B89C5EB-84FA-AD45-E814-6B06E25CA3E1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672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连接符 462">
              <a:extLst>
                <a:ext uri="{FF2B5EF4-FFF2-40B4-BE49-F238E27FC236}">
                  <a16:creationId xmlns:a16="http://schemas.microsoft.com/office/drawing/2014/main" id="{AF1593A5-AF19-657C-247D-562C533EE8C6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392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FCFDB828-1830-83EC-15C4-AC0E1F49AB0C}"/>
                </a:ext>
              </a:extLst>
            </p:cNvPr>
            <p:cNvSpPr/>
            <p:nvPr/>
          </p:nvSpPr>
          <p:spPr>
            <a:xfrm>
              <a:off x="3024000" y="2628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8" name="直接连接符 467">
              <a:extLst>
                <a:ext uri="{FF2B5EF4-FFF2-40B4-BE49-F238E27FC236}">
                  <a16:creationId xmlns:a16="http://schemas.microsoft.com/office/drawing/2014/main" id="{6A6C0FB8-DAEF-69D8-AEDF-BCD5BB8BE002}"/>
                </a:ext>
              </a:extLst>
            </p:cNvPr>
            <p:cNvCxnSpPr>
              <a:cxnSpLocks/>
            </p:cNvCxnSpPr>
            <p:nvPr/>
          </p:nvCxnSpPr>
          <p:spPr>
            <a:xfrm>
              <a:off x="3204000" y="2664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9634D9A7-0717-0DE0-414B-8A0909023E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00" y="5507999"/>
              <a:ext cx="0" cy="57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95935869-BD89-A6C5-6161-963EC69CC96F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00" y="5760000"/>
              <a:ext cx="12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箭头连接符 484">
              <a:extLst>
                <a:ext uri="{FF2B5EF4-FFF2-40B4-BE49-F238E27FC236}">
                  <a16:creationId xmlns:a16="http://schemas.microsoft.com/office/drawing/2014/main" id="{BB1D9E3A-B364-3735-7238-38E200467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5999" y="5508000"/>
              <a:ext cx="324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33642D63-E3CA-3ECB-0367-E4C9E641E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2000" y="5256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8F87D8CD-6722-A9FA-8CB6-EB952BE13E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6429" y="5760000"/>
              <a:ext cx="46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64A8260-1510-BE0A-C0AB-847C3B0855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5256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D98598E7-E2D8-EBD1-1207-C55AD7FE5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00" y="4932000"/>
              <a:ext cx="0" cy="324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49903DBB-9228-B91C-5631-27C9E69928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568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77502C36-A522-23FF-E53C-7C888ED2B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543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B45607E1-1734-3D51-8339-79830F1E9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5184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FAB854E1-595E-D1AC-F193-32DD3D0D8CCF}"/>
                </a:ext>
              </a:extLst>
            </p:cNvPr>
            <p:cNvCxnSpPr>
              <a:cxnSpLocks/>
            </p:cNvCxnSpPr>
            <p:nvPr/>
          </p:nvCxnSpPr>
          <p:spPr>
            <a:xfrm>
              <a:off x="2160000" y="4932000"/>
              <a:ext cx="43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731B254D-C7B2-0A35-327F-47215BAA7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6000" y="4680000"/>
              <a:ext cx="46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68378217-2392-F92D-4735-059955BCA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2000" y="4428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2CC0D2EF-2F9D-343D-F7A8-78897B87C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4932000"/>
              <a:ext cx="32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9DFCB921-F530-86D0-54C0-870B1ED4678B}"/>
                </a:ext>
              </a:extLst>
            </p:cNvPr>
            <p:cNvCxnSpPr>
              <a:cxnSpLocks/>
            </p:cNvCxnSpPr>
            <p:nvPr/>
          </p:nvCxnSpPr>
          <p:spPr>
            <a:xfrm>
              <a:off x="2736000" y="4428000"/>
              <a:ext cx="3249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8AE1C5EA-C6C0-9A8B-E818-E3FE568B1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4860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>
              <a:extLst>
                <a:ext uri="{FF2B5EF4-FFF2-40B4-BE49-F238E27FC236}">
                  <a16:creationId xmlns:a16="http://schemas.microsoft.com/office/drawing/2014/main" id="{8E8411FC-2A89-FCF9-B454-A15BDED17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4608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6DE2791B-61CE-0248-61BF-78DCD8D4BE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6000" y="4356000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椭圆 512">
              <a:extLst>
                <a:ext uri="{FF2B5EF4-FFF2-40B4-BE49-F238E27FC236}">
                  <a16:creationId xmlns:a16="http://schemas.microsoft.com/office/drawing/2014/main" id="{6F6425CD-CBB6-46F5-290D-39C70C45F7A7}"/>
                </a:ext>
              </a:extLst>
            </p:cNvPr>
            <p:cNvSpPr/>
            <p:nvPr/>
          </p:nvSpPr>
          <p:spPr>
            <a:xfrm>
              <a:off x="3024000" y="5724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6C4B813E-194E-B175-9627-12B2D8CF0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4000" y="4680000"/>
              <a:ext cx="0" cy="10830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A161CEFF-EE93-7169-417B-B9463E38C1B7}"/>
                </a:ext>
              </a:extLst>
            </p:cNvPr>
            <p:cNvCxnSpPr>
              <a:cxnSpLocks/>
            </p:cNvCxnSpPr>
            <p:nvPr/>
          </p:nvCxnSpPr>
          <p:spPr>
            <a:xfrm>
              <a:off x="2160000" y="3483580"/>
              <a:ext cx="0" cy="144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6780E2E4-1EB6-C7D0-C854-FDA52ECA3A6A}"/>
                </a:ext>
              </a:extLst>
            </p:cNvPr>
            <p:cNvCxnSpPr>
              <a:cxnSpLocks/>
            </p:cNvCxnSpPr>
            <p:nvPr/>
          </p:nvCxnSpPr>
          <p:spPr>
            <a:xfrm>
              <a:off x="1656000" y="2657170"/>
              <a:ext cx="0" cy="3096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等腰三角形 563">
              <a:extLst>
                <a:ext uri="{FF2B5EF4-FFF2-40B4-BE49-F238E27FC236}">
                  <a16:creationId xmlns:a16="http://schemas.microsoft.com/office/drawing/2014/main" id="{E7E34700-9BA1-F1BD-D0CE-E9B17BB5EE26}"/>
                </a:ext>
              </a:extLst>
            </p:cNvPr>
            <p:cNvSpPr/>
            <p:nvPr/>
          </p:nvSpPr>
          <p:spPr>
            <a:xfrm rot="5400000">
              <a:off x="1836000" y="5562000"/>
              <a:ext cx="504000" cy="396000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70" name="椭圆 569">
              <a:extLst>
                <a:ext uri="{FF2B5EF4-FFF2-40B4-BE49-F238E27FC236}">
                  <a16:creationId xmlns:a16="http://schemas.microsoft.com/office/drawing/2014/main" id="{A729FBE4-EDC3-9A6D-E322-49D642774842}"/>
                </a:ext>
              </a:extLst>
            </p:cNvPr>
            <p:cNvSpPr/>
            <p:nvPr/>
          </p:nvSpPr>
          <p:spPr>
            <a:xfrm>
              <a:off x="2302200" y="5713200"/>
              <a:ext cx="93600" cy="93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B2770A77-B35B-B84A-BFAD-C0C408DC09D1}"/>
                </a:ext>
              </a:extLst>
            </p:cNvPr>
            <p:cNvSpPr/>
            <p:nvPr/>
          </p:nvSpPr>
          <p:spPr>
            <a:xfrm>
              <a:off x="1620001" y="5724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4" name="椭圆 583">
              <a:extLst>
                <a:ext uri="{FF2B5EF4-FFF2-40B4-BE49-F238E27FC236}">
                  <a16:creationId xmlns:a16="http://schemas.microsoft.com/office/drawing/2014/main" id="{BE7CC1FF-960A-1F83-4B49-C36C6E971531}"/>
                </a:ext>
              </a:extLst>
            </p:cNvPr>
            <p:cNvSpPr/>
            <p:nvPr/>
          </p:nvSpPr>
          <p:spPr>
            <a:xfrm>
              <a:off x="2124000" y="4176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89" name="直接连接符 588">
              <a:extLst>
                <a:ext uri="{FF2B5EF4-FFF2-40B4-BE49-F238E27FC236}">
                  <a16:creationId xmlns:a16="http://schemas.microsoft.com/office/drawing/2014/main" id="{47D67B2E-2863-9BF2-9267-434B8C7F7B3B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00" y="4212000"/>
              <a:ext cx="82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接连接符 601">
              <a:extLst>
                <a:ext uri="{FF2B5EF4-FFF2-40B4-BE49-F238E27FC236}">
                  <a16:creationId xmlns:a16="http://schemas.microsoft.com/office/drawing/2014/main" id="{17A1EE52-D4BC-E3EA-4812-C56B9E15BFBA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20" y="4212000"/>
              <a:ext cx="612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65E51A42-9EAC-2476-F363-6B8D5164365C}"/>
                </a:ext>
              </a:extLst>
            </p:cNvPr>
            <p:cNvSpPr/>
            <p:nvPr/>
          </p:nvSpPr>
          <p:spPr>
            <a:xfrm>
              <a:off x="3024000" y="4176000"/>
              <a:ext cx="72000" cy="720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5" name="文本框 604">
                  <a:extLst>
                    <a:ext uri="{FF2B5EF4-FFF2-40B4-BE49-F238E27FC236}">
                      <a16:creationId xmlns:a16="http://schemas.microsoft.com/office/drawing/2014/main" id="{F950585C-1A57-0D5D-D0C0-19F47C5B7997}"/>
                    </a:ext>
                  </a:extLst>
                </p:cNvPr>
                <p:cNvSpPr txBox="1"/>
                <p:nvPr/>
              </p:nvSpPr>
              <p:spPr>
                <a:xfrm>
                  <a:off x="32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5" name="文本框 604">
                  <a:extLst>
                    <a:ext uri="{FF2B5EF4-FFF2-40B4-BE49-F238E27FC236}">
                      <a16:creationId xmlns:a16="http://schemas.microsoft.com/office/drawing/2014/main" id="{F950585C-1A57-0D5D-D0C0-19F47C5B7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000" y="3492000"/>
                  <a:ext cx="5760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128"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6" name="文本框 605">
                  <a:extLst>
                    <a:ext uri="{FF2B5EF4-FFF2-40B4-BE49-F238E27FC236}">
                      <a16:creationId xmlns:a16="http://schemas.microsoft.com/office/drawing/2014/main" id="{BB44422A-1584-3BEA-0541-A63303C08516}"/>
                    </a:ext>
                  </a:extLst>
                </p:cNvPr>
                <p:cNvSpPr txBox="1"/>
                <p:nvPr/>
              </p:nvSpPr>
              <p:spPr>
                <a:xfrm>
                  <a:off x="3204000" y="446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6" name="文本框 605">
                  <a:extLst>
                    <a:ext uri="{FF2B5EF4-FFF2-40B4-BE49-F238E27FC236}">
                      <a16:creationId xmlns:a16="http://schemas.microsoft.com/office/drawing/2014/main" id="{BB44422A-1584-3BEA-0541-A63303C08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000" y="4464000"/>
                  <a:ext cx="576000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31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7" name="文本框 606">
                  <a:extLst>
                    <a:ext uri="{FF2B5EF4-FFF2-40B4-BE49-F238E27FC236}">
                      <a16:creationId xmlns:a16="http://schemas.microsoft.com/office/drawing/2014/main" id="{3CDA951C-6F72-BBB8-915E-572824DDC56A}"/>
                    </a:ext>
                  </a:extLst>
                </p:cNvPr>
                <p:cNvSpPr txBox="1"/>
                <p:nvPr/>
              </p:nvSpPr>
              <p:spPr>
                <a:xfrm>
                  <a:off x="3204000" y="5316433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2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7" name="文本框 606">
                  <a:extLst>
                    <a:ext uri="{FF2B5EF4-FFF2-40B4-BE49-F238E27FC236}">
                      <a16:creationId xmlns:a16="http://schemas.microsoft.com/office/drawing/2014/main" id="{3CDA951C-6F72-BBB8-915E-572824DDC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4000" y="5316433"/>
                  <a:ext cx="576000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31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0" name="表格 609">
                <a:extLst>
                  <a:ext uri="{FF2B5EF4-FFF2-40B4-BE49-F238E27FC236}">
                    <a16:creationId xmlns:a16="http://schemas.microsoft.com/office/drawing/2014/main" id="{4A06B82B-2490-E56B-0D3F-82B467BD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4972321"/>
                  </p:ext>
                </p:extLst>
              </p:nvPr>
            </p:nvGraphicFramePr>
            <p:xfrm>
              <a:off x="5040000" y="1800000"/>
              <a:ext cx="6615812" cy="196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8009">
                      <a:extLst>
                        <a:ext uri="{9D8B030D-6E8A-4147-A177-3AD203B41FA5}">
                          <a16:colId xmlns:a16="http://schemas.microsoft.com/office/drawing/2014/main" val="1485887797"/>
                        </a:ext>
                      </a:extLst>
                    </a:gridCol>
                    <a:gridCol w="1212216">
                      <a:extLst>
                        <a:ext uri="{9D8B030D-6E8A-4147-A177-3AD203B41FA5}">
                          <a16:colId xmlns:a16="http://schemas.microsoft.com/office/drawing/2014/main" val="2347520678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3133598501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3498504024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2602478144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2907218737"/>
                        </a:ext>
                      </a:extLst>
                    </a:gridCol>
                    <a:gridCol w="1186567">
                      <a:extLst>
                        <a:ext uri="{9D8B030D-6E8A-4147-A177-3AD203B41FA5}">
                          <a16:colId xmlns:a16="http://schemas.microsoft.com/office/drawing/2014/main" val="194680237"/>
                        </a:ext>
                      </a:extLst>
                    </a:gridCol>
                  </a:tblGrid>
                  <a:tr h="4911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EN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4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输入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P</m:t>
                                    </m:r>
                                    <m: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P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N</m:t>
                                    </m:r>
                                    <m: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N</m:t>
                                    </m:r>
                                    <m: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输出</a:t>
                          </a:r>
                          <a:r>
                            <a:rPr lang="en-US" altLang="zh-CN" sz="24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Y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546210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702875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5828640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4223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0" name="表格 609">
                <a:extLst>
                  <a:ext uri="{FF2B5EF4-FFF2-40B4-BE49-F238E27FC236}">
                    <a16:creationId xmlns:a16="http://schemas.microsoft.com/office/drawing/2014/main" id="{4A06B82B-2490-E56B-0D3F-82B467BD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4972321"/>
                  </p:ext>
                </p:extLst>
              </p:nvPr>
            </p:nvGraphicFramePr>
            <p:xfrm>
              <a:off x="5040000" y="1800000"/>
              <a:ext cx="6615812" cy="19645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8009">
                      <a:extLst>
                        <a:ext uri="{9D8B030D-6E8A-4147-A177-3AD203B41FA5}">
                          <a16:colId xmlns:a16="http://schemas.microsoft.com/office/drawing/2014/main" val="1485887797"/>
                        </a:ext>
                      </a:extLst>
                    </a:gridCol>
                    <a:gridCol w="1212216">
                      <a:extLst>
                        <a:ext uri="{9D8B030D-6E8A-4147-A177-3AD203B41FA5}">
                          <a16:colId xmlns:a16="http://schemas.microsoft.com/office/drawing/2014/main" val="2347520678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3133598501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3498504024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2602478144"/>
                        </a:ext>
                      </a:extLst>
                    </a:gridCol>
                    <a:gridCol w="894755">
                      <a:extLst>
                        <a:ext uri="{9D8B030D-6E8A-4147-A177-3AD203B41FA5}">
                          <a16:colId xmlns:a16="http://schemas.microsoft.com/office/drawing/2014/main" val="2907218737"/>
                        </a:ext>
                      </a:extLst>
                    </a:gridCol>
                    <a:gridCol w="1186567">
                      <a:extLst>
                        <a:ext uri="{9D8B030D-6E8A-4147-A177-3AD203B41FA5}">
                          <a16:colId xmlns:a16="http://schemas.microsoft.com/office/drawing/2014/main" val="194680237"/>
                        </a:ext>
                      </a:extLst>
                    </a:gridCol>
                  </a:tblGrid>
                  <a:tr h="491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952" t="-7407" r="-937143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53266" t="-7407" r="-394472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207483" t="-7407" r="-434014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7483" t="-7407" r="-334014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407483" t="-7407" r="-234014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507483" t="-7407" r="-134014" b="-323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457949" t="-7407" r="-1026" b="-3234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546210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702875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5828640"/>
                      </a:ext>
                    </a:extLst>
                  </a:tr>
                  <a:tr h="4911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断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42237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24" name="组合 623">
            <a:extLst>
              <a:ext uri="{FF2B5EF4-FFF2-40B4-BE49-F238E27FC236}">
                <a16:creationId xmlns:a16="http://schemas.microsoft.com/office/drawing/2014/main" id="{783D041D-22BC-8585-75A0-47BC119C607B}"/>
              </a:ext>
            </a:extLst>
          </p:cNvPr>
          <p:cNvGrpSpPr/>
          <p:nvPr/>
        </p:nvGrpSpPr>
        <p:grpSpPr>
          <a:xfrm>
            <a:off x="6480000" y="4176000"/>
            <a:ext cx="3420000" cy="2261665"/>
            <a:chOff x="6516000" y="4192732"/>
            <a:chExt cx="3420000" cy="2261665"/>
          </a:xfrm>
        </p:grpSpPr>
        <p:grpSp>
          <p:nvGrpSpPr>
            <p:cNvPr id="621" name="组合 620">
              <a:extLst>
                <a:ext uri="{FF2B5EF4-FFF2-40B4-BE49-F238E27FC236}">
                  <a16:creationId xmlns:a16="http://schemas.microsoft.com/office/drawing/2014/main" id="{BC80C795-B5C4-6641-B51E-014441F7639A}"/>
                </a:ext>
              </a:extLst>
            </p:cNvPr>
            <p:cNvGrpSpPr/>
            <p:nvPr/>
          </p:nvGrpSpPr>
          <p:grpSpPr>
            <a:xfrm>
              <a:off x="6894121" y="4192732"/>
              <a:ext cx="2897880" cy="1620002"/>
              <a:chOff x="6840017" y="4456520"/>
              <a:chExt cx="2188661" cy="1223527"/>
            </a:xfrm>
          </p:grpSpPr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C6E63F54-9331-1B87-8557-CAF54E66D1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1100" y="4646846"/>
                <a:ext cx="0" cy="38065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FD5E98A2-2FCE-F32D-02FE-3F30F4ED0B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742" y="5272204"/>
                <a:ext cx="125071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3" name="等腰三角形 612">
                <a:extLst>
                  <a:ext uri="{FF2B5EF4-FFF2-40B4-BE49-F238E27FC236}">
                    <a16:creationId xmlns:a16="http://schemas.microsoft.com/office/drawing/2014/main" id="{31F90309-A138-05FA-87E8-9AF43F4FFEFE}"/>
                  </a:ext>
                </a:extLst>
              </p:cNvPr>
              <p:cNvSpPr/>
              <p:nvPr/>
            </p:nvSpPr>
            <p:spPr>
              <a:xfrm rot="5400000">
                <a:off x="7506069" y="4945931"/>
                <a:ext cx="815684" cy="652547"/>
              </a:xfrm>
              <a:prstGeom prst="triangle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14" name="等腰三角形 613">
                <a:extLst>
                  <a:ext uri="{FF2B5EF4-FFF2-40B4-BE49-F238E27FC236}">
                    <a16:creationId xmlns:a16="http://schemas.microsoft.com/office/drawing/2014/main" id="{1094BD40-9EEC-5152-8CB6-29ABA12B6E41}"/>
                  </a:ext>
                </a:extLst>
              </p:cNvPr>
              <p:cNvSpPr/>
              <p:nvPr/>
            </p:nvSpPr>
            <p:spPr>
              <a:xfrm rot="10800000">
                <a:off x="7777962" y="5204230"/>
                <a:ext cx="217516" cy="163137"/>
              </a:xfrm>
              <a:prstGeom prst="triangle">
                <a:avLst/>
              </a:prstGeom>
              <a:ln w="254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615" name="直接连接符 614">
                <a:extLst>
                  <a:ext uri="{FF2B5EF4-FFF2-40B4-BE49-F238E27FC236}">
                    <a16:creationId xmlns:a16="http://schemas.microsoft.com/office/drawing/2014/main" id="{033E72AD-8C5C-C0CB-6AB9-3D3C009F05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5743" y="4646846"/>
                <a:ext cx="6253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6" name="文本框 615">
                    <a:extLst>
                      <a:ext uri="{FF2B5EF4-FFF2-40B4-BE49-F238E27FC236}">
                        <a16:creationId xmlns:a16="http://schemas.microsoft.com/office/drawing/2014/main" id="{4DA81FE5-53D5-770A-6EC3-5DF4B864D09F}"/>
                      </a:ext>
                    </a:extLst>
                  </p:cNvPr>
                  <p:cNvSpPr txBox="1"/>
                  <p:nvPr/>
                </p:nvSpPr>
                <p:spPr>
                  <a:xfrm>
                    <a:off x="6840017" y="4456520"/>
                    <a:ext cx="543789" cy="3806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kumimoji="1"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EN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16" name="文本框 615">
                    <a:extLst>
                      <a:ext uri="{FF2B5EF4-FFF2-40B4-BE49-F238E27FC236}">
                        <a16:creationId xmlns:a16="http://schemas.microsoft.com/office/drawing/2014/main" id="{4DA81FE5-53D5-770A-6EC3-5DF4B864D0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0017" y="4456520"/>
                    <a:ext cx="543789" cy="38065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7" name="文本框 616">
                    <a:extLst>
                      <a:ext uri="{FF2B5EF4-FFF2-40B4-BE49-F238E27FC236}">
                        <a16:creationId xmlns:a16="http://schemas.microsoft.com/office/drawing/2014/main" id="{30422AB5-D77B-8D5F-6AE9-1092D5A449EF}"/>
                      </a:ext>
                    </a:extLst>
                  </p:cNvPr>
                  <p:cNvSpPr txBox="1"/>
                  <p:nvPr/>
                </p:nvSpPr>
                <p:spPr>
                  <a:xfrm>
                    <a:off x="6908600" y="5081877"/>
                    <a:ext cx="543789" cy="3806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</m:oMath>
                      </m:oMathPara>
                    </a14:m>
                    <a:endParaRPr lang="zh-CN" altLang="en-US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17" name="文本框 616">
                    <a:extLst>
                      <a:ext uri="{FF2B5EF4-FFF2-40B4-BE49-F238E27FC236}">
                        <a16:creationId xmlns:a16="http://schemas.microsoft.com/office/drawing/2014/main" id="{30422AB5-D77B-8D5F-6AE9-1092D5A449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8600" y="5081877"/>
                    <a:ext cx="543789" cy="38065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8" name="文本框 617">
                    <a:extLst>
                      <a:ext uri="{FF2B5EF4-FFF2-40B4-BE49-F238E27FC236}">
                        <a16:creationId xmlns:a16="http://schemas.microsoft.com/office/drawing/2014/main" id="{6745FA31-1302-2732-2BC0-D212B767FC2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4889" y="5081877"/>
                    <a:ext cx="543789" cy="3806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Y</m:t>
                          </m:r>
                        </m:oMath>
                      </m:oMathPara>
                    </a14:m>
                    <a:endParaRPr lang="zh-CN" altLang="en-US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18" name="文本框 617">
                    <a:extLst>
                      <a:ext uri="{FF2B5EF4-FFF2-40B4-BE49-F238E27FC236}">
                        <a16:creationId xmlns:a16="http://schemas.microsoft.com/office/drawing/2014/main" id="{6745FA31-1302-2732-2BC0-D212B767FC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4889" y="5081877"/>
                    <a:ext cx="543789" cy="38065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19" name="椭圆 618">
                <a:extLst>
                  <a:ext uri="{FF2B5EF4-FFF2-40B4-BE49-F238E27FC236}">
                    <a16:creationId xmlns:a16="http://schemas.microsoft.com/office/drawing/2014/main" id="{E8157107-5B27-2A1A-14CF-A25E470E8D19}"/>
                  </a:ext>
                </a:extLst>
              </p:cNvPr>
              <p:cNvSpPr/>
              <p:nvPr/>
            </p:nvSpPr>
            <p:spPr>
              <a:xfrm>
                <a:off x="7886722" y="4959525"/>
                <a:ext cx="108758" cy="10875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20" name="椭圆 619">
                <a:extLst>
                  <a:ext uri="{FF2B5EF4-FFF2-40B4-BE49-F238E27FC236}">
                    <a16:creationId xmlns:a16="http://schemas.microsoft.com/office/drawing/2014/main" id="{FD54037D-CFA5-34F8-73FB-2CDE04CE0481}"/>
                  </a:ext>
                </a:extLst>
              </p:cNvPr>
              <p:cNvSpPr/>
              <p:nvPr/>
            </p:nvSpPr>
            <p:spPr>
              <a:xfrm>
                <a:off x="8240185" y="5217825"/>
                <a:ext cx="108758" cy="10875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623" name="文本框 622">
              <a:extLst>
                <a:ext uri="{FF2B5EF4-FFF2-40B4-BE49-F238E27FC236}">
                  <a16:creationId xmlns:a16="http://schemas.microsoft.com/office/drawing/2014/main" id="{9E658870-8825-703A-2C84-6A178CE07D14}"/>
                </a:ext>
              </a:extLst>
            </p:cNvPr>
            <p:cNvSpPr txBox="1"/>
            <p:nvPr/>
          </p:nvSpPr>
          <p:spPr>
            <a:xfrm>
              <a:off x="6516000" y="5992732"/>
              <a:ext cx="3420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低使能三态反相器</a:t>
              </a:r>
              <a:endParaRPr lang="zh-CN" altLang="en-US" sz="2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5" name="文本框 624">
            <a:extLst>
              <a:ext uri="{FF2B5EF4-FFF2-40B4-BE49-F238E27FC236}">
                <a16:creationId xmlns:a16="http://schemas.microsoft.com/office/drawing/2014/main" id="{77ED1603-CA48-D581-40FB-8AE5B97D3292}"/>
              </a:ext>
            </a:extLst>
          </p:cNvPr>
          <p:cNvSpPr txBox="1"/>
          <p:nvPr/>
        </p:nvSpPr>
        <p:spPr>
          <a:xfrm>
            <a:off x="5040000" y="1318712"/>
            <a:ext cx="6615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19EC5BF-B9F6-9521-3C7C-A76EB46506F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基本 </a:t>
            </a:r>
            <a:r>
              <a:rPr lang="en-US" altLang="zh-CN" sz="3000" dirty="0"/>
              <a:t>CMOS </a:t>
            </a:r>
            <a:r>
              <a:rPr lang="zh-CN" altLang="en-US" sz="3000" dirty="0"/>
              <a:t>逻辑门电路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CMOS </a:t>
            </a:r>
            <a:r>
              <a:rPr lang="zh-CN" altLang="en-US" sz="3000" dirty="0">
                <a:solidFill>
                  <a:srgbClr val="FFFF00"/>
                </a:solidFill>
              </a:rPr>
              <a:t>三态门</a:t>
            </a:r>
          </a:p>
        </p:txBody>
      </p:sp>
    </p:spTree>
    <p:extLst>
      <p:ext uri="{BB962C8B-B14F-4D97-AF65-F5344CB8AC3E}">
        <p14:creationId xmlns:p14="http://schemas.microsoft.com/office/powerpoint/2010/main" val="392312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7435-A2E5-1B5A-0E84-E1F54546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7D725-015A-210C-C0C9-65316D8A6FC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E6398-8C5A-E112-9FC4-535FE12888BC}"/>
              </a:ext>
            </a:extLst>
          </p:cNvPr>
          <p:cNvSpPr txBox="1"/>
          <p:nvPr/>
        </p:nvSpPr>
        <p:spPr>
          <a:xfrm>
            <a:off x="360000" y="827142"/>
            <a:ext cx="5421730" cy="353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逻辑门主要参数包括：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输入和输出电平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噪声容限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传输延迟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扇入和扇出数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076B1B4C-8198-DFDA-D66C-2BBE5FF475C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1B914098-97FF-264D-9789-6E8C2965B62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419A76C7-0C4E-DD06-F1E9-FBAAC7B87AD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1CB45059-60F4-EF41-8BEE-AA76136A565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36CFCEEE-D05C-620B-240F-73E68240727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2486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B54E-7799-5D24-E5FF-A784AA4C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218AB-403A-86F0-E113-0D6DF2B45E6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输入和输出电平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686FE0-16B7-12A7-FEB2-C0EAB0FEC00A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8669279" cy="2794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输入和输出电平：逻辑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对应一定的电压范围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IL</m:t>
                        </m:r>
                        <m:d>
                          <m:d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ax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输入低电平上限值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输入高电平下限值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：输出低电平上限值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：输出高电平下限值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5686FE0-16B7-12A7-FEB2-C0EAB0FEC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8669279" cy="2794611"/>
              </a:xfrm>
              <a:prstGeom prst="rect">
                <a:avLst/>
              </a:prstGeom>
              <a:blipFill>
                <a:blip r:embed="rId3"/>
                <a:stretch>
                  <a:fillRect l="-1266" t="-873" r="-352" b="-3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CD418D66-4E9E-C02E-BBE2-71FF31258C4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B018795F-4262-8C5D-B0A2-0831CB41F34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6D945AB1-35F1-059C-35FB-029ACEF1358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72659740-A2F8-DCDB-C10C-007ACA80CF1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7E053562-F6B1-2015-E19E-CBE3CFDE165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79CECD-D8FF-B476-9DFE-167452993534}"/>
                  </a:ext>
                </a:extLst>
              </p:cNvPr>
              <p:cNvSpPr txBox="1"/>
              <p:nvPr/>
            </p:nvSpPr>
            <p:spPr>
              <a:xfrm>
                <a:off x="9432000" y="2268000"/>
                <a:ext cx="792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179CECD-D8FF-B476-9DFE-167452993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000" y="2268000"/>
                <a:ext cx="792000" cy="504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3E43D716-7487-7FD8-B241-E1A61756A6C6}"/>
              </a:ext>
            </a:extLst>
          </p:cNvPr>
          <p:cNvSpPr/>
          <p:nvPr/>
        </p:nvSpPr>
        <p:spPr>
          <a:xfrm>
            <a:off x="6840000" y="2736000"/>
            <a:ext cx="828000" cy="352800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90C319-95BF-34ED-C562-7BC1776AC1B0}"/>
              </a:ext>
            </a:extLst>
          </p:cNvPr>
          <p:cNvSpPr/>
          <p:nvPr/>
        </p:nvSpPr>
        <p:spPr>
          <a:xfrm>
            <a:off x="10260000" y="2736000"/>
            <a:ext cx="828000" cy="352800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231012-E13B-B8B2-6659-C924B6B15B61}"/>
              </a:ext>
            </a:extLst>
          </p:cNvPr>
          <p:cNvSpPr/>
          <p:nvPr/>
        </p:nvSpPr>
        <p:spPr>
          <a:xfrm>
            <a:off x="6840000" y="2736000"/>
            <a:ext cx="828000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2530DF-6138-2FD3-C088-3CF01A589A56}"/>
              </a:ext>
            </a:extLst>
          </p:cNvPr>
          <p:cNvSpPr/>
          <p:nvPr/>
        </p:nvSpPr>
        <p:spPr>
          <a:xfrm>
            <a:off x="6840000" y="5544000"/>
            <a:ext cx="828000" cy="720000"/>
          </a:xfrm>
          <a:prstGeom prst="rect">
            <a:avLst/>
          </a:prstGeom>
          <a:solidFill>
            <a:srgbClr val="FFB9BB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277837-46D9-11A4-6866-07D0D9B71D89}"/>
              </a:ext>
            </a:extLst>
          </p:cNvPr>
          <p:cNvSpPr/>
          <p:nvPr/>
        </p:nvSpPr>
        <p:spPr>
          <a:xfrm>
            <a:off x="10260000" y="2727821"/>
            <a:ext cx="828000" cy="115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2B01C0-BA6B-B6D0-F2DA-21BA84D7C350}"/>
              </a:ext>
            </a:extLst>
          </p:cNvPr>
          <p:cNvSpPr/>
          <p:nvPr/>
        </p:nvSpPr>
        <p:spPr>
          <a:xfrm>
            <a:off x="10260000" y="5112000"/>
            <a:ext cx="828000" cy="1152000"/>
          </a:xfrm>
          <a:prstGeom prst="rect">
            <a:avLst/>
          </a:prstGeom>
          <a:solidFill>
            <a:srgbClr val="FFB9BB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AA061C-1215-3612-8498-81021AA01479}"/>
              </a:ext>
            </a:extLst>
          </p:cNvPr>
          <p:cNvCxnSpPr>
            <a:cxnSpLocks/>
          </p:cNvCxnSpPr>
          <p:nvPr/>
        </p:nvCxnSpPr>
        <p:spPr>
          <a:xfrm flipV="1">
            <a:off x="11340000" y="2736000"/>
            <a:ext cx="0" cy="356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CD9449F-71D6-242F-3DC1-B6B43DCAAC91}"/>
              </a:ext>
            </a:extLst>
          </p:cNvPr>
          <p:cNvCxnSpPr>
            <a:cxnSpLocks/>
          </p:cNvCxnSpPr>
          <p:nvPr/>
        </p:nvCxnSpPr>
        <p:spPr>
          <a:xfrm flipV="1">
            <a:off x="6588000" y="2736000"/>
            <a:ext cx="0" cy="356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667FE84-BF80-3DF4-60FF-0489711D0390}"/>
                  </a:ext>
                </a:extLst>
              </p:cNvPr>
              <p:cNvSpPr txBox="1"/>
              <p:nvPr/>
            </p:nvSpPr>
            <p:spPr>
              <a:xfrm>
                <a:off x="7668000" y="5832000"/>
                <a:ext cx="612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V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667FE84-BF80-3DF4-60FF-0489711D0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00" y="5832000"/>
                <a:ext cx="612000" cy="504000"/>
              </a:xfrm>
              <a:prstGeom prst="rect">
                <a:avLst/>
              </a:prstGeom>
              <a:blipFill>
                <a:blip r:embed="rId5"/>
                <a:stretch>
                  <a:fillRect l="-3000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D2146C9-D069-B458-E70C-7CEC4E2F2ED4}"/>
                  </a:ext>
                </a:extLst>
              </p:cNvPr>
              <p:cNvSpPr txBox="1"/>
              <p:nvPr/>
            </p:nvSpPr>
            <p:spPr>
              <a:xfrm>
                <a:off x="7668000" y="2268000"/>
                <a:ext cx="792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D2146C9-D069-B458-E70C-7CEC4E2F2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00" y="2268000"/>
                <a:ext cx="792000" cy="504000"/>
              </a:xfrm>
              <a:prstGeom prst="rect">
                <a:avLst/>
              </a:prstGeom>
              <a:blipFill>
                <a:blip r:embed="rId6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C3BAA8-EE59-B15B-CB44-B25FBB87AAA5}"/>
                  </a:ext>
                </a:extLst>
              </p:cNvPr>
              <p:cNvSpPr txBox="1"/>
              <p:nvPr/>
            </p:nvSpPr>
            <p:spPr>
              <a:xfrm>
                <a:off x="7667999" y="2951999"/>
                <a:ext cx="1260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OH</m:t>
                          </m:r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min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C3BAA8-EE59-B15B-CB44-B25FBB87A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999" y="2951999"/>
                <a:ext cx="1260000" cy="504000"/>
              </a:xfrm>
              <a:prstGeom prst="rect">
                <a:avLst/>
              </a:prstGeom>
              <a:blipFill>
                <a:blip r:embed="rId7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B13C9F-9E12-9AE1-7E00-3B03F2F8870F}"/>
                  </a:ext>
                </a:extLst>
              </p:cNvPr>
              <p:cNvSpPr txBox="1"/>
              <p:nvPr/>
            </p:nvSpPr>
            <p:spPr>
              <a:xfrm>
                <a:off x="9035999" y="3384000"/>
                <a:ext cx="1260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IH</m:t>
                          </m:r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min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B13C9F-9E12-9AE1-7E00-3B03F2F88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999" y="3384000"/>
                <a:ext cx="1260000" cy="504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988A8D-34D4-EFA9-E48A-D4912EA9CDBE}"/>
                  </a:ext>
                </a:extLst>
              </p:cNvPr>
              <p:cNvSpPr txBox="1"/>
              <p:nvPr/>
            </p:nvSpPr>
            <p:spPr>
              <a:xfrm>
                <a:off x="5976000" y="2628000"/>
                <a:ext cx="720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988A8D-34D4-EFA9-E48A-D4912EA9C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000" y="2628000"/>
                <a:ext cx="720000" cy="432000"/>
              </a:xfrm>
              <a:prstGeom prst="rect">
                <a:avLst/>
              </a:prstGeom>
              <a:blipFill>
                <a:blip r:embed="rId9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388CCB6-A028-D1B8-16F1-61A885901B8C}"/>
                  </a:ext>
                </a:extLst>
              </p:cNvPr>
              <p:cNvSpPr txBox="1"/>
              <p:nvPr/>
            </p:nvSpPr>
            <p:spPr>
              <a:xfrm>
                <a:off x="11232000" y="2628000"/>
                <a:ext cx="720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388CCB6-A028-D1B8-16F1-61A88590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2000" y="2628000"/>
                <a:ext cx="720000" cy="432000"/>
              </a:xfrm>
              <a:prstGeom prst="rect">
                <a:avLst/>
              </a:prstGeom>
              <a:blipFill>
                <a:blip r:embed="rId10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010D340-76FF-DC54-0E7A-3BD652E5C1F5}"/>
              </a:ext>
            </a:extLst>
          </p:cNvPr>
          <p:cNvCxnSpPr>
            <a:cxnSpLocks/>
          </p:cNvCxnSpPr>
          <p:nvPr/>
        </p:nvCxnSpPr>
        <p:spPr>
          <a:xfrm>
            <a:off x="7668000" y="2736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F67947A-63EA-FA72-571F-15DDD5598B75}"/>
              </a:ext>
            </a:extLst>
          </p:cNvPr>
          <p:cNvCxnSpPr>
            <a:cxnSpLocks/>
          </p:cNvCxnSpPr>
          <p:nvPr/>
        </p:nvCxnSpPr>
        <p:spPr>
          <a:xfrm>
            <a:off x="7668000" y="3456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505E28-C130-BA1D-0172-C4CF2BA51C8D}"/>
                  </a:ext>
                </a:extLst>
              </p:cNvPr>
              <p:cNvSpPr txBox="1"/>
              <p:nvPr/>
            </p:nvSpPr>
            <p:spPr>
              <a:xfrm>
                <a:off x="7668000" y="5040000"/>
                <a:ext cx="1260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OL</m:t>
                          </m:r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max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505E28-C130-BA1D-0172-C4CF2BA5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000" y="5040000"/>
                <a:ext cx="1260000" cy="504000"/>
              </a:xfrm>
              <a:prstGeom prst="rect">
                <a:avLst/>
              </a:prstGeom>
              <a:blipFill>
                <a:blip r:embed="rId11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4CDB54F-E8AE-3C28-3477-82A209DA1488}"/>
              </a:ext>
            </a:extLst>
          </p:cNvPr>
          <p:cNvCxnSpPr>
            <a:cxnSpLocks/>
          </p:cNvCxnSpPr>
          <p:nvPr/>
        </p:nvCxnSpPr>
        <p:spPr>
          <a:xfrm>
            <a:off x="7668000" y="5544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50355CF-E476-8061-D532-94214551815C}"/>
              </a:ext>
            </a:extLst>
          </p:cNvPr>
          <p:cNvCxnSpPr>
            <a:cxnSpLocks/>
          </p:cNvCxnSpPr>
          <p:nvPr/>
        </p:nvCxnSpPr>
        <p:spPr>
          <a:xfrm>
            <a:off x="9684000" y="3888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19AC5B4-B1C9-6617-7B76-3B0B3EF984D8}"/>
              </a:ext>
            </a:extLst>
          </p:cNvPr>
          <p:cNvCxnSpPr>
            <a:cxnSpLocks/>
          </p:cNvCxnSpPr>
          <p:nvPr/>
        </p:nvCxnSpPr>
        <p:spPr>
          <a:xfrm>
            <a:off x="9684000" y="2736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5748051-91D4-4C75-7936-B4C12D21DCC8}"/>
                  </a:ext>
                </a:extLst>
              </p:cNvPr>
              <p:cNvSpPr txBox="1"/>
              <p:nvPr/>
            </p:nvSpPr>
            <p:spPr>
              <a:xfrm>
                <a:off x="9035999" y="4608000"/>
                <a:ext cx="1260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IL</m:t>
                          </m:r>
                          <m:d>
                            <m:d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max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5748051-91D4-4C75-7936-B4C12D21D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999" y="4608000"/>
                <a:ext cx="1260000" cy="504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27E93D3-277F-32E9-2E35-35686CB6E203}"/>
              </a:ext>
            </a:extLst>
          </p:cNvPr>
          <p:cNvCxnSpPr>
            <a:cxnSpLocks/>
          </p:cNvCxnSpPr>
          <p:nvPr/>
        </p:nvCxnSpPr>
        <p:spPr>
          <a:xfrm>
            <a:off x="9684000" y="5112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0433FFC-A266-02CC-8D9C-ED3DD1BF7B58}"/>
              </a:ext>
            </a:extLst>
          </p:cNvPr>
          <p:cNvCxnSpPr>
            <a:cxnSpLocks/>
          </p:cNvCxnSpPr>
          <p:nvPr/>
        </p:nvCxnSpPr>
        <p:spPr>
          <a:xfrm>
            <a:off x="7668000" y="6264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CC67D7F-FBC6-A027-EC35-B6F983A349B7}"/>
                  </a:ext>
                </a:extLst>
              </p:cNvPr>
              <p:cNvSpPr txBox="1"/>
              <p:nvPr/>
            </p:nvSpPr>
            <p:spPr>
              <a:xfrm>
                <a:off x="9648000" y="5832000"/>
                <a:ext cx="612000" cy="50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kumimoji="1"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V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CC67D7F-FBC6-A027-EC35-B6F983A34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0" y="5832000"/>
                <a:ext cx="612000" cy="504000"/>
              </a:xfrm>
              <a:prstGeom prst="rect">
                <a:avLst/>
              </a:prstGeom>
              <a:blipFill>
                <a:blip r:embed="rId13"/>
                <a:stretch>
                  <a:fillRect l="-1000" r="-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7A42C3B-1434-7081-99FF-7CDA5A77A4C7}"/>
              </a:ext>
            </a:extLst>
          </p:cNvPr>
          <p:cNvCxnSpPr>
            <a:cxnSpLocks/>
          </p:cNvCxnSpPr>
          <p:nvPr/>
        </p:nvCxnSpPr>
        <p:spPr>
          <a:xfrm>
            <a:off x="9648000" y="6264000"/>
            <a:ext cx="576000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194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BB94-F769-8055-2217-19F1AD68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E4955-A0FB-02FE-C158-F5EC940D85F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噪声容限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CD1C633-71A7-AAB2-5038-7DEB97D1B7AF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5685102" cy="4286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噪声容限：在保证输出电平不变的条件下，输入电平允许波动的范围，即抗干扰能力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输入高电平时的噪声容限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NH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OH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e>
                        </m:d>
                      </m:sub>
                    </m:sSub>
                    <m:r>
                      <a:rPr kumimoji="1"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min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输入低电平时的噪声容限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IL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e>
                        </m:d>
                      </m:sub>
                    </m:sSub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OL</m:t>
                        </m:r>
                        <m:d>
                          <m:dPr>
                            <m:ctrl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e>
                        </m:d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CD1C633-71A7-AAB2-5038-7DEB97D1B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5685102" cy="4286686"/>
              </a:xfrm>
              <a:prstGeom prst="rect">
                <a:avLst/>
              </a:prstGeom>
              <a:blipFill>
                <a:blip r:embed="rId4"/>
                <a:stretch>
                  <a:fillRect l="-1929" t="-569" r="-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D21943DA-4C7F-6D43-77AE-13C9E612145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4A1F16B8-978A-44A7-9128-E72C212F989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E9148F6D-BE63-E474-1A44-AEA2BF52CC1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9D277AA0-EFC4-5EF6-160A-BC64447FE96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438D4EF4-0FD6-0D70-D048-B84CA32F6AC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9DF445C-F522-09F5-1FA3-0004BB23D77C}"/>
              </a:ext>
            </a:extLst>
          </p:cNvPr>
          <p:cNvCxnSpPr>
            <a:cxnSpLocks/>
          </p:cNvCxnSpPr>
          <p:nvPr/>
        </p:nvCxnSpPr>
        <p:spPr>
          <a:xfrm>
            <a:off x="6564736" y="1404000"/>
            <a:ext cx="47558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908B7B9F-0E10-2054-9C30-B8B918179531}"/>
              </a:ext>
            </a:extLst>
          </p:cNvPr>
          <p:cNvSpPr/>
          <p:nvPr/>
        </p:nvSpPr>
        <p:spPr>
          <a:xfrm rot="5400000">
            <a:off x="6912000" y="1080000"/>
            <a:ext cx="864000" cy="648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98F7E0A-EB7B-736C-520D-6B0C1BB21885}"/>
              </a:ext>
            </a:extLst>
          </p:cNvPr>
          <p:cNvSpPr/>
          <p:nvPr/>
        </p:nvSpPr>
        <p:spPr>
          <a:xfrm>
            <a:off x="7650000" y="1332000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A0D99E6-AA6B-3E52-0561-4D1E3B1FBF58}"/>
                  </a:ext>
                </a:extLst>
              </p:cNvPr>
              <p:cNvSpPr txBox="1"/>
              <p:nvPr/>
            </p:nvSpPr>
            <p:spPr>
              <a:xfrm>
                <a:off x="7769533" y="864000"/>
                <a:ext cx="509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A0D99E6-AA6B-3E52-0561-4D1E3B1FB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533" y="864000"/>
                <a:ext cx="50948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4624AE5-D97E-4C1C-C02D-7C82E61C3595}"/>
                  </a:ext>
                </a:extLst>
              </p:cNvPr>
              <p:cNvSpPr txBox="1"/>
              <p:nvPr/>
            </p:nvSpPr>
            <p:spPr>
              <a:xfrm>
                <a:off x="9532142" y="864000"/>
                <a:ext cx="5094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4624AE5-D97E-4C1C-C02D-7C82E61C3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142" y="864000"/>
                <a:ext cx="50948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等腰三角形 6">
            <a:extLst>
              <a:ext uri="{FF2B5EF4-FFF2-40B4-BE49-F238E27FC236}">
                <a16:creationId xmlns:a16="http://schemas.microsoft.com/office/drawing/2014/main" id="{4188FC60-A331-758E-8BA9-44994540242B}"/>
              </a:ext>
            </a:extLst>
          </p:cNvPr>
          <p:cNvSpPr/>
          <p:nvPr/>
        </p:nvSpPr>
        <p:spPr>
          <a:xfrm rot="5400000">
            <a:off x="9972000" y="1080000"/>
            <a:ext cx="864000" cy="648000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4662F57-0197-FA37-C6D2-ABEB104564BA}"/>
              </a:ext>
            </a:extLst>
          </p:cNvPr>
          <p:cNvSpPr/>
          <p:nvPr/>
        </p:nvSpPr>
        <p:spPr>
          <a:xfrm>
            <a:off x="10710000" y="1332000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4471E0-966E-69C6-306C-53A83FB0B836}"/>
              </a:ext>
            </a:extLst>
          </p:cNvPr>
          <p:cNvSpPr txBox="1"/>
          <p:nvPr/>
        </p:nvSpPr>
        <p:spPr>
          <a:xfrm>
            <a:off x="7012805" y="1710000"/>
            <a:ext cx="12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驱动门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EE1BEF-B553-FA30-E14B-F7FD68B96C22}"/>
              </a:ext>
            </a:extLst>
          </p:cNvPr>
          <p:cNvSpPr txBox="1"/>
          <p:nvPr/>
        </p:nvSpPr>
        <p:spPr>
          <a:xfrm>
            <a:off x="10068361" y="1710000"/>
            <a:ext cx="12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负载门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D6EAF7-7134-5061-B5CA-335CC45C8936}"/>
              </a:ext>
            </a:extLst>
          </p:cNvPr>
          <p:cNvGrpSpPr/>
          <p:nvPr/>
        </p:nvGrpSpPr>
        <p:grpSpPr>
          <a:xfrm>
            <a:off x="5976000" y="2268000"/>
            <a:ext cx="5976000" cy="4068000"/>
            <a:chOff x="5976000" y="2268000"/>
            <a:chExt cx="5976000" cy="4068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7DAA26-0B64-4112-A215-BA944D187411}"/>
                    </a:ext>
                  </a:extLst>
                </p:cNvPr>
                <p:cNvSpPr txBox="1"/>
                <p:nvPr/>
              </p:nvSpPr>
              <p:spPr>
                <a:xfrm>
                  <a:off x="9432000" y="2268000"/>
                  <a:ext cx="79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DD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7DAA26-0B64-4112-A215-BA944D187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00" y="2268000"/>
                  <a:ext cx="792000" cy="504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07F566B-DE1B-D33D-4027-526A4492A538}"/>
                    </a:ext>
                  </a:extLst>
                </p:cNvPr>
                <p:cNvSpPr txBox="1"/>
                <p:nvPr/>
              </p:nvSpPr>
              <p:spPr>
                <a:xfrm>
                  <a:off x="8136000" y="3420000"/>
                  <a:ext cx="86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407F566B-DE1B-D33D-4027-526A4492A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6000" y="3420000"/>
                  <a:ext cx="864000" cy="504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401897A-BF79-3540-B04A-545AAC10563D}"/>
                </a:ext>
              </a:extLst>
            </p:cNvPr>
            <p:cNvSpPr/>
            <p:nvPr/>
          </p:nvSpPr>
          <p:spPr>
            <a:xfrm>
              <a:off x="6840000" y="2736000"/>
              <a:ext cx="828000" cy="3528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77A15DC-3833-0DA4-AF39-FEDBC41A6201}"/>
                </a:ext>
              </a:extLst>
            </p:cNvPr>
            <p:cNvSpPr/>
            <p:nvPr/>
          </p:nvSpPr>
          <p:spPr>
            <a:xfrm>
              <a:off x="10260000" y="2736000"/>
              <a:ext cx="828000" cy="352800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AE56DBD-CF71-1F43-6C71-03C6D4E7E30F}"/>
                </a:ext>
              </a:extLst>
            </p:cNvPr>
            <p:cNvSpPr/>
            <p:nvPr/>
          </p:nvSpPr>
          <p:spPr>
            <a:xfrm>
              <a:off x="6840000" y="2736000"/>
              <a:ext cx="8280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B364941-7A08-6820-6835-60576BC7155D}"/>
                </a:ext>
              </a:extLst>
            </p:cNvPr>
            <p:cNvSpPr/>
            <p:nvPr/>
          </p:nvSpPr>
          <p:spPr>
            <a:xfrm>
              <a:off x="6840000" y="5544000"/>
              <a:ext cx="828000" cy="720000"/>
            </a:xfrm>
            <a:prstGeom prst="rect">
              <a:avLst/>
            </a:prstGeom>
            <a:solidFill>
              <a:srgbClr val="FFB9BB"/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0E86096-22AA-A268-AA39-B634782D56D8}"/>
                </a:ext>
              </a:extLst>
            </p:cNvPr>
            <p:cNvSpPr/>
            <p:nvPr/>
          </p:nvSpPr>
          <p:spPr>
            <a:xfrm>
              <a:off x="10260000" y="2727821"/>
              <a:ext cx="828000" cy="115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7442B32-83BB-556D-A128-EE939229C55E}"/>
                </a:ext>
              </a:extLst>
            </p:cNvPr>
            <p:cNvSpPr/>
            <p:nvPr/>
          </p:nvSpPr>
          <p:spPr>
            <a:xfrm>
              <a:off x="10260000" y="5112000"/>
              <a:ext cx="828000" cy="1152000"/>
            </a:xfrm>
            <a:prstGeom prst="rect">
              <a:avLst/>
            </a:prstGeom>
            <a:solidFill>
              <a:srgbClr val="FFB9BB"/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10A9D229-45D5-0E35-F755-8DFC6FB27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0000" y="2736000"/>
              <a:ext cx="0" cy="356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6ED66D2F-7006-9BE1-DDF5-06C4E90FA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000" y="2736000"/>
              <a:ext cx="0" cy="3564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0B60579-BC77-1E7C-F3F4-A5E4B107803F}"/>
                    </a:ext>
                  </a:extLst>
                </p:cNvPr>
                <p:cNvSpPr txBox="1"/>
                <p:nvPr/>
              </p:nvSpPr>
              <p:spPr>
                <a:xfrm>
                  <a:off x="7668000" y="5832000"/>
                  <a:ext cx="61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0B60579-BC77-1E7C-F3F4-A5E4B1078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000" y="5832000"/>
                  <a:ext cx="612000" cy="504000"/>
                </a:xfrm>
                <a:prstGeom prst="rect">
                  <a:avLst/>
                </a:prstGeom>
                <a:blipFill>
                  <a:blip r:embed="rId16"/>
                  <a:stretch>
                    <a:fillRect l="-3000" r="-1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0A04203-225F-377B-EDB6-43D18123DF2F}"/>
                    </a:ext>
                  </a:extLst>
                </p:cNvPr>
                <p:cNvSpPr txBox="1"/>
                <p:nvPr/>
              </p:nvSpPr>
              <p:spPr>
                <a:xfrm>
                  <a:off x="7668000" y="2268000"/>
                  <a:ext cx="79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DD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0A04203-225F-377B-EDB6-43D18123D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000" y="2268000"/>
                  <a:ext cx="792000" cy="504000"/>
                </a:xfrm>
                <a:prstGeom prst="rect">
                  <a:avLst/>
                </a:prstGeom>
                <a:blipFill>
                  <a:blip r:embed="rId18"/>
                  <a:stretch>
                    <a:fillRect l="-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A2A6C58-6129-8CF2-7566-B6C76C06ACC1}"/>
                    </a:ext>
                  </a:extLst>
                </p:cNvPr>
                <p:cNvSpPr txBox="1"/>
                <p:nvPr/>
              </p:nvSpPr>
              <p:spPr>
                <a:xfrm>
                  <a:off x="7667999" y="2951999"/>
                  <a:ext cx="126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OH</m:t>
                            </m:r>
                            <m:d>
                              <m:dPr>
                                <m:ctrl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min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A2A6C58-6129-8CF2-7566-B6C76C06A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7999" y="2951999"/>
                  <a:ext cx="1260000" cy="504000"/>
                </a:xfrm>
                <a:prstGeom prst="rect">
                  <a:avLst/>
                </a:prstGeom>
                <a:blipFill>
                  <a:blip r:embed="rId19"/>
                  <a:stretch>
                    <a:fillRect l="-1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85A00F6-9404-93BC-DCEA-D6850CB2E561}"/>
                    </a:ext>
                  </a:extLst>
                </p:cNvPr>
                <p:cNvSpPr txBox="1"/>
                <p:nvPr/>
              </p:nvSpPr>
              <p:spPr>
                <a:xfrm>
                  <a:off x="9035999" y="3384000"/>
                  <a:ext cx="126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IH</m:t>
                            </m:r>
                            <m:d>
                              <m:dPr>
                                <m:ctrl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min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85A00F6-9404-93BC-DCEA-D6850CB2E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5999" y="3384000"/>
                  <a:ext cx="1260000" cy="504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22A03F3-E7EC-6A6E-BF57-7EE1A17F8BB6}"/>
                    </a:ext>
                  </a:extLst>
                </p:cNvPr>
                <p:cNvSpPr txBox="1"/>
                <p:nvPr/>
              </p:nvSpPr>
              <p:spPr>
                <a:xfrm>
                  <a:off x="5976000" y="2628000"/>
                  <a:ext cx="72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22A03F3-E7EC-6A6E-BF57-7EE1A17F8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6000" y="2628000"/>
                  <a:ext cx="720000" cy="432000"/>
                </a:xfrm>
                <a:prstGeom prst="rect">
                  <a:avLst/>
                </a:prstGeom>
                <a:blipFill>
                  <a:blip r:embed="rId4"/>
                  <a:stretch>
                    <a:fillRect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8BFF499-B0B4-CA38-2BC0-D0F17357A706}"/>
                    </a:ext>
                  </a:extLst>
                </p:cNvPr>
                <p:cNvSpPr txBox="1"/>
                <p:nvPr/>
              </p:nvSpPr>
              <p:spPr>
                <a:xfrm>
                  <a:off x="11232000" y="2628000"/>
                  <a:ext cx="72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8BFF499-B0B4-CA38-2BC0-D0F17357A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2000" y="2628000"/>
                  <a:ext cx="720000" cy="432000"/>
                </a:xfrm>
                <a:prstGeom prst="rect">
                  <a:avLst/>
                </a:prstGeom>
                <a:blipFill>
                  <a:blip r:embed="rId21"/>
                  <a:stretch>
                    <a:fillRect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ED28ADF-2997-68C2-50E4-FED10CC6A53F}"/>
                </a:ext>
              </a:extLst>
            </p:cNvPr>
            <p:cNvCxnSpPr>
              <a:cxnSpLocks/>
            </p:cNvCxnSpPr>
            <p:nvPr/>
          </p:nvCxnSpPr>
          <p:spPr>
            <a:xfrm>
              <a:off x="7668000" y="2736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6EB178F-9AD5-FF61-109D-2CB07889147E}"/>
                </a:ext>
              </a:extLst>
            </p:cNvPr>
            <p:cNvCxnSpPr>
              <a:cxnSpLocks/>
            </p:cNvCxnSpPr>
            <p:nvPr/>
          </p:nvCxnSpPr>
          <p:spPr>
            <a:xfrm>
              <a:off x="7668000" y="3456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BC80E1A-227F-73C2-0FB9-B4A84B2D41E9}"/>
                    </a:ext>
                  </a:extLst>
                </p:cNvPr>
                <p:cNvSpPr txBox="1"/>
                <p:nvPr/>
              </p:nvSpPr>
              <p:spPr>
                <a:xfrm>
                  <a:off x="7668000" y="5040000"/>
                  <a:ext cx="126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OL</m:t>
                            </m:r>
                            <m:d>
                              <m:dPr>
                                <m:ctrl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4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max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BC80E1A-227F-73C2-0FB9-B4A84B2D4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000" y="5040000"/>
                  <a:ext cx="1260000" cy="504000"/>
                </a:xfrm>
                <a:prstGeom prst="rect">
                  <a:avLst/>
                </a:prstGeom>
                <a:blipFill>
                  <a:blip r:embed="rId22"/>
                  <a:stretch>
                    <a:fillRect l="-1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282210C-F5A1-51D4-E4C1-3805C1520D38}"/>
                </a:ext>
              </a:extLst>
            </p:cNvPr>
            <p:cNvCxnSpPr>
              <a:cxnSpLocks/>
            </p:cNvCxnSpPr>
            <p:nvPr/>
          </p:nvCxnSpPr>
          <p:spPr>
            <a:xfrm>
              <a:off x="7668000" y="5544000"/>
              <a:ext cx="165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46A4D42-03DE-87E2-A42D-7FAE183248DD}"/>
                </a:ext>
              </a:extLst>
            </p:cNvPr>
            <p:cNvCxnSpPr>
              <a:cxnSpLocks/>
            </p:cNvCxnSpPr>
            <p:nvPr/>
          </p:nvCxnSpPr>
          <p:spPr>
            <a:xfrm>
              <a:off x="8820000" y="3888000"/>
              <a:ext cx="1440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FA87B9-A5E4-846C-963B-698E48F44A0C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2736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ABD1E4C-74CD-D20B-AD19-A47CCC13E1B8}"/>
                    </a:ext>
                  </a:extLst>
                </p:cNvPr>
                <p:cNvSpPr txBox="1"/>
                <p:nvPr/>
              </p:nvSpPr>
              <p:spPr>
                <a:xfrm>
                  <a:off x="9035999" y="4608000"/>
                  <a:ext cx="126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IL</m:t>
                            </m:r>
                            <m:d>
                              <m:dPr>
                                <m:ctrl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max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ABD1E4C-74CD-D20B-AD19-A47CCC13E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5999" y="4608000"/>
                  <a:ext cx="1260000" cy="5040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A9AFD82-848C-5141-73FB-F6C4F338E43D}"/>
                </a:ext>
              </a:extLst>
            </p:cNvPr>
            <p:cNvCxnSpPr>
              <a:cxnSpLocks/>
            </p:cNvCxnSpPr>
            <p:nvPr/>
          </p:nvCxnSpPr>
          <p:spPr>
            <a:xfrm>
              <a:off x="8964000" y="5112000"/>
              <a:ext cx="129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FE846B7-0578-0345-693D-0F6A24DF3956}"/>
                </a:ext>
              </a:extLst>
            </p:cNvPr>
            <p:cNvCxnSpPr>
              <a:cxnSpLocks/>
            </p:cNvCxnSpPr>
            <p:nvPr/>
          </p:nvCxnSpPr>
          <p:spPr>
            <a:xfrm>
              <a:off x="7668000" y="6264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D8C045D-56EC-72D8-E9F3-B13E267ABB8B}"/>
                    </a:ext>
                  </a:extLst>
                </p:cNvPr>
                <p:cNvSpPr txBox="1"/>
                <p:nvPr/>
              </p:nvSpPr>
              <p:spPr>
                <a:xfrm>
                  <a:off x="9648000" y="5832000"/>
                  <a:ext cx="61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D8C045D-56EC-72D8-E9F3-B13E267AB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8000" y="5832000"/>
                  <a:ext cx="612000" cy="504000"/>
                </a:xfrm>
                <a:prstGeom prst="rect">
                  <a:avLst/>
                </a:prstGeom>
                <a:blipFill>
                  <a:blip r:embed="rId24"/>
                  <a:stretch>
                    <a:fillRect l="-1000" r="-3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C664B47-98EF-9C53-56BF-ADCBCA186E5A}"/>
                </a:ext>
              </a:extLst>
            </p:cNvPr>
            <p:cNvCxnSpPr>
              <a:cxnSpLocks/>
            </p:cNvCxnSpPr>
            <p:nvPr/>
          </p:nvCxnSpPr>
          <p:spPr>
            <a:xfrm>
              <a:off x="9684000" y="6264000"/>
              <a:ext cx="5760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DB75798-99A2-36BA-656A-DB30173B8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2000" y="3456000"/>
              <a:ext cx="0" cy="43200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0DBA5C-73E2-DFE6-689B-4E5CCAA2ABE0}"/>
                    </a:ext>
                  </a:extLst>
                </p:cNvPr>
                <p:cNvSpPr txBox="1"/>
                <p:nvPr/>
              </p:nvSpPr>
              <p:spPr>
                <a:xfrm>
                  <a:off x="8964000" y="5112000"/>
                  <a:ext cx="864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0DBA5C-73E2-DFE6-689B-4E5CCAA2AB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4000" y="5112000"/>
                  <a:ext cx="864000" cy="5040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264AD7F-114B-923A-BC98-A172C3AEE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000" y="5112000"/>
              <a:ext cx="0" cy="43200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936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11EF-3BBA-64AD-BBD7-EF526CF7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4E191-3424-39AF-93EC-657D5EDFF53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传输延迟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5A8269-7358-23EE-872F-0608FA0832EC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10895067" cy="272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传输延迟：在输入脉冲波形作用下，输出波形相对于输入波形的延迟时间，即门电路的开关速度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CMOS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的互补对称性，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pHL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pLH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与电源电压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DD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和负载电容大小有关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有时采用平均传输延迟：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5A8269-7358-23EE-872F-0608FA083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10895067" cy="2728311"/>
              </a:xfrm>
              <a:prstGeom prst="rect">
                <a:avLst/>
              </a:prstGeom>
              <a:blipFill>
                <a:blip r:embed="rId3"/>
                <a:stretch>
                  <a:fillRect l="-1007" t="-895" b="-2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AEB7E747-23AF-287A-78DC-B61060BA522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55C9F141-63E3-44EC-15F6-80473FFC9F0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3654B97D-EEA5-5A95-1A30-EE38B98A1D0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EC379954-772E-DAD7-4912-54A0E8D2D5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EDDF39AC-BE80-F59B-BB40-A0FD5374274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517" name="组合 516">
            <a:extLst>
              <a:ext uri="{FF2B5EF4-FFF2-40B4-BE49-F238E27FC236}">
                <a16:creationId xmlns:a16="http://schemas.microsoft.com/office/drawing/2014/main" id="{678BA694-9B6C-FDF1-9764-5E67104D6489}"/>
              </a:ext>
            </a:extLst>
          </p:cNvPr>
          <p:cNvGrpSpPr/>
          <p:nvPr/>
        </p:nvGrpSpPr>
        <p:grpSpPr>
          <a:xfrm>
            <a:off x="6660000" y="2376000"/>
            <a:ext cx="5240690" cy="2970000"/>
            <a:chOff x="4376237" y="1984881"/>
            <a:chExt cx="5286833" cy="297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A03BC7F8-DCEA-9F5C-5080-9B6FF8635C85}"/>
                    </a:ext>
                  </a:extLst>
                </p:cNvPr>
                <p:cNvSpPr txBox="1"/>
                <p:nvPr/>
              </p:nvSpPr>
              <p:spPr>
                <a:xfrm>
                  <a:off x="8007934" y="3892881"/>
                  <a:ext cx="996950" cy="4610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pLH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A03BC7F8-DCEA-9F5C-5080-9B6FF8635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7934" y="3892881"/>
                  <a:ext cx="996950" cy="461024"/>
                </a:xfrm>
                <a:prstGeom prst="rect">
                  <a:avLst/>
                </a:prstGeom>
                <a:blipFill>
                  <a:blip r:embed="rId4"/>
                  <a:stretch>
                    <a:fillRect b="-9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2F4A96EF-8C80-3BCC-9926-1DBFE8737259}"/>
                    </a:ext>
                  </a:extLst>
                </p:cNvPr>
                <p:cNvSpPr txBox="1"/>
                <p:nvPr/>
              </p:nvSpPr>
              <p:spPr>
                <a:xfrm>
                  <a:off x="5683648" y="3280881"/>
                  <a:ext cx="996950" cy="4610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pHL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5" name="文本框 504">
                  <a:extLst>
                    <a:ext uri="{FF2B5EF4-FFF2-40B4-BE49-F238E27FC236}">
                      <a16:creationId xmlns:a16="http://schemas.microsoft.com/office/drawing/2014/main" id="{2F4A96EF-8C80-3BCC-9926-1DBFE8737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3648" y="3280881"/>
                  <a:ext cx="996950" cy="461024"/>
                </a:xfrm>
                <a:prstGeom prst="rect">
                  <a:avLst/>
                </a:prstGeom>
                <a:blipFill>
                  <a:blip r:embed="rId5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5961EEDE-6FC5-645D-A6C7-398F32D826B3}"/>
                    </a:ext>
                  </a:extLst>
                </p:cNvPr>
                <p:cNvSpPr txBox="1"/>
                <p:nvPr/>
              </p:nvSpPr>
              <p:spPr>
                <a:xfrm>
                  <a:off x="7100010" y="2668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5961EEDE-6FC5-645D-A6C7-398F32D82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010" y="2668881"/>
                  <a:ext cx="747212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0E4D79CD-DD37-3A22-0112-DA9721B6C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1806" y="3064881"/>
              <a:ext cx="0" cy="792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27AB9D36-F080-943C-6647-99328367F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1572" y="3568881"/>
              <a:ext cx="0" cy="972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60994C0F-E4B4-F18D-AD1A-240F6AEE0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934" y="3064836"/>
              <a:ext cx="0" cy="972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接连接符 459">
              <a:extLst>
                <a:ext uri="{FF2B5EF4-FFF2-40B4-BE49-F238E27FC236}">
                  <a16:creationId xmlns:a16="http://schemas.microsoft.com/office/drawing/2014/main" id="{0FADBD85-4E47-47C9-FC87-3C374721E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9541" y="3820881"/>
              <a:ext cx="0" cy="753373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箭头连接符 463">
              <a:extLst>
                <a:ext uri="{FF2B5EF4-FFF2-40B4-BE49-F238E27FC236}">
                  <a16:creationId xmlns:a16="http://schemas.microsoft.com/office/drawing/2014/main" id="{F072E985-5190-0F28-31BD-374522F97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965" y="3748881"/>
              <a:ext cx="859021" cy="0"/>
            </a:xfrm>
            <a:prstGeom prst="straightConnector1">
              <a:avLst/>
            </a:prstGeom>
            <a:ln w="12700"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箭头连接符 466">
              <a:extLst>
                <a:ext uri="{FF2B5EF4-FFF2-40B4-BE49-F238E27FC236}">
                  <a16:creationId xmlns:a16="http://schemas.microsoft.com/office/drawing/2014/main" id="{6A2E7000-6536-8C47-623C-C2A810F569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7934" y="3964881"/>
              <a:ext cx="863277" cy="0"/>
            </a:xfrm>
            <a:prstGeom prst="straightConnector1">
              <a:avLst/>
            </a:prstGeom>
            <a:ln w="12700"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2" name="文本框 471">
              <a:extLst>
                <a:ext uri="{FF2B5EF4-FFF2-40B4-BE49-F238E27FC236}">
                  <a16:creationId xmlns:a16="http://schemas.microsoft.com/office/drawing/2014/main" id="{E1F64A3C-38CC-DBA6-1E89-93C08A271412}"/>
                </a:ext>
              </a:extLst>
            </p:cNvPr>
            <p:cNvSpPr txBox="1"/>
            <p:nvPr/>
          </p:nvSpPr>
          <p:spPr>
            <a:xfrm>
              <a:off x="4376237" y="2709890"/>
              <a:ext cx="9805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3" name="文本框 472">
              <a:extLst>
                <a:ext uri="{FF2B5EF4-FFF2-40B4-BE49-F238E27FC236}">
                  <a16:creationId xmlns:a16="http://schemas.microsoft.com/office/drawing/2014/main" id="{EA070841-E9D6-DCA7-43F6-B0CA9B409031}"/>
                </a:ext>
              </a:extLst>
            </p:cNvPr>
            <p:cNvSpPr txBox="1"/>
            <p:nvPr/>
          </p:nvSpPr>
          <p:spPr>
            <a:xfrm>
              <a:off x="4376237" y="4364330"/>
              <a:ext cx="9805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</a:t>
              </a:r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3E674647-F156-8BB7-5E69-64F5A96B1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3905" y="2272880"/>
              <a:ext cx="0" cy="1260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50560A22-0F7E-B6A4-E9F3-7801E7395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9708" y="2272881"/>
              <a:ext cx="0" cy="540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>
              <a:extLst>
                <a:ext uri="{FF2B5EF4-FFF2-40B4-BE49-F238E27FC236}">
                  <a16:creationId xmlns:a16="http://schemas.microsoft.com/office/drawing/2014/main" id="{53050716-D82D-C795-DF36-C900897E5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5836" y="2272881"/>
              <a:ext cx="0" cy="1260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>
              <a:extLst>
                <a:ext uri="{FF2B5EF4-FFF2-40B4-BE49-F238E27FC236}">
                  <a16:creationId xmlns:a16="http://schemas.microsoft.com/office/drawing/2014/main" id="{80B09AFC-5742-DCD4-6444-C66993CE77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032" y="2272881"/>
              <a:ext cx="0" cy="540000"/>
            </a:xfrm>
            <a:prstGeom prst="line">
              <a:avLst/>
            </a:prstGeom>
            <a:ln w="254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箭头连接符 488">
              <a:extLst>
                <a:ext uri="{FF2B5EF4-FFF2-40B4-BE49-F238E27FC236}">
                  <a16:creationId xmlns:a16="http://schemas.microsoft.com/office/drawing/2014/main" id="{8E9E0341-9C21-7D7B-2A6F-43DE8B2CA9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2063" y="2452881"/>
              <a:ext cx="399487" cy="0"/>
            </a:xfrm>
            <a:prstGeom prst="straightConnector1">
              <a:avLst/>
            </a:prstGeom>
            <a:ln w="12700"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箭头连接符 492">
              <a:extLst>
                <a:ext uri="{FF2B5EF4-FFF2-40B4-BE49-F238E27FC236}">
                  <a16:creationId xmlns:a16="http://schemas.microsoft.com/office/drawing/2014/main" id="{7A96615D-F0DD-6852-AD2B-654DCB02E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8191" y="2452881"/>
              <a:ext cx="399487" cy="0"/>
            </a:xfrm>
            <a:prstGeom prst="straightConnector1">
              <a:avLst/>
            </a:prstGeom>
            <a:ln w="12700"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9B7AF211-5579-9F96-B082-4F01FA2DC569}"/>
                </a:ext>
              </a:extLst>
            </p:cNvPr>
            <p:cNvCxnSpPr/>
            <p:nvPr/>
          </p:nvCxnSpPr>
          <p:spPr>
            <a:xfrm>
              <a:off x="5592855" y="317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CD21BA29-5515-B978-4FD8-97CD4D33723E}"/>
                </a:ext>
              </a:extLst>
            </p:cNvPr>
            <p:cNvCxnSpPr/>
            <p:nvPr/>
          </p:nvCxnSpPr>
          <p:spPr>
            <a:xfrm>
              <a:off x="5810757" y="281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443142E3-2D12-E531-55FC-A009A3C04367}"/>
                </a:ext>
              </a:extLst>
            </p:cNvPr>
            <p:cNvCxnSpPr/>
            <p:nvPr/>
          </p:nvCxnSpPr>
          <p:spPr>
            <a:xfrm>
              <a:off x="5374954" y="353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6D8094F9-93F3-1CF9-3F66-1E21DC3B21EA}"/>
                </a:ext>
              </a:extLst>
            </p:cNvPr>
            <p:cNvCxnSpPr/>
            <p:nvPr/>
          </p:nvCxnSpPr>
          <p:spPr>
            <a:xfrm>
              <a:off x="6482621" y="4504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接连接符 499">
              <a:extLst>
                <a:ext uri="{FF2B5EF4-FFF2-40B4-BE49-F238E27FC236}">
                  <a16:creationId xmlns:a16="http://schemas.microsoft.com/office/drawing/2014/main" id="{1B7580D3-E5F2-DCF3-9C83-6D58C74072DB}"/>
                </a:ext>
              </a:extLst>
            </p:cNvPr>
            <p:cNvCxnSpPr>
              <a:cxnSpLocks/>
            </p:cNvCxnSpPr>
            <p:nvPr/>
          </p:nvCxnSpPr>
          <p:spPr>
            <a:xfrm>
              <a:off x="7681081" y="281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>
              <a:extLst>
                <a:ext uri="{FF2B5EF4-FFF2-40B4-BE49-F238E27FC236}">
                  <a16:creationId xmlns:a16="http://schemas.microsoft.com/office/drawing/2014/main" id="{4ACCF461-D3B7-CCEA-4C08-8E0A9F181229}"/>
                </a:ext>
              </a:extLst>
            </p:cNvPr>
            <p:cNvCxnSpPr>
              <a:cxnSpLocks/>
            </p:cNvCxnSpPr>
            <p:nvPr/>
          </p:nvCxnSpPr>
          <p:spPr>
            <a:xfrm>
              <a:off x="7898983" y="317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D7F8C6D1-B152-ADDF-3989-25E4ADCDE4EF}"/>
                </a:ext>
              </a:extLst>
            </p:cNvPr>
            <p:cNvCxnSpPr>
              <a:cxnSpLocks/>
            </p:cNvCxnSpPr>
            <p:nvPr/>
          </p:nvCxnSpPr>
          <p:spPr>
            <a:xfrm>
              <a:off x="8116885" y="3532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3EEEEA75-1FC5-2250-FC06-4B55F12AF685}"/>
                </a:ext>
              </a:extLst>
            </p:cNvPr>
            <p:cNvCxnSpPr/>
            <p:nvPr/>
          </p:nvCxnSpPr>
          <p:spPr>
            <a:xfrm>
              <a:off x="8770590" y="4504881"/>
              <a:ext cx="20781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73885D0-BB8D-8A2C-2AB0-FBF95291D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9429" y="2704881"/>
              <a:ext cx="544930" cy="9113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DB2A47-200C-82ED-29F7-E4138F484C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35557" y="2704881"/>
              <a:ext cx="544930" cy="9113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D532521-7309-471D-46C9-53A4E7E78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184" y="2704881"/>
              <a:ext cx="176137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E2B4327-6AF3-4227-1039-4256BE159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3346" y="3622881"/>
              <a:ext cx="92608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F793E19-5BA7-182D-E12D-DD89EA1DB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0311" y="3622881"/>
              <a:ext cx="13694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0DF0120-C560-85D9-3C42-98957497155C}"/>
                </a:ext>
              </a:extLst>
            </p:cNvPr>
            <p:cNvCxnSpPr>
              <a:cxnSpLocks/>
            </p:cNvCxnSpPr>
            <p:nvPr/>
          </p:nvCxnSpPr>
          <p:spPr>
            <a:xfrm>
              <a:off x="6319195" y="4036881"/>
              <a:ext cx="544930" cy="9113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D6C8F32-A5F0-E915-95DD-8C22BD5E1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5323" y="4036881"/>
              <a:ext cx="544930" cy="9113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9AD308E-5B6C-77EF-B648-9EEA05CF5E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3950" y="4954881"/>
              <a:ext cx="175839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515CB02-B9DC-DA1B-0B20-7CD337D84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3346" y="4036881"/>
              <a:ext cx="181584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3AE37D3D-6B26-61F8-93EB-4B76F0FE7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0077" y="4036881"/>
              <a:ext cx="48614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8D2A037B-23EB-249F-BC3B-08D6426F1E2B}"/>
                    </a:ext>
                  </a:extLst>
                </p:cNvPr>
                <p:cNvSpPr txBox="1"/>
                <p:nvPr/>
              </p:nvSpPr>
              <p:spPr>
                <a:xfrm>
                  <a:off x="5502063" y="1984881"/>
                  <a:ext cx="43580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7" name="文本框 506">
                  <a:extLst>
                    <a:ext uri="{FF2B5EF4-FFF2-40B4-BE49-F238E27FC236}">
                      <a16:creationId xmlns:a16="http://schemas.microsoft.com/office/drawing/2014/main" id="{8D2A037B-23EB-249F-BC3B-08D6426F1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2063" y="1984881"/>
                  <a:ext cx="435804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00407BFB-40F3-6089-FA5E-7151C0BFBDD6}"/>
                    </a:ext>
                  </a:extLst>
                </p:cNvPr>
                <p:cNvSpPr txBox="1"/>
                <p:nvPr/>
              </p:nvSpPr>
              <p:spPr>
                <a:xfrm>
                  <a:off x="7826349" y="1984881"/>
                  <a:ext cx="435804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00407BFB-40F3-6089-FA5E-7151C0BFB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6349" y="1984881"/>
                  <a:ext cx="435804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429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75E54396-3CF9-91C0-7AD8-54356199B7C7}"/>
                    </a:ext>
                  </a:extLst>
                </p:cNvPr>
                <p:cNvSpPr txBox="1"/>
                <p:nvPr/>
              </p:nvSpPr>
              <p:spPr>
                <a:xfrm>
                  <a:off x="5719965" y="2992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9" name="文本框 508">
                  <a:extLst>
                    <a:ext uri="{FF2B5EF4-FFF2-40B4-BE49-F238E27FC236}">
                      <a16:creationId xmlns:a16="http://schemas.microsoft.com/office/drawing/2014/main" id="{75E54396-3CF9-91C0-7AD8-54356199B7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965" y="2992881"/>
                  <a:ext cx="747212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42DE16E9-077B-B0E3-D4C0-134317ABE04C}"/>
                    </a:ext>
                  </a:extLst>
                </p:cNvPr>
                <p:cNvSpPr txBox="1"/>
                <p:nvPr/>
              </p:nvSpPr>
              <p:spPr>
                <a:xfrm>
                  <a:off x="7281595" y="2992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42DE16E9-077B-B0E3-D4C0-134317ABE0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595" y="2992881"/>
                  <a:ext cx="747212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文本框 510">
                  <a:extLst>
                    <a:ext uri="{FF2B5EF4-FFF2-40B4-BE49-F238E27FC236}">
                      <a16:creationId xmlns:a16="http://schemas.microsoft.com/office/drawing/2014/main" id="{D4ED47B8-329A-E5CA-23C9-6727B280DCDC}"/>
                    </a:ext>
                  </a:extLst>
                </p:cNvPr>
                <p:cNvSpPr txBox="1"/>
                <p:nvPr/>
              </p:nvSpPr>
              <p:spPr>
                <a:xfrm>
                  <a:off x="5865233" y="4324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1" name="文本框 510">
                  <a:extLst>
                    <a:ext uri="{FF2B5EF4-FFF2-40B4-BE49-F238E27FC236}">
                      <a16:creationId xmlns:a16="http://schemas.microsoft.com/office/drawing/2014/main" id="{D4ED47B8-329A-E5CA-23C9-6727B280D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233" y="4324881"/>
                  <a:ext cx="747212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6DD88580-AEBC-AE4B-B2AE-BBD56D1EB23D}"/>
                    </a:ext>
                  </a:extLst>
                </p:cNvPr>
                <p:cNvSpPr txBox="1"/>
                <p:nvPr/>
              </p:nvSpPr>
              <p:spPr>
                <a:xfrm>
                  <a:off x="8915858" y="4324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2" name="文本框 511">
                  <a:extLst>
                    <a:ext uri="{FF2B5EF4-FFF2-40B4-BE49-F238E27FC236}">
                      <a16:creationId xmlns:a16="http://schemas.microsoft.com/office/drawing/2014/main" id="{6DD88580-AEBC-AE4B-B2AE-BBD56D1EB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858" y="4324881"/>
                  <a:ext cx="747212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FE272A3C-E530-6757-2B66-6C8BA48887B9}"/>
                    </a:ext>
                  </a:extLst>
                </p:cNvPr>
                <p:cNvSpPr txBox="1"/>
                <p:nvPr/>
              </p:nvSpPr>
              <p:spPr>
                <a:xfrm>
                  <a:off x="8225836" y="3316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FE272A3C-E530-6757-2B66-6C8BA4888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5836" y="3316881"/>
                  <a:ext cx="7472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D75D1968-94F7-957D-D8A4-EBB2D4D382F1}"/>
                    </a:ext>
                  </a:extLst>
                </p:cNvPr>
                <p:cNvSpPr txBox="1"/>
                <p:nvPr/>
              </p:nvSpPr>
              <p:spPr>
                <a:xfrm>
                  <a:off x="4775724" y="3316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D75D1968-94F7-957D-D8A4-EBB2D4D38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724" y="3316881"/>
                  <a:ext cx="747212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5E8C5298-2C79-4C0F-A45E-F89C484C6A59}"/>
                    </a:ext>
                  </a:extLst>
                </p:cNvPr>
                <p:cNvSpPr txBox="1"/>
                <p:nvPr/>
              </p:nvSpPr>
              <p:spPr>
                <a:xfrm>
                  <a:off x="5937867" y="2668881"/>
                  <a:ext cx="74721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6" name="文本框 515">
                  <a:extLst>
                    <a:ext uri="{FF2B5EF4-FFF2-40B4-BE49-F238E27FC236}">
                      <a16:creationId xmlns:a16="http://schemas.microsoft.com/office/drawing/2014/main" id="{5E8C5298-2C79-4C0F-A45E-F89C484C6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7867" y="2668881"/>
                  <a:ext cx="747212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CEB27BD9-A46E-6112-CE6F-DED70B8B86E2}"/>
                  </a:ext>
                </a:extLst>
              </p:cNvPr>
              <p:cNvSpPr txBox="1"/>
              <p:nvPr/>
            </p:nvSpPr>
            <p:spPr>
              <a:xfrm>
                <a:off x="1260000" y="3600000"/>
                <a:ext cx="3091518" cy="774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pd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pHL</m:t>
                              </m:r>
                            </m:sub>
                          </m:sSub>
                          <m:r>
                            <a:rPr kumimoji="1"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pLH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9" name="文本框 518">
                <a:extLst>
                  <a:ext uri="{FF2B5EF4-FFF2-40B4-BE49-F238E27FC236}">
                    <a16:creationId xmlns:a16="http://schemas.microsoft.com/office/drawing/2014/main" id="{CEB27BD9-A46E-6112-CE6F-DED70B8B8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600000"/>
                <a:ext cx="3091518" cy="7745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3D6C45F1-FAD9-7AB3-775E-34A92E9D7E38}"/>
                  </a:ext>
                </a:extLst>
              </p:cNvPr>
              <p:cNvSpPr txBox="1"/>
              <p:nvPr/>
            </p:nvSpPr>
            <p:spPr>
              <a:xfrm>
                <a:off x="360000" y="5471637"/>
                <a:ext cx="8130097" cy="863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CMOS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与非门 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74HC00 </a:t>
                </a: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DD</m:t>
                        </m:r>
                      </m:sub>
                    </m:sSub>
                    <m:r>
                      <a:rPr kumimoji="1"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=5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pHL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=7</m:t>
                    </m:r>
                    <m:r>
                      <a:rPr kumimoji="1"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ns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pd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7 </m:t>
                    </m:r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ns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3D6C45F1-FAD9-7AB3-775E-34A92E9D7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71637"/>
                <a:ext cx="8130097" cy="863891"/>
              </a:xfrm>
              <a:prstGeom prst="rect">
                <a:avLst/>
              </a:prstGeom>
              <a:blipFill>
                <a:blip r:embed="rId17"/>
                <a:stretch>
                  <a:fillRect t="-5674" b="-12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207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BDDA-6D68-607F-F797-BE4D1D9C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525C90-ADA7-76DF-8030-BC4B64C055FA}"/>
              </a:ext>
            </a:extLst>
          </p:cNvPr>
          <p:cNvSpPr txBox="1"/>
          <p:nvPr/>
        </p:nvSpPr>
        <p:spPr>
          <a:xfrm>
            <a:off x="360000" y="827142"/>
            <a:ext cx="11014811" cy="213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静态功耗：电路在输出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状态转换时的功耗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动态功耗：电路在输出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状态转换时的功耗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功耗积：速度和功耗的综合性指标（理想状况为速度高且功耗低）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059F237D-67C8-00AB-9F88-52CE5BF5D4A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51FAFBC1-30D1-7F54-F7C5-696A08A696F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2FE43520-22CA-E7C0-31F1-6E8145C8265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B634681A-380B-33FA-035D-B3B432DFD21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B7EFA514-BF37-08D4-0F20-B83455E99BD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E16B447-89CC-7B74-CB20-4EC72487EEC6}"/>
              </a:ext>
            </a:extLst>
          </p:cNvPr>
          <p:cNvSpPr txBox="1"/>
          <p:nvPr/>
        </p:nvSpPr>
        <p:spPr>
          <a:xfrm>
            <a:off x="360000" y="3960000"/>
            <a:ext cx="108297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静态时，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电路的电流非常小，因此静态功耗很低；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动态时，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的功耗与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功耗电容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（电路本身）、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负载电容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（后续电路）、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电源电压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工作频率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7A51AE9-5D8B-5D57-A2EB-91D100C62A3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功耗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506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848E-F373-1306-FB44-ACCB101E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8B83E3A-BD99-651B-F0E1-D06DFC2C2864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10339897" cy="3246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扇入数：逻辑门输入端的个数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例如：一个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输入端的与非门，扇入数为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b>
                    </m:sSub>
                    <m:r>
                      <a:rPr kumimoji="1"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扇出数：在正常工作情况下，所能带同类门电路的最大数目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拉电流负载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灌电流负载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8B83E3A-BD99-651B-F0E1-D06DFC2C2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10339897" cy="3246402"/>
              </a:xfrm>
              <a:prstGeom prst="rect">
                <a:avLst/>
              </a:prstGeom>
              <a:blipFill>
                <a:blip r:embed="rId3"/>
                <a:stretch>
                  <a:fillRect l="-1061" t="-752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D0AD03C3-0FE3-CC82-4511-E8F4FDF1DB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AA03D581-0205-35F8-DBE8-3BDCA04F958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766944D3-47AA-CB5B-D186-C3C84E2D0ED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936070A3-3C3D-60F1-59B6-10DB3980828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4F9C9938-238A-6163-B7BC-B9F721B5E1E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1A3892F4-9E2F-5701-5FA6-5734E9978FF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扇入和扇出数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26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CE9C3-81CB-2270-30CF-F8735595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23BB5B-2DC9-A01F-38A1-895D3AE77EDE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6918587" cy="1978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扇出数之拉电流工作情况：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负载门的个数增加时，总的拉电流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增加，引起输出高电平的电压降低；而高电平电压有下限值，因此负载门的个数有限制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23BB5B-2DC9-A01F-38A1-895D3AE77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6918587" cy="1978362"/>
              </a:xfrm>
              <a:prstGeom prst="rect">
                <a:avLst/>
              </a:prstGeom>
              <a:blipFill>
                <a:blip r:embed="rId3"/>
                <a:stretch>
                  <a:fillRect l="-1586" t="-1235" r="-5815" b="-6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0C3D5A42-3E01-D24B-455B-0F9EA92C051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44967BD7-6089-0967-0237-0C6F5E794A3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4D88C692-72A0-DF47-7B9E-F85554965F9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78775412-E9BF-9423-EB16-E6BEFD4154E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E5E5A900-548A-4318-6BD1-5A3EE289C41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7" name="文本框 486">
                <a:extLst>
                  <a:ext uri="{FF2B5EF4-FFF2-40B4-BE49-F238E27FC236}">
                    <a16:creationId xmlns:a16="http://schemas.microsoft.com/office/drawing/2014/main" id="{93A67410-D171-D086-D06E-7A6DC740D0C4}"/>
                  </a:ext>
                </a:extLst>
              </p:cNvPr>
              <p:cNvSpPr txBox="1"/>
              <p:nvPr/>
            </p:nvSpPr>
            <p:spPr>
              <a:xfrm>
                <a:off x="1440000" y="3240000"/>
                <a:ext cx="3839302" cy="979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OH</m:t>
                          </m:r>
                        </m:sub>
                      </m:sSub>
                      <m:r>
                        <a:rPr kumimoji="1" lang="en-US" altLang="zh-CN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OH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驱动门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负载门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7" name="文本框 486">
                <a:extLst>
                  <a:ext uri="{FF2B5EF4-FFF2-40B4-BE49-F238E27FC236}">
                    <a16:creationId xmlns:a16="http://schemas.microsoft.com/office/drawing/2014/main" id="{93A67410-D171-D086-D06E-7A6DC740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000" y="3240000"/>
                <a:ext cx="3839302" cy="9790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文本框 487">
                <a:extLst>
                  <a:ext uri="{FF2B5EF4-FFF2-40B4-BE49-F238E27FC236}">
                    <a16:creationId xmlns:a16="http://schemas.microsoft.com/office/drawing/2014/main" id="{A6C0DC52-1AD0-EF29-0DBC-7307B2B0F530}"/>
                  </a:ext>
                </a:extLst>
              </p:cNvPr>
              <p:cNvSpPr txBox="1"/>
              <p:nvPr/>
            </p:nvSpPr>
            <p:spPr>
              <a:xfrm>
                <a:off x="360000" y="4500000"/>
                <a:ext cx="729497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扇出数</a:t>
                </a:r>
                <a:endParaRPr kumimoji="1"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驱动门输出为高电平时能输出的电流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负载门所需的输入电流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8" name="文本框 487">
                <a:extLst>
                  <a:ext uri="{FF2B5EF4-FFF2-40B4-BE49-F238E27FC236}">
                    <a16:creationId xmlns:a16="http://schemas.microsoft.com/office/drawing/2014/main" id="{A6C0DC52-1AD0-EF29-0DBC-7307B2B0F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00000"/>
                <a:ext cx="7294978" cy="1200329"/>
              </a:xfrm>
              <a:prstGeom prst="rect">
                <a:avLst/>
              </a:prstGeom>
              <a:blipFill>
                <a:blip r:embed="rId9"/>
                <a:stretch>
                  <a:fillRect t="-4061" b="-10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9" name="文本框 488">
                <a:extLst>
                  <a:ext uri="{FF2B5EF4-FFF2-40B4-BE49-F238E27FC236}">
                    <a16:creationId xmlns:a16="http://schemas.microsoft.com/office/drawing/2014/main" id="{1B029647-618C-A5E9-66D9-85D8C5F21CCB}"/>
                  </a:ext>
                </a:extLst>
              </p:cNvPr>
              <p:cNvSpPr txBox="1"/>
              <p:nvPr/>
            </p:nvSpPr>
            <p:spPr>
              <a:xfrm>
                <a:off x="7776000" y="5292000"/>
                <a:ext cx="429572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驱动门输出端为</a:t>
                </a:r>
                <a:r>
                  <a:rPr kumimoji="1" lang="zh-CN" altLang="en-US" sz="22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</a:t>
                </a:r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电平，有电流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从驱动门拉出而流入负载门</a:t>
                </a:r>
                <a:endParaRPr lang="zh-CN" altLang="en-US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9" name="文本框 488">
                <a:extLst>
                  <a:ext uri="{FF2B5EF4-FFF2-40B4-BE49-F238E27FC236}">
                    <a16:creationId xmlns:a16="http://schemas.microsoft.com/office/drawing/2014/main" id="{1B029647-618C-A5E9-66D9-85D8C5F21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00" y="5292000"/>
                <a:ext cx="4295720" cy="769441"/>
              </a:xfrm>
              <a:prstGeom prst="rect">
                <a:avLst/>
              </a:prstGeom>
              <a:blipFill>
                <a:blip r:embed="rId10"/>
                <a:stretch>
                  <a:fillRect l="-1847" t="-5556" b="-15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D16293BF-9B74-0BC1-1958-C9F98FD1347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扇入和扇出数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4DE4C93-D4D5-A36C-AA6B-FDA210A7097F}"/>
              </a:ext>
            </a:extLst>
          </p:cNvPr>
          <p:cNvGrpSpPr/>
          <p:nvPr/>
        </p:nvGrpSpPr>
        <p:grpSpPr>
          <a:xfrm>
            <a:off x="8028000" y="1548000"/>
            <a:ext cx="3852000" cy="3670331"/>
            <a:chOff x="8028000" y="1548000"/>
            <a:chExt cx="3852000" cy="3670331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5874037-FC2E-D98E-A600-412523F02425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032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A1DAA93-6726-DCB1-1760-DF0D4029AEA0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2160000"/>
              <a:ext cx="0" cy="24641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8" name="文本框 457">
                  <a:extLst>
                    <a:ext uri="{FF2B5EF4-FFF2-40B4-BE49-F238E27FC236}">
                      <a16:creationId xmlns:a16="http://schemas.microsoft.com/office/drawing/2014/main" id="{F4294040-0CC2-6F34-D9B7-98C61E696B71}"/>
                    </a:ext>
                  </a:extLst>
                </p:cNvPr>
                <p:cNvSpPr txBox="1"/>
                <p:nvPr/>
              </p:nvSpPr>
              <p:spPr>
                <a:xfrm>
                  <a:off x="10116000" y="4572000"/>
                  <a:ext cx="648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8" name="文本框 457">
                  <a:extLst>
                    <a:ext uri="{FF2B5EF4-FFF2-40B4-BE49-F238E27FC236}">
                      <a16:creationId xmlns:a16="http://schemas.microsoft.com/office/drawing/2014/main" id="{F4294040-0CC2-6F34-D9B7-98C61E696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000" y="4572000"/>
                  <a:ext cx="648000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DA481C5-D9B4-61DD-5D4D-9B730F20454C}"/>
                    </a:ext>
                  </a:extLst>
                </p:cNvPr>
                <p:cNvSpPr txBox="1"/>
                <p:nvPr/>
              </p:nvSpPr>
              <p:spPr>
                <a:xfrm>
                  <a:off x="9144000" y="154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ADA481C5-D9B4-61DD-5D4D-9B730F204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548000"/>
                  <a:ext cx="540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9101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流程图: 延期 5">
              <a:extLst>
                <a:ext uri="{FF2B5EF4-FFF2-40B4-BE49-F238E27FC236}">
                  <a16:creationId xmlns:a16="http://schemas.microsoft.com/office/drawing/2014/main" id="{52E3A6DF-D6D2-6AFC-F809-A2B88F7A27FC}"/>
                </a:ext>
              </a:extLst>
            </p:cNvPr>
            <p:cNvSpPr/>
            <p:nvPr/>
          </p:nvSpPr>
          <p:spPr>
            <a:xfrm>
              <a:off x="8388000" y="1872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F01858B-48FD-04B9-C69D-05FD3D30C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98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9D3EB6D-F818-90B9-5201-981F1B6AE31F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234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03DF39F-2630-07DE-5C99-911A26D7601D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8964000" y="2160000"/>
              <a:ext cx="75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1E433A5-542E-F4F1-7FBB-1D762F326310}"/>
                </a:ext>
              </a:extLst>
            </p:cNvPr>
            <p:cNvSpPr/>
            <p:nvPr/>
          </p:nvSpPr>
          <p:spPr>
            <a:xfrm>
              <a:off x="8964000" y="2095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459" name="直接箭头连接符 458">
              <a:extLst>
                <a:ext uri="{FF2B5EF4-FFF2-40B4-BE49-F238E27FC236}">
                  <a16:creationId xmlns:a16="http://schemas.microsoft.com/office/drawing/2014/main" id="{8AA69789-F65B-7601-D060-8795CE879C85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052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文本框 469">
              <a:extLst>
                <a:ext uri="{FF2B5EF4-FFF2-40B4-BE49-F238E27FC236}">
                  <a16:creationId xmlns:a16="http://schemas.microsoft.com/office/drawing/2014/main" id="{19A95930-74D3-DC5B-8A86-6F9DCF0FE2D4}"/>
                </a:ext>
              </a:extLst>
            </p:cNvPr>
            <p:cNvSpPr txBox="1"/>
            <p:nvPr/>
          </p:nvSpPr>
          <p:spPr>
            <a:xfrm>
              <a:off x="8244000" y="2520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驱动门</a:t>
              </a:r>
              <a:endParaRPr lang="zh-CN" altLang="en-US" dirty="0"/>
            </a:p>
          </p:txBody>
        </p:sp>
        <p:sp>
          <p:nvSpPr>
            <p:cNvPr id="61" name="流程图: 延期 60">
              <a:extLst>
                <a:ext uri="{FF2B5EF4-FFF2-40B4-BE49-F238E27FC236}">
                  <a16:creationId xmlns:a16="http://schemas.microsoft.com/office/drawing/2014/main" id="{5C72E217-6B87-6E2E-FBCB-EAE42FF6D348}"/>
                </a:ext>
              </a:extLst>
            </p:cNvPr>
            <p:cNvSpPr/>
            <p:nvPr/>
          </p:nvSpPr>
          <p:spPr>
            <a:xfrm>
              <a:off x="10656000" y="2628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5AF4F58-FC5B-E100-37A1-A43C74D68A68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2736000"/>
              <a:ext cx="9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F947802D-A005-D519-0588-3A67C78A83BC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09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797F05DB-E33B-8147-4E98-181B01ADE916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>
              <a:off x="11232000" y="2916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A384D44D-E1BA-A999-7105-53CE8F34A029}"/>
                </a:ext>
              </a:extLst>
            </p:cNvPr>
            <p:cNvSpPr/>
            <p:nvPr/>
          </p:nvSpPr>
          <p:spPr>
            <a:xfrm>
              <a:off x="11232000" y="2851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4343EE56-EFDF-BDA2-7624-DC42E28598B1}"/>
                    </a:ext>
                  </a:extLst>
                </p:cNvPr>
                <p:cNvSpPr txBox="1"/>
                <p:nvPr/>
              </p:nvSpPr>
              <p:spPr>
                <a:xfrm>
                  <a:off x="9936000" y="2124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4343EE56-EFDF-BDA2-7624-DC42E2859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2124000"/>
                  <a:ext cx="540000" cy="432000"/>
                </a:xfrm>
                <a:prstGeom prst="rect">
                  <a:avLst/>
                </a:prstGeom>
                <a:blipFill>
                  <a:blip r:embed="rId13"/>
                  <a:stretch>
                    <a:fillRect l="-11236"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0" name="椭圆 459">
              <a:extLst>
                <a:ext uri="{FF2B5EF4-FFF2-40B4-BE49-F238E27FC236}">
                  <a16:creationId xmlns:a16="http://schemas.microsoft.com/office/drawing/2014/main" id="{D8517090-A921-8712-79C6-E3515E0D10CF}"/>
                </a:ext>
              </a:extLst>
            </p:cNvPr>
            <p:cNvSpPr/>
            <p:nvPr/>
          </p:nvSpPr>
          <p:spPr>
            <a:xfrm>
              <a:off x="9676800" y="2692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2" name="直接箭头连接符 461">
              <a:extLst>
                <a:ext uri="{FF2B5EF4-FFF2-40B4-BE49-F238E27FC236}">
                  <a16:creationId xmlns:a16="http://schemas.microsoft.com/office/drawing/2014/main" id="{90293CBB-554B-1722-A4EE-BBE8FFA9145F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2628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文本框 470">
              <a:extLst>
                <a:ext uri="{FF2B5EF4-FFF2-40B4-BE49-F238E27FC236}">
                  <a16:creationId xmlns:a16="http://schemas.microsoft.com/office/drawing/2014/main" id="{6DEA73B0-713D-1BBD-55B6-419647C0B25D}"/>
                </a:ext>
              </a:extLst>
            </p:cNvPr>
            <p:cNvSpPr txBox="1"/>
            <p:nvPr/>
          </p:nvSpPr>
          <p:spPr>
            <a:xfrm>
              <a:off x="10512000" y="3240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负载门</a:t>
              </a:r>
              <a:endParaRPr lang="zh-CN" altLang="en-US" dirty="0"/>
            </a:p>
          </p:txBody>
        </p:sp>
        <p:sp>
          <p:nvSpPr>
            <p:cNvPr id="15" name="流程图: 延期 14">
              <a:extLst>
                <a:ext uri="{FF2B5EF4-FFF2-40B4-BE49-F238E27FC236}">
                  <a16:creationId xmlns:a16="http://schemas.microsoft.com/office/drawing/2014/main" id="{C509F767-6ACD-7DC5-51D1-CEE9CAFAFB0B}"/>
                </a:ext>
              </a:extLst>
            </p:cNvPr>
            <p:cNvSpPr/>
            <p:nvPr/>
          </p:nvSpPr>
          <p:spPr>
            <a:xfrm>
              <a:off x="10656000" y="3744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1923779-4C41-368F-6143-F5B74127AC15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3852000"/>
              <a:ext cx="9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8348C39-7EDB-3546-CC62-F630FF2DC2DE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212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6E711591-037C-7C60-281A-AA8D5BE7E181}"/>
                </a:ext>
              </a:extLst>
            </p:cNvPr>
            <p:cNvSpPr/>
            <p:nvPr/>
          </p:nvSpPr>
          <p:spPr>
            <a:xfrm>
              <a:off x="11232000" y="3967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F7061D0-FBA5-EF66-97F4-9E451DC46143}"/>
                    </a:ext>
                  </a:extLst>
                </p:cNvPr>
                <p:cNvSpPr txBox="1"/>
                <p:nvPr/>
              </p:nvSpPr>
              <p:spPr>
                <a:xfrm>
                  <a:off x="9936000" y="324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IH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F7061D0-FBA5-EF66-97F4-9E451DC46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3240000"/>
                  <a:ext cx="540000" cy="432000"/>
                </a:xfrm>
                <a:prstGeom prst="rect">
                  <a:avLst/>
                </a:prstGeom>
                <a:blipFill>
                  <a:blip r:embed="rId14"/>
                  <a:stretch>
                    <a:fillRect l="-11236"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B63F1E6-A66F-C72D-0F1B-596934D91AAD}"/>
                </a:ext>
              </a:extLst>
            </p:cNvPr>
            <p:cNvSpPr/>
            <p:nvPr/>
          </p:nvSpPr>
          <p:spPr>
            <a:xfrm>
              <a:off x="9676800" y="3808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FCA2686-FC3E-0B48-5E18-1948FD43DB54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3744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ADCF8C9-FBFE-B753-5AF8-2D42B41C26CD}"/>
                </a:ext>
              </a:extLst>
            </p:cNvPr>
            <p:cNvSpPr txBox="1"/>
            <p:nvPr/>
          </p:nvSpPr>
          <p:spPr>
            <a:xfrm>
              <a:off x="10512000" y="4356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负载门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2063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C6FE-AFAF-4DFD-7E79-0C8BFC14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CA43E6BC-CCB4-2636-574B-96FFCB2EF55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77" name="组合 476">
              <a:extLst>
                <a:ext uri="{FF2B5EF4-FFF2-40B4-BE49-F238E27FC236}">
                  <a16:creationId xmlns:a16="http://schemas.microsoft.com/office/drawing/2014/main" id="{ABA8D301-A6F1-5848-D26C-C72FF271887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479" name="箭头: 五边形 478">
                <a:extLst>
                  <a:ext uri="{FF2B5EF4-FFF2-40B4-BE49-F238E27FC236}">
                    <a16:creationId xmlns:a16="http://schemas.microsoft.com/office/drawing/2014/main" id="{AB639465-8B67-1D5C-5973-2297956CD08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0" name="箭头: V 形 479">
                <a:extLst>
                  <a:ext uri="{FF2B5EF4-FFF2-40B4-BE49-F238E27FC236}">
                    <a16:creationId xmlns:a16="http://schemas.microsoft.com/office/drawing/2014/main" id="{5D77ACD9-10D2-752F-1E78-0C2ED0B658C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8" name="灯片编号占位符 3">
              <a:extLst>
                <a:ext uri="{FF2B5EF4-FFF2-40B4-BE49-F238E27FC236}">
                  <a16:creationId xmlns:a16="http://schemas.microsoft.com/office/drawing/2014/main" id="{FC11D3A5-40ED-CB8C-7AAD-866A7BA8ADD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D6A8F621-C3EB-74C9-8BC9-7C35D9AA4925}"/>
                  </a:ext>
                </a:extLst>
              </p:cNvPr>
              <p:cNvSpPr txBox="1"/>
              <p:nvPr/>
            </p:nvSpPr>
            <p:spPr>
              <a:xfrm>
                <a:off x="1440000" y="3240000"/>
                <a:ext cx="3839302" cy="979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OL</m:t>
                          </m:r>
                        </m:sub>
                      </m:sSub>
                      <m:r>
                        <a:rPr kumimoji="1" lang="en-US" altLang="zh-CN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L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驱动门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IL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负载门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D6A8F621-C3EB-74C9-8BC9-7C35D9AA4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000" y="3240000"/>
                <a:ext cx="3839302" cy="9790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BE96AEC9-8054-25C3-F6CF-7721D0B7635D}"/>
                  </a:ext>
                </a:extLst>
              </p:cNvPr>
              <p:cNvSpPr txBox="1"/>
              <p:nvPr/>
            </p:nvSpPr>
            <p:spPr>
              <a:xfrm>
                <a:off x="360000" y="4500000"/>
                <a:ext cx="729497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扇出数</a:t>
                </a:r>
                <a:endParaRPr kumimoji="1"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驱动门输出为低电平时能输入的电流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负载门输入端的电流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BE96AEC9-8054-25C3-F6CF-7721D0B76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00000"/>
                <a:ext cx="7294978" cy="1200329"/>
              </a:xfrm>
              <a:prstGeom prst="rect">
                <a:avLst/>
              </a:prstGeom>
              <a:blipFill>
                <a:blip r:embed="rId9"/>
                <a:stretch>
                  <a:fillRect t="-4061" b="-10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7A6681-7C51-F392-05AA-5CFBD224BEE7}"/>
                  </a:ext>
                </a:extLst>
              </p:cNvPr>
              <p:cNvSpPr txBox="1"/>
              <p:nvPr/>
            </p:nvSpPr>
            <p:spPr>
              <a:xfrm>
                <a:off x="360000" y="827142"/>
                <a:ext cx="6918587" cy="1978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扇出数之灌电流工作情况：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负载门的个数增加时，总的灌电流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增加，引起输出低电平的电压升高；而低电平电压有上限值，因此负载门的个数有限制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7A6681-7C51-F392-05AA-5CFBD224B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142"/>
                <a:ext cx="6918587" cy="1978362"/>
              </a:xfrm>
              <a:prstGeom prst="rect">
                <a:avLst/>
              </a:prstGeom>
              <a:blipFill>
                <a:blip r:embed="rId10"/>
                <a:stretch>
                  <a:fillRect l="-1586" t="-1235" r="-5815" b="-6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54BD55C-7E9E-26B3-4341-999454FAD485}"/>
                  </a:ext>
                </a:extLst>
              </p:cNvPr>
              <p:cNvSpPr txBox="1"/>
              <p:nvPr/>
            </p:nvSpPr>
            <p:spPr>
              <a:xfrm>
                <a:off x="360000" y="5976000"/>
                <a:ext cx="6172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zh-CN" altLang="en-US" sz="2400" dirty="0">
                    <a:solidFill>
                      <a:srgbClr val="0000FF"/>
                    </a:solidFill>
                    <a:ea typeface="微软雅黑" panose="020B0503020204020204" pitchFamily="34" charset="-122"/>
                  </a:rPr>
                  <a:t>实际设计中，扇出数取</a:t>
                </a:r>
                <a:r>
                  <a:rPr kumimoji="1" lang="en-US" altLang="zh-CN" sz="2400" b="0" dirty="0">
                    <a:solidFill>
                      <a:srgbClr val="0000FF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min</m:t>
                        </m:r>
                      </m:fName>
                      <m:e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H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 </m:t>
                        </m:r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OL</m:t>
                            </m:r>
                          </m:sub>
                        </m:sSub>
                        <m:r>
                          <a:rPr kumimoji="1"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</m:func>
                  </m:oMath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54BD55C-7E9E-26B3-4341-999454FA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76000"/>
                <a:ext cx="6172200" cy="461665"/>
              </a:xfrm>
              <a:prstGeom prst="rect">
                <a:avLst/>
              </a:prstGeom>
              <a:blipFill>
                <a:blip r:embed="rId11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8C8F93E7-60E8-C00B-6F3A-81F544AADEC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逻辑门主要参数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扇入和扇出数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88B237-6569-853B-F7F1-43466DFB9767}"/>
                  </a:ext>
                </a:extLst>
              </p:cNvPr>
              <p:cNvSpPr txBox="1"/>
              <p:nvPr/>
            </p:nvSpPr>
            <p:spPr>
              <a:xfrm>
                <a:off x="7776000" y="5292000"/>
                <a:ext cx="429572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驱动门输出端为</a:t>
                </a:r>
                <a:r>
                  <a:rPr kumimoji="1" lang="zh-CN" altLang="en-US" sz="22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</a:t>
                </a:r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电平，有电流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OL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流入驱动门，是负载门输入端电流之和 </a:t>
                </a:r>
                <a:endParaRPr lang="zh-CN" altLang="en-US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88B237-6569-853B-F7F1-43466DFB9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000" y="5292000"/>
                <a:ext cx="4295720" cy="1107996"/>
              </a:xfrm>
              <a:prstGeom prst="rect">
                <a:avLst/>
              </a:prstGeom>
              <a:blipFill>
                <a:blip r:embed="rId12"/>
                <a:stretch>
                  <a:fillRect l="-1847" t="-3846" r="-852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EAB77BE-BA1A-0AD7-C2FE-2802965C3D38}"/>
              </a:ext>
            </a:extLst>
          </p:cNvPr>
          <p:cNvGrpSpPr/>
          <p:nvPr/>
        </p:nvGrpSpPr>
        <p:grpSpPr>
          <a:xfrm>
            <a:off x="8028000" y="1548000"/>
            <a:ext cx="3852000" cy="3670331"/>
            <a:chOff x="8028000" y="1548000"/>
            <a:chExt cx="3852000" cy="3670331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073019A-052A-7CE2-B37D-29C0C9CAE51F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032000"/>
              <a:ext cx="16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983F356-1A91-E6C6-1D98-4FF1315E33D7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2160000"/>
              <a:ext cx="0" cy="24641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35AFABF-7EBE-3AC1-6373-548E2EA654B7}"/>
                    </a:ext>
                  </a:extLst>
                </p:cNvPr>
                <p:cNvSpPr txBox="1"/>
                <p:nvPr/>
              </p:nvSpPr>
              <p:spPr>
                <a:xfrm>
                  <a:off x="10116000" y="4572000"/>
                  <a:ext cx="648000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35AFABF-7EBE-3AC1-6373-548E2EA65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6000" y="4572000"/>
                  <a:ext cx="648000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4F1B96F-31B0-FCCD-8F9D-B4E81E112878}"/>
                    </a:ext>
                  </a:extLst>
                </p:cNvPr>
                <p:cNvSpPr txBox="1"/>
                <p:nvPr/>
              </p:nvSpPr>
              <p:spPr>
                <a:xfrm>
                  <a:off x="9144000" y="1548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4F1B96F-31B0-FCCD-8F9D-B4E81E112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548000"/>
                  <a:ext cx="540000" cy="432000"/>
                </a:xfrm>
                <a:prstGeom prst="rect">
                  <a:avLst/>
                </a:prstGeom>
                <a:blipFill>
                  <a:blip r:embed="rId14"/>
                  <a:stretch>
                    <a:fillRect l="-15730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流程图: 延期 14">
              <a:extLst>
                <a:ext uri="{FF2B5EF4-FFF2-40B4-BE49-F238E27FC236}">
                  <a16:creationId xmlns:a16="http://schemas.microsoft.com/office/drawing/2014/main" id="{FC306D4B-0BF0-4D81-0E05-513AFB247CE7}"/>
                </a:ext>
              </a:extLst>
            </p:cNvPr>
            <p:cNvSpPr/>
            <p:nvPr/>
          </p:nvSpPr>
          <p:spPr>
            <a:xfrm>
              <a:off x="8388000" y="1872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2917408-BFDE-25F7-D1A2-DAD6C20A4A07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198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1268258-223A-8FD1-9E65-4FA9E574550F}"/>
                </a:ext>
              </a:extLst>
            </p:cNvPr>
            <p:cNvCxnSpPr>
              <a:cxnSpLocks/>
            </p:cNvCxnSpPr>
            <p:nvPr/>
          </p:nvCxnSpPr>
          <p:spPr>
            <a:xfrm>
              <a:off x="8028000" y="234000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23F51CF-DF9E-27C6-3C96-50A38AED3212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8964000" y="2160000"/>
              <a:ext cx="75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B6528A4-4FF8-1E02-CA0F-573352CB92F4}"/>
                </a:ext>
              </a:extLst>
            </p:cNvPr>
            <p:cNvSpPr/>
            <p:nvPr/>
          </p:nvSpPr>
          <p:spPr>
            <a:xfrm>
              <a:off x="8964000" y="2095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AA2E732-3F6E-A177-3194-52E134EE5D94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2052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C909322-4278-E7AD-5C32-4D6705F02378}"/>
                </a:ext>
              </a:extLst>
            </p:cNvPr>
            <p:cNvSpPr txBox="1"/>
            <p:nvPr/>
          </p:nvSpPr>
          <p:spPr>
            <a:xfrm>
              <a:off x="8244000" y="2520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驱动门</a:t>
              </a:r>
              <a:endParaRPr lang="zh-CN" altLang="en-US" dirty="0"/>
            </a:p>
          </p:txBody>
        </p:sp>
        <p:sp>
          <p:nvSpPr>
            <p:cNvPr id="22" name="流程图: 延期 21">
              <a:extLst>
                <a:ext uri="{FF2B5EF4-FFF2-40B4-BE49-F238E27FC236}">
                  <a16:creationId xmlns:a16="http://schemas.microsoft.com/office/drawing/2014/main" id="{BC988D66-63C7-AC62-63D3-B92345740B20}"/>
                </a:ext>
              </a:extLst>
            </p:cNvPr>
            <p:cNvSpPr/>
            <p:nvPr/>
          </p:nvSpPr>
          <p:spPr>
            <a:xfrm>
              <a:off x="10656000" y="2628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CCD27C5-DBD9-2F55-D926-4FE5DCDB1216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2736000"/>
              <a:ext cx="9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8AE6DBE-4229-8FA1-2CDE-6F2D8B861C4A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3096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719D707-E7D6-E686-17CD-BF1629388781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11232000" y="2916000"/>
              <a:ext cx="648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3482F90-51A5-5ABA-1655-0C3C2E307261}"/>
                </a:ext>
              </a:extLst>
            </p:cNvPr>
            <p:cNvSpPr/>
            <p:nvPr/>
          </p:nvSpPr>
          <p:spPr>
            <a:xfrm>
              <a:off x="11232000" y="2851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EB9064F-911C-2273-A47F-2CD1B5368C08}"/>
                    </a:ext>
                  </a:extLst>
                </p:cNvPr>
                <p:cNvSpPr txBox="1"/>
                <p:nvPr/>
              </p:nvSpPr>
              <p:spPr>
                <a:xfrm>
                  <a:off x="9936000" y="2124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EB9064F-911C-2273-A47F-2CD1B5368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2124000"/>
                  <a:ext cx="540000" cy="432000"/>
                </a:xfrm>
                <a:prstGeom prst="rect">
                  <a:avLst/>
                </a:prstGeom>
                <a:blipFill>
                  <a:blip r:embed="rId15"/>
                  <a:stretch>
                    <a:fillRect l="-7865"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E739E027-0AE1-7746-23F8-29BD7FDEBA66}"/>
                </a:ext>
              </a:extLst>
            </p:cNvPr>
            <p:cNvSpPr/>
            <p:nvPr/>
          </p:nvSpPr>
          <p:spPr>
            <a:xfrm>
              <a:off x="9676800" y="2692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D6DAFE83-C2E3-D674-5212-CFA5922C2A29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2628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3F37EB3-3554-6D14-A327-8B6F11C0AFA2}"/>
                </a:ext>
              </a:extLst>
            </p:cNvPr>
            <p:cNvSpPr txBox="1"/>
            <p:nvPr/>
          </p:nvSpPr>
          <p:spPr>
            <a:xfrm>
              <a:off x="10512000" y="3240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负载门</a:t>
              </a:r>
              <a:endParaRPr lang="zh-CN" altLang="en-US" dirty="0"/>
            </a:p>
          </p:txBody>
        </p:sp>
        <p:sp>
          <p:nvSpPr>
            <p:cNvPr id="32" name="流程图: 延期 31">
              <a:extLst>
                <a:ext uri="{FF2B5EF4-FFF2-40B4-BE49-F238E27FC236}">
                  <a16:creationId xmlns:a16="http://schemas.microsoft.com/office/drawing/2014/main" id="{3C9B0439-C529-B887-0513-6794599D3272}"/>
                </a:ext>
              </a:extLst>
            </p:cNvPr>
            <p:cNvSpPr/>
            <p:nvPr/>
          </p:nvSpPr>
          <p:spPr>
            <a:xfrm>
              <a:off x="10656000" y="3744000"/>
              <a:ext cx="576000" cy="576000"/>
            </a:xfrm>
            <a:prstGeom prst="flowChartDelay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B46A614-07EA-D48A-B09C-4FC059C08994}"/>
                </a:ext>
              </a:extLst>
            </p:cNvPr>
            <p:cNvCxnSpPr>
              <a:cxnSpLocks/>
            </p:cNvCxnSpPr>
            <p:nvPr/>
          </p:nvCxnSpPr>
          <p:spPr>
            <a:xfrm>
              <a:off x="9720000" y="3852000"/>
              <a:ext cx="93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C14541B-9A8B-62B0-C02E-288FB8C10B42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000" y="4212000"/>
              <a:ext cx="396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D05D5BC-F318-54CE-0427-EF3CAC4222D1}"/>
                </a:ext>
              </a:extLst>
            </p:cNvPr>
            <p:cNvSpPr/>
            <p:nvPr/>
          </p:nvSpPr>
          <p:spPr>
            <a:xfrm>
              <a:off x="11232000" y="3967200"/>
              <a:ext cx="129600" cy="129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9481213-8966-3668-3427-7ABA1DD320BC}"/>
                    </a:ext>
                  </a:extLst>
                </p:cNvPr>
                <p:cNvSpPr txBox="1"/>
                <p:nvPr/>
              </p:nvSpPr>
              <p:spPr>
                <a:xfrm>
                  <a:off x="9936000" y="3240000"/>
                  <a:ext cx="540000" cy="432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IL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9481213-8966-3668-3427-7ABA1DD32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000" y="3240000"/>
                  <a:ext cx="540000" cy="432000"/>
                </a:xfrm>
                <a:prstGeom prst="rect">
                  <a:avLst/>
                </a:prstGeom>
                <a:blipFill>
                  <a:blip r:embed="rId16"/>
                  <a:stretch>
                    <a:fillRect l="-7865"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62B6A92-C5DA-B809-C81B-437EC4A7DB7C}"/>
                </a:ext>
              </a:extLst>
            </p:cNvPr>
            <p:cNvSpPr/>
            <p:nvPr/>
          </p:nvSpPr>
          <p:spPr>
            <a:xfrm>
              <a:off x="9676800" y="3808800"/>
              <a:ext cx="86400" cy="86400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2CC9277D-5FC5-E301-0555-841A8525B468}"/>
                </a:ext>
              </a:extLst>
            </p:cNvPr>
            <p:cNvCxnSpPr>
              <a:cxnSpLocks/>
            </p:cNvCxnSpPr>
            <p:nvPr/>
          </p:nvCxnSpPr>
          <p:spPr>
            <a:xfrm>
              <a:off x="9936000" y="3744000"/>
              <a:ext cx="540000" cy="0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9AE30D0-1210-21DB-355B-3D321CD26A80}"/>
                </a:ext>
              </a:extLst>
            </p:cNvPr>
            <p:cNvSpPr txBox="1"/>
            <p:nvPr/>
          </p:nvSpPr>
          <p:spPr>
            <a:xfrm>
              <a:off x="10512000" y="4356000"/>
              <a:ext cx="90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负载门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92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A157C6-C31C-8CC1-6D89-A180FC1BE53A}"/>
              </a:ext>
            </a:extLst>
          </p:cNvPr>
          <p:cNvSpPr txBox="1"/>
          <p:nvPr/>
        </p:nvSpPr>
        <p:spPr>
          <a:xfrm>
            <a:off x="360001" y="828000"/>
            <a:ext cx="9042416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P130 - 134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3.2.4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3.3.5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35826</TotalTime>
  <Words>3420</Words>
  <Application>Microsoft Office PowerPoint</Application>
  <PresentationFormat>宽屏</PresentationFormat>
  <Paragraphs>934</Paragraphs>
  <Slides>39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等线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1669</cp:revision>
  <dcterms:created xsi:type="dcterms:W3CDTF">2024-12-23T04:28:42Z</dcterms:created>
  <dcterms:modified xsi:type="dcterms:W3CDTF">2025-12-31T09:08:33Z</dcterms:modified>
</cp:coreProperties>
</file>