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9" y="8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5A7CA-384F-4BFE-BBE4-623CB3010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DB2CE8-83A1-4A7F-A30C-58B5E6B1F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69F92-4588-46AE-B079-0D4CACF6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B555F-A1A7-419C-A77F-E5A6AF50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64D1FD-C2C5-4A83-85DB-47570EBC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64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03968-5F55-47A0-BD2C-BDA14409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2FC9E-1F4E-43DA-93EB-3E403299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AD23C-883A-4A92-8855-A2F75E8E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E597C-7BB8-4E4A-AC11-8D711FEF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7FC1C-4D31-4547-9943-516398F3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9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3D715-20AB-4EA2-AB64-1BBC1A39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DC4EB-30D7-4E43-8BDC-2AC66933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6AB9C-8813-49C9-B644-80D559EA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7AC3C-6074-4A40-8600-A2401EB5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96388A-2A4C-4341-A26E-ACC7E0E1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6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64E61-EA8C-42AC-9B46-96184A1F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1AD08-056D-4168-88AC-F6952149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A401EF-5F2B-4109-90C5-EF8DD571E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97E08C-A945-4612-BAC7-D32C11F3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5CB15D-6F49-4839-BC2F-EE500879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1C9AC7-B97C-43CD-BF6D-A588BF18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6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2C196-96FE-4480-A91E-D64C3270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016058-138E-4AEF-8F48-EA0346224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782ADA-75EB-403D-8798-7737FDF0B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A28784-122E-43FF-91EA-EA9A73546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7C02B-9245-4470-BF5D-41B6DDF97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5F64B2-DEA5-4A3D-BFC2-62C6B573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BB53C9-E298-4EF9-A2F7-E405E8F6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E9F5F0-31A8-46F7-99AB-60CBF59E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76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A05E8-ED87-44F0-8405-9BD39B4C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D4CBE2-B4B7-4BC5-97CF-732B5F1C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4C42C6-38E3-40B4-A19C-60FCE08E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C3E158-2EB9-4F07-BE45-B79F1087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89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F29E21-C87B-4D29-9B3F-A7095496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5FD526-B10A-46D0-B89C-9FFF04C1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F19BA1-4D10-46F7-BF96-3C23EA1F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53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7FE2F-292D-434A-B0F3-73DF3EF5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24CC9-F705-4AAB-9DC2-96EC2A56E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827BB4-E728-4EFD-9148-C613845C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DA4EE-DF83-42CF-85F9-4FCAF5D8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08C8E-8C65-4FC3-9AF6-7FE260FE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65473-4D9F-4F08-AFF5-9DF33BF6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77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A6F0-D5DB-412B-9261-B66A8D22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B2163B-E9B3-441E-BD09-F7062E95D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2659D2-7832-46DD-97CF-9FCED8319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228856-C034-433B-81FB-E6D720AA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A492C-B901-4C3A-8262-5179C4F7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B598F-CE9C-476D-B96C-0B870B38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7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22BFA-8B5F-4488-8A14-7A0CA354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0D0FC4-DC2F-4DF1-9CA2-2C0005E31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5209FD-4492-46BF-8E12-CEEDD56A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457A2-A7D4-4AA1-89E0-1E0A612F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DAB597-96FB-44C0-8B35-3BE8F8FD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03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B6EA7-9F8D-4072-B9AD-7379F6905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BCBD3F-049A-4B32-BDD9-B5EDE286D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7EB263-D8DE-480B-94C0-3CA38058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78D91-E1FF-4243-9F28-5BFE889A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0DA3E-02C7-437E-B331-6A931E30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90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5043C6-8FB0-4B5E-9EBB-B106B34E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0FED64-4107-4454-87D4-5F2CDBC66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35DD85-58E9-4601-8F58-21A2F4C82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5A3D2-480E-42A6-8ADB-EC0F28C04459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A82151-8FA2-4884-8226-08BE7066E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E6610-0D08-404F-91A9-C3EDC3B99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C843A-C45B-4FF7-B398-6DA01B6E29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68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5027D-2225-4D98-AA68-638145076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重要知识点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AED47-E337-4BE5-B6D4-502525512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359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453E3-5DDC-4C58-AD7A-2F23DCD2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312A52-C22D-47CF-B836-3058B8713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基本概念：顶点，边，度，路径，环，有向</a:t>
            </a:r>
            <a:r>
              <a:rPr lang="en-US" altLang="zh-CN" dirty="0"/>
              <a:t>/</a:t>
            </a:r>
            <a:r>
              <a:rPr lang="zh-CN" altLang="en-US" dirty="0"/>
              <a:t>无向图，图</a:t>
            </a:r>
            <a:r>
              <a:rPr lang="en-US" altLang="zh-CN" dirty="0"/>
              <a:t>/</a:t>
            </a:r>
            <a:r>
              <a:rPr lang="zh-CN" altLang="en-US" dirty="0"/>
              <a:t>网，生成树，搜索树</a:t>
            </a:r>
            <a:endParaRPr lang="en-US" altLang="zh-CN" dirty="0"/>
          </a:p>
          <a:p>
            <a:r>
              <a:rPr lang="zh-CN" altLang="en-US" dirty="0"/>
              <a:t>核心概念：连通</a:t>
            </a:r>
            <a:r>
              <a:rPr lang="en-US" altLang="zh-CN" dirty="0"/>
              <a:t>/</a:t>
            </a:r>
            <a:r>
              <a:rPr lang="zh-CN" altLang="en-US" dirty="0"/>
              <a:t>强连通，拓扑排序，关键路径，最短路径，最小生成树</a:t>
            </a:r>
            <a:endParaRPr lang="en-US" altLang="zh-CN" dirty="0"/>
          </a:p>
          <a:p>
            <a:r>
              <a:rPr lang="zh-CN" altLang="en-US" dirty="0"/>
              <a:t>存储结构：十字链表、邻接多重表、邻接表、邻接矩阵、逆邻接表</a:t>
            </a:r>
            <a:endParaRPr lang="en-US" altLang="zh-CN" dirty="0"/>
          </a:p>
          <a:p>
            <a:r>
              <a:rPr lang="zh-CN" altLang="en-US" dirty="0"/>
              <a:t>重要算法：</a:t>
            </a:r>
            <a:r>
              <a:rPr lang="en-US" altLang="zh-CN" dirty="0"/>
              <a:t>BFS</a:t>
            </a:r>
            <a:r>
              <a:rPr lang="zh-CN" altLang="en-US" dirty="0"/>
              <a:t>、</a:t>
            </a:r>
            <a:r>
              <a:rPr lang="en-US" altLang="zh-CN" dirty="0"/>
              <a:t>DFS</a:t>
            </a:r>
            <a:r>
              <a:rPr lang="zh-CN" altLang="en-US" dirty="0"/>
              <a:t>、</a:t>
            </a:r>
            <a:r>
              <a:rPr lang="en-US" altLang="zh-CN" dirty="0"/>
              <a:t>Dijkstra</a:t>
            </a:r>
            <a:r>
              <a:rPr lang="zh-CN" altLang="en-US" dirty="0"/>
              <a:t>、拓扑排序、最小生成树、关键路径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679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96027-38A7-414C-B905-27F9347E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C83B3-6889-45AA-AD07-ACF2AD5EC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基础概念：孩子，双亲，祖先，兄弟，叶子，分支节点，度，有序树</a:t>
            </a:r>
            <a:r>
              <a:rPr lang="en-US" altLang="zh-CN" dirty="0"/>
              <a:t>/</a:t>
            </a:r>
            <a:r>
              <a:rPr lang="zh-CN" altLang="en-US" dirty="0"/>
              <a:t>无序树，森林</a:t>
            </a:r>
            <a:endParaRPr lang="en-US" altLang="zh-CN" dirty="0"/>
          </a:p>
          <a:p>
            <a:r>
              <a:rPr lang="zh-CN" altLang="en-US" dirty="0"/>
              <a:t>进阶概念：二叉树， 叉树，完全二叉树，满二叉树，哈夫曼树</a:t>
            </a:r>
            <a:endParaRPr lang="en-US" altLang="zh-CN" dirty="0"/>
          </a:p>
          <a:p>
            <a:r>
              <a:rPr lang="zh-CN" altLang="en-US" dirty="0"/>
              <a:t>核心算法：前中后序层序遍历、哈夫曼树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449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F9192-28EA-4EA2-86B2-DE48B66E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EB996C-B0B3-46D9-A0AA-CCD68C98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基础概念：静态、动态查找表，索引，关键字，平均查找长度，顺序表，有序表，二叉排序树，平衡二叉排序树，</a:t>
            </a:r>
            <a:r>
              <a:rPr lang="en-US" altLang="zh-CN" dirty="0"/>
              <a:t>B</a:t>
            </a:r>
            <a:r>
              <a:rPr lang="zh-CN" altLang="en-US" dirty="0"/>
              <a:t>树、哈希查找表</a:t>
            </a:r>
            <a:endParaRPr lang="en-US" altLang="zh-CN" dirty="0"/>
          </a:p>
          <a:p>
            <a:r>
              <a:rPr lang="zh-CN" altLang="en-US" dirty="0"/>
              <a:t>核心算法：二分查找，斐波那契查找，分块查找，插值查找，（平衡）二叉排序树，</a:t>
            </a:r>
            <a:r>
              <a:rPr lang="en-US" altLang="zh-CN" dirty="0"/>
              <a:t>B</a:t>
            </a:r>
            <a:r>
              <a:rPr lang="zh-CN" altLang="en-US" dirty="0"/>
              <a:t>树，哈希表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904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204</Words>
  <Application>Microsoft Office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重要知识点</vt:lpstr>
      <vt:lpstr>图</vt:lpstr>
      <vt:lpstr>树</vt:lpstr>
      <vt:lpstr>查找表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重要知识点</dc:title>
  <dc:creator>枫鸣 和奏</dc:creator>
  <cp:lastModifiedBy> </cp:lastModifiedBy>
  <cp:revision>4</cp:revision>
  <dcterms:created xsi:type="dcterms:W3CDTF">2024-12-10T11:14:15Z</dcterms:created>
  <dcterms:modified xsi:type="dcterms:W3CDTF">2024-12-10T12:11:49Z</dcterms:modified>
</cp:coreProperties>
</file>