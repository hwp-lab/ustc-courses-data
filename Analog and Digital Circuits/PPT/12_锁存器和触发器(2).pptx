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1354" r:id="rId2"/>
    <p:sldId id="6935" r:id="rId3"/>
    <p:sldId id="7041" r:id="rId4"/>
    <p:sldId id="7065" r:id="rId5"/>
    <p:sldId id="7070" r:id="rId6"/>
    <p:sldId id="7071" r:id="rId7"/>
    <p:sldId id="7102" r:id="rId8"/>
    <p:sldId id="7101" r:id="rId9"/>
    <p:sldId id="7072" r:id="rId10"/>
    <p:sldId id="7083" r:id="rId11"/>
    <p:sldId id="7088" r:id="rId12"/>
    <p:sldId id="7090" r:id="rId13"/>
    <p:sldId id="7089" r:id="rId14"/>
    <p:sldId id="7084" r:id="rId15"/>
    <p:sldId id="7118" r:id="rId16"/>
    <p:sldId id="7082" r:id="rId17"/>
    <p:sldId id="7093" r:id="rId18"/>
    <p:sldId id="7094" r:id="rId19"/>
    <p:sldId id="7081" r:id="rId20"/>
    <p:sldId id="7095" r:id="rId21"/>
    <p:sldId id="7096" r:id="rId22"/>
    <p:sldId id="7117" r:id="rId23"/>
    <p:sldId id="7068" r:id="rId24"/>
    <p:sldId id="7054" r:id="rId25"/>
    <p:sldId id="7097" r:id="rId26"/>
    <p:sldId id="7108" r:id="rId27"/>
    <p:sldId id="7109" r:id="rId28"/>
    <p:sldId id="7115" r:id="rId29"/>
    <p:sldId id="7007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26" autoAdjust="0"/>
    <p:restoredTop sz="81440" autoAdjust="0"/>
  </p:normalViewPr>
  <p:slideViewPr>
    <p:cSldViewPr snapToGrid="0">
      <p:cViewPr>
        <p:scale>
          <a:sx n="67" d="100"/>
          <a:sy n="67" d="100"/>
        </p:scale>
        <p:origin x="381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z="1200" strike="sngStrike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rgbClr val="000066"/>
                </a:solidFill>
              </a:rPr>
              <a:t>锁存器和触发器都是具有存储功能的逻辑电路，是构成时序电路的基本逻辑单元（之后会介绍时序电路）</a:t>
            </a:r>
            <a:endParaRPr lang="en-US" altLang="zh-CN" dirty="0">
              <a:solidFill>
                <a:srgbClr val="000066"/>
              </a:solidFill>
            </a:endParaRP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其特点为： 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① 时序逻辑电路通常包括组合电路和记忆电路两部分，记忆电路是必不可少的</a:t>
            </a:r>
          </a:p>
          <a:p>
            <a:pPr eaLnBrk="1" hangingPunct="1"/>
            <a:r>
              <a:rPr kumimoji="1" lang="zh-CN" altLang="en-US" dirty="0">
                <a:solidFill>
                  <a:srgbClr val="000000"/>
                </a:solidFill>
              </a:rPr>
              <a:t>    ② 电路的输出不仅决定于当时的输入，而且与过去的输入有关，有记忆能力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pPr marL="228600" indent="-228600" eaLnBrk="1" hangingPunct="1"/>
            <a:endParaRPr lang="en-US" altLang="zh-CN" dirty="0">
              <a:solidFill>
                <a:srgbClr val="000066"/>
              </a:solidFill>
            </a:endParaRP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每个锁存器或触发器都能存储 </a:t>
            </a:r>
            <a:r>
              <a:rPr lang="en-US" altLang="zh-CN" dirty="0">
                <a:solidFill>
                  <a:srgbClr val="000066"/>
                </a:solidFill>
              </a:rPr>
              <a:t>1 </a:t>
            </a:r>
            <a:r>
              <a:rPr lang="zh-CN" altLang="en-US" dirty="0">
                <a:solidFill>
                  <a:srgbClr val="000066"/>
                </a:solidFill>
              </a:rPr>
              <a:t>位二值信息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锁存器是对脉冲电平敏感的电路，它们在一定电平作用下改变状态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触发器是对时钟脉冲边沿敏感的电路，它们在时钟脉冲的上升沿或下降沿作用下改变状态</a:t>
            </a: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触发器按逻辑功能分类有 </a:t>
            </a:r>
            <a:r>
              <a:rPr lang="en-US" altLang="zh-CN" dirty="0">
                <a:solidFill>
                  <a:srgbClr val="000066"/>
                </a:solidFill>
              </a:rPr>
              <a:t>D </a:t>
            </a:r>
            <a:r>
              <a:rPr lang="zh-CN" altLang="en-US" dirty="0">
                <a:solidFill>
                  <a:srgbClr val="000066"/>
                </a:solidFill>
              </a:rPr>
              <a:t>触发器、</a:t>
            </a:r>
            <a:r>
              <a:rPr lang="en-US" altLang="zh-CN" dirty="0">
                <a:solidFill>
                  <a:srgbClr val="000066"/>
                </a:solidFill>
              </a:rPr>
              <a:t>JK </a:t>
            </a:r>
            <a:r>
              <a:rPr lang="zh-CN" altLang="en-US" dirty="0">
                <a:solidFill>
                  <a:srgbClr val="000066"/>
                </a:solidFill>
              </a:rPr>
              <a:t>触发器、</a:t>
            </a:r>
            <a:r>
              <a:rPr lang="en-US" altLang="zh-CN" dirty="0">
                <a:solidFill>
                  <a:srgbClr val="000066"/>
                </a:solidFill>
              </a:rPr>
              <a:t>T</a:t>
            </a:r>
            <a:r>
              <a:rPr lang="zh-CN" altLang="en-US" dirty="0">
                <a:solidFill>
                  <a:srgbClr val="000066"/>
                </a:solidFill>
              </a:rPr>
              <a:t>（</a:t>
            </a:r>
            <a:r>
              <a:rPr lang="en-US" altLang="zh-CN" dirty="0">
                <a:solidFill>
                  <a:srgbClr val="000066"/>
                </a:solidFill>
              </a:rPr>
              <a:t>T‘</a:t>
            </a:r>
            <a:r>
              <a:rPr lang="zh-CN" altLang="en-US" dirty="0">
                <a:solidFill>
                  <a:srgbClr val="000066"/>
                </a:solidFill>
              </a:rPr>
              <a:t>）触发器和 </a:t>
            </a:r>
            <a:r>
              <a:rPr lang="en-US" altLang="zh-CN" dirty="0">
                <a:solidFill>
                  <a:srgbClr val="000066"/>
                </a:solidFill>
              </a:rPr>
              <a:t>SR </a:t>
            </a:r>
            <a:r>
              <a:rPr lang="zh-CN" altLang="en-US" dirty="0">
                <a:solidFill>
                  <a:srgbClr val="000066"/>
                </a:solidFill>
              </a:rPr>
              <a:t>触发器</a:t>
            </a:r>
            <a:endParaRPr lang="en-US" altLang="zh-CN" dirty="0">
              <a:solidFill>
                <a:srgbClr val="000066"/>
              </a:solidFill>
            </a:endParaRP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它们的功能可用特性表、特性方程和状态图来描述</a:t>
            </a:r>
            <a:endParaRPr lang="en-US" altLang="zh-CN" dirty="0">
              <a:solidFill>
                <a:srgbClr val="000066"/>
              </a:solidFill>
            </a:endParaRPr>
          </a:p>
          <a:p>
            <a:pPr marL="228600" indent="-228600" eaLnBrk="1" hangingPunct="1"/>
            <a:r>
              <a:rPr lang="zh-CN" altLang="en-US" dirty="0">
                <a:solidFill>
                  <a:srgbClr val="000066"/>
                </a:solidFill>
              </a:rPr>
              <a:t>触发器的电路结构与逻辑功能没有必然联系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096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EBB92-E50B-98C9-281F-FF46E9223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29CF5E-5BF6-FED1-9272-0D43DF729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045DF6-275C-C175-DC3C-026A171F5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3A986-A557-F4BF-1DCC-E82E178FA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9947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F64B2-1C2B-8D9D-5037-BD9C7608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080C0A-0266-BCBA-E9A6-95C0A0DE6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296004-56AE-8860-19F9-E38D7CA4B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A459AA-2C12-8F39-64BF-18661DB9C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20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B332-198A-1963-6663-EEBAD460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A02821-0D87-6BEE-20DA-DA4757053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7B3D7A-C006-6C10-D0B4-A4173E4B6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BB8769-4CE6-D93D-B64D-4E7CAF0D06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308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066F5-28D0-183F-49E8-1B904C0D4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152F8F-9896-E647-C1F2-719330449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E41D9C-629C-402F-8FDC-B49FC41E5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下降沿触发的逻辑符号里，“</a:t>
            </a:r>
            <a:r>
              <a:rPr lang="en-US" altLang="zh-CN" dirty="0"/>
              <a:t>C1</a:t>
            </a:r>
            <a:r>
              <a:rPr lang="zh-CN" altLang="en-US" dirty="0"/>
              <a:t>” 输入端上加一个圆圈</a:t>
            </a:r>
            <a:endParaRPr lang="en-US" altLang="zh-CN" dirty="0"/>
          </a:p>
          <a:p>
            <a:r>
              <a:rPr lang="zh-CN" altLang="en-US" dirty="0"/>
              <a:t>把右上图中 </a:t>
            </a:r>
            <a:r>
              <a:rPr lang="en-US" altLang="zh-CN" dirty="0"/>
              <a:t>CP </a:t>
            </a:r>
            <a:r>
              <a:rPr lang="zh-CN" altLang="en-US" dirty="0"/>
              <a:t>信号连着的反相器从主锁存器控制端前移动到从锁存器控制端前，可得到下降沿触发的</a:t>
            </a:r>
            <a:r>
              <a:rPr lang="zh-CN" altLang="en-US"/>
              <a:t>主从 </a:t>
            </a:r>
            <a:r>
              <a:rPr lang="en-US" altLang="zh-CN"/>
              <a:t>D </a:t>
            </a:r>
            <a:r>
              <a:rPr lang="zh-CN" altLang="en-US"/>
              <a:t>触发器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8B094-5438-A7E0-29E5-D88590719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256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533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436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310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071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来得到转换电路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求 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D=f(J,K,</a:t>
                </a:r>
                <a:r>
                  <a:rPr lang="en-US" altLang="zh-CN" sz="120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Q^𝑛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dirty="0"/>
                  <a:t> 来得到转换电路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974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来得到转换电路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求 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D=f(T,</a:t>
                </a:r>
                <a:r>
                  <a:rPr lang="en-US" altLang="zh-CN" sz="120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Q^𝑛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dirty="0"/>
                  <a:t> 来得到转换电路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88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altLang="zh-CN" sz="1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来得到转换电路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求 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J=f_1 (T,</a:t>
                </a:r>
                <a:r>
                  <a:rPr lang="en-US" altLang="zh-CN" sz="120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Q^𝑛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dirty="0"/>
                  <a:t> 和 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K=f_2 (T,</a:t>
                </a:r>
                <a:r>
                  <a:rPr lang="en-US" altLang="zh-CN" sz="120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Q^𝑛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dirty="0"/>
                  <a:t> 来得到转换电路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118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根据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 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 的值得到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 的值后，再通过求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2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2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2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1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12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来得到转换电路</a:t>
                </a: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把 </a:t>
                </a:r>
                <a:r>
                  <a:rPr lang="en-US" altLang="zh-CN" dirty="0"/>
                  <a:t>T </a:t>
                </a:r>
                <a:r>
                  <a:rPr lang="zh-CN" altLang="en-US" dirty="0"/>
                  <a:t>当作是 </a:t>
                </a:r>
                <a:r>
                  <a:rPr lang="en-US" altLang="zh-CN" dirty="0"/>
                  <a:t>J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、</a:t>
                </a:r>
                <a:r>
                  <a:rPr lang="en-US" altLang="zh-CN" dirty="0" err="1"/>
                  <a:t>Q^n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到 </a:t>
                </a:r>
                <a:r>
                  <a:rPr lang="en-US" altLang="zh-CN" dirty="0"/>
                  <a:t>Q^(n+1) </a:t>
                </a:r>
                <a:r>
                  <a:rPr lang="zh-CN" altLang="en-US" dirty="0"/>
                  <a:t>的一个中间变量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200" b="0" i="0" dirty="0">
                    <a:solidFill>
                      <a:srgbClr val="002060"/>
                    </a:solidFill>
                    <a:latin typeface="+mn-lt"/>
                  </a:rPr>
                  <a:t>求 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T=f(J,K,</a:t>
                </a:r>
                <a:r>
                  <a:rPr lang="en-US" altLang="zh-CN" sz="120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Q^𝑛</a:t>
                </a:r>
                <a:r>
                  <a:rPr lang="en-US" altLang="zh-CN" sz="1200" b="0" i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dirty="0"/>
                  <a:t> 来得到转换电路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4684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制造商罕有提供专门的 </a:t>
            </a:r>
            <a:r>
              <a:rPr lang="en-US" altLang="zh-CN" dirty="0"/>
              <a:t>SR </a:t>
            </a:r>
            <a:r>
              <a:rPr lang="zh-CN" altLang="en-US" dirty="0"/>
              <a:t>触发器产品，它主要出现于集成电路的内部结构中，需要单独提供 </a:t>
            </a:r>
            <a:r>
              <a:rPr lang="en-US" altLang="zh-CN" dirty="0"/>
              <a:t>SR </a:t>
            </a:r>
            <a:r>
              <a:rPr lang="zh-CN" altLang="en-US" dirty="0"/>
              <a:t>触发器时，可以用 </a:t>
            </a:r>
            <a:r>
              <a:rPr lang="en-US" altLang="zh-CN" dirty="0"/>
              <a:t>JK </a:t>
            </a:r>
            <a:r>
              <a:rPr lang="zh-CN" altLang="en-US" dirty="0"/>
              <a:t>触发器直接代替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5593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172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76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D1723-E7AE-3702-A7F9-E61B0A70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B8DFAF-D1BC-4746-8AEB-23ED01F6E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78CEAC-34C1-4B8B-A796-4CA63584F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1817B9-867F-64FF-4B89-9A40BD468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33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B178-8024-505A-E912-8B285985E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4F40C3-B4BC-AF2D-75C5-7010CB020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0951BF-5DF1-4D88-E99C-AB71A402A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CD99EB-E452-7800-A082-D52443633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4022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D8BA2-5C62-1D13-88E9-A24FF3FA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41B40C-79EB-448C-C935-66DDBE9BD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6E20C71-9FB6-6566-6902-B2B541C29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1CCA96-9965-27F5-E9E7-CA39C840D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7907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png"/><Relationship Id="rId39" Type="http://schemas.openxmlformats.org/officeDocument/2006/relationships/image" Target="../media/image21.png"/><Relationship Id="rId3" Type="http://schemas.openxmlformats.org/officeDocument/2006/relationships/image" Target="../media/image9.png"/><Relationship Id="rId34" Type="http://schemas.openxmlformats.org/officeDocument/2006/relationships/image" Target="../media/image16.png"/><Relationship Id="rId42" Type="http://schemas.openxmlformats.org/officeDocument/2006/relationships/image" Target="../media/image24.png"/><Relationship Id="rId25" Type="http://schemas.openxmlformats.org/officeDocument/2006/relationships/image" Target="../media/image31.png"/><Relationship Id="rId33" Type="http://schemas.openxmlformats.org/officeDocument/2006/relationships/image" Target="../media/image15.png"/><Relationship Id="rId38" Type="http://schemas.openxmlformats.org/officeDocument/2006/relationships/image" Target="../media/image20.png"/><Relationship Id="rId46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35.png"/><Relationship Id="rId41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0.png"/><Relationship Id="rId32" Type="http://schemas.openxmlformats.org/officeDocument/2006/relationships/image" Target="../media/image14.png"/><Relationship Id="rId37" Type="http://schemas.openxmlformats.org/officeDocument/2006/relationships/image" Target="../media/image19.png"/><Relationship Id="rId40" Type="http://schemas.openxmlformats.org/officeDocument/2006/relationships/image" Target="../media/image22.png"/><Relationship Id="rId45" Type="http://schemas.openxmlformats.org/officeDocument/2006/relationships/image" Target="../media/image27.png"/><Relationship Id="rId5" Type="http://schemas.openxmlformats.org/officeDocument/2006/relationships/image" Target="../media/image1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18.png"/><Relationship Id="rId31" Type="http://schemas.openxmlformats.org/officeDocument/2006/relationships/image" Target="../media/image13.png"/><Relationship Id="rId44" Type="http://schemas.openxmlformats.org/officeDocument/2006/relationships/image" Target="../media/image26.png"/><Relationship Id="rId4" Type="http://schemas.openxmlformats.org/officeDocument/2006/relationships/image" Target="../media/image10.png"/><Relationship Id="rId27" Type="http://schemas.openxmlformats.org/officeDocument/2006/relationships/image" Target="../media/image33.png"/><Relationship Id="rId30" Type="http://schemas.openxmlformats.org/officeDocument/2006/relationships/image" Target="../media/image12.png"/><Relationship Id="rId35" Type="http://schemas.openxmlformats.org/officeDocument/2006/relationships/image" Target="../media/image17.png"/><Relationship Id="rId43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png"/><Relationship Id="rId39" Type="http://schemas.openxmlformats.org/officeDocument/2006/relationships/image" Target="../media/image18.png"/><Relationship Id="rId3" Type="http://schemas.openxmlformats.org/officeDocument/2006/relationships/image" Target="../media/image36.png"/><Relationship Id="rId34" Type="http://schemas.openxmlformats.org/officeDocument/2006/relationships/image" Target="../media/image13.png"/><Relationship Id="rId42" Type="http://schemas.openxmlformats.org/officeDocument/2006/relationships/image" Target="../media/image21.png"/><Relationship Id="rId47" Type="http://schemas.openxmlformats.org/officeDocument/2006/relationships/image" Target="../media/image26.png"/><Relationship Id="rId25" Type="http://schemas.openxmlformats.org/officeDocument/2006/relationships/image" Target="../media/image38.png"/><Relationship Id="rId33" Type="http://schemas.openxmlformats.org/officeDocument/2006/relationships/image" Target="../media/image12.png"/><Relationship Id="rId38" Type="http://schemas.openxmlformats.org/officeDocument/2006/relationships/image" Target="../media/image17.png"/><Relationship Id="rId46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33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11.png"/><Relationship Id="rId37" Type="http://schemas.openxmlformats.org/officeDocument/2006/relationships/image" Target="../media/image16.png"/><Relationship Id="rId40" Type="http://schemas.openxmlformats.org/officeDocument/2006/relationships/image" Target="../media/image19.png"/><Relationship Id="rId45" Type="http://schemas.openxmlformats.org/officeDocument/2006/relationships/image" Target="../media/image24.png"/><Relationship Id="rId28" Type="http://schemas.openxmlformats.org/officeDocument/2006/relationships/image" Target="../media/image35.png"/><Relationship Id="rId36" Type="http://schemas.openxmlformats.org/officeDocument/2006/relationships/image" Target="../media/image15.png"/><Relationship Id="rId49" Type="http://schemas.openxmlformats.org/officeDocument/2006/relationships/image" Target="../media/image28.png"/><Relationship Id="rId31" Type="http://schemas.openxmlformats.org/officeDocument/2006/relationships/image" Target="../media/image10.png"/><Relationship Id="rId44" Type="http://schemas.openxmlformats.org/officeDocument/2006/relationships/image" Target="../media/image23.png"/><Relationship Id="rId4" Type="http://schemas.openxmlformats.org/officeDocument/2006/relationships/image" Target="../media/image37.png"/><Relationship Id="rId27" Type="http://schemas.openxmlformats.org/officeDocument/2006/relationships/image" Target="../media/image34.png"/><Relationship Id="rId30" Type="http://schemas.openxmlformats.org/officeDocument/2006/relationships/image" Target="../media/image9.png"/><Relationship Id="rId35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30.png"/><Relationship Id="rId3" Type="http://schemas.openxmlformats.org/officeDocument/2006/relationships/image" Target="../media/image39.png"/><Relationship Id="rId21" Type="http://schemas.openxmlformats.org/officeDocument/2006/relationships/image" Target="../media/image56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2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4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70.png"/><Relationship Id="rId21" Type="http://schemas.openxmlformats.org/officeDocument/2006/relationships/image" Target="../media/image72.png"/><Relationship Id="rId7" Type="http://schemas.openxmlformats.org/officeDocument/2006/relationships/image" Target="../media/image580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33" Type="http://schemas.openxmlformats.org/officeDocument/2006/relationships/image" Target="../media/image8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31" Type="http://schemas.openxmlformats.org/officeDocument/2006/relationships/image" Target="../media/image82.png"/><Relationship Id="rId4" Type="http://schemas.openxmlformats.org/officeDocument/2006/relationships/image" Target="../media/image58.png"/><Relationship Id="rId9" Type="http://schemas.openxmlformats.org/officeDocument/2006/relationships/image" Target="../media/image60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Relationship Id="rId8" Type="http://schemas.openxmlformats.org/officeDocument/2006/relationships/image" Target="../media/image59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image" Target="../media/image64.png"/><Relationship Id="rId18" Type="http://schemas.openxmlformats.org/officeDocument/2006/relationships/image" Target="../media/image70.png"/><Relationship Id="rId3" Type="http://schemas.openxmlformats.org/officeDocument/2006/relationships/image" Target="../media/image570.png"/><Relationship Id="rId21" Type="http://schemas.openxmlformats.org/officeDocument/2006/relationships/image" Target="../media/image88.png"/><Relationship Id="rId7" Type="http://schemas.openxmlformats.org/officeDocument/2006/relationships/image" Target="../media/image580.png"/><Relationship Id="rId12" Type="http://schemas.openxmlformats.org/officeDocument/2006/relationships/image" Target="../media/image63.png"/><Relationship Id="rId17" Type="http://schemas.openxmlformats.org/officeDocument/2006/relationships/image" Target="../media/image86.png"/><Relationship Id="rId2" Type="http://schemas.openxmlformats.org/officeDocument/2006/relationships/image" Target="../media/image85.png"/><Relationship Id="rId16" Type="http://schemas.openxmlformats.org/officeDocument/2006/relationships/image" Target="../media/image67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1.png"/><Relationship Id="rId4" Type="http://schemas.openxmlformats.org/officeDocument/2006/relationships/image" Target="../media/image550.png"/><Relationship Id="rId9" Type="http://schemas.openxmlformats.org/officeDocument/2006/relationships/image" Target="../media/image600.png"/><Relationship Id="rId14" Type="http://schemas.openxmlformats.org/officeDocument/2006/relationships/image" Target="../media/image6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image" Target="../media/image64.png"/><Relationship Id="rId18" Type="http://schemas.openxmlformats.org/officeDocument/2006/relationships/image" Target="../media/image90.png"/><Relationship Id="rId3" Type="http://schemas.openxmlformats.org/officeDocument/2006/relationships/image" Target="../media/image570.png"/><Relationship Id="rId7" Type="http://schemas.openxmlformats.org/officeDocument/2006/relationships/image" Target="../media/image580.png"/><Relationship Id="rId12" Type="http://schemas.openxmlformats.org/officeDocument/2006/relationships/image" Target="../media/image63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7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85.png"/><Relationship Id="rId4" Type="http://schemas.openxmlformats.org/officeDocument/2006/relationships/image" Target="../media/image58.png"/><Relationship Id="rId9" Type="http://schemas.openxmlformats.org/officeDocument/2006/relationships/image" Target="../media/image600.png"/><Relationship Id="rId1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.png"/><Relationship Id="rId13" Type="http://schemas.openxmlformats.org/officeDocument/2006/relationships/image" Target="../media/image64.png"/><Relationship Id="rId18" Type="http://schemas.openxmlformats.org/officeDocument/2006/relationships/image" Target="../media/image70.png"/><Relationship Id="rId3" Type="http://schemas.openxmlformats.org/officeDocument/2006/relationships/image" Target="../media/image570.png"/><Relationship Id="rId21" Type="http://schemas.openxmlformats.org/officeDocument/2006/relationships/image" Target="../media/image88.png"/><Relationship Id="rId7" Type="http://schemas.openxmlformats.org/officeDocument/2006/relationships/image" Target="../media/image580.png"/><Relationship Id="rId12" Type="http://schemas.openxmlformats.org/officeDocument/2006/relationships/image" Target="../media/image63.png"/><Relationship Id="rId17" Type="http://schemas.openxmlformats.org/officeDocument/2006/relationships/image" Target="../media/image91.png"/><Relationship Id="rId2" Type="http://schemas.openxmlformats.org/officeDocument/2006/relationships/image" Target="../media/image85.png"/><Relationship Id="rId16" Type="http://schemas.openxmlformats.org/officeDocument/2006/relationships/image" Target="../media/image67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2.png"/><Relationship Id="rId5" Type="http://schemas.openxmlformats.org/officeDocument/2006/relationships/image" Target="../media/image59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19" Type="http://schemas.openxmlformats.org/officeDocument/2006/relationships/image" Target="../media/image71.png"/><Relationship Id="rId4" Type="http://schemas.openxmlformats.org/officeDocument/2006/relationships/image" Target="../media/image58.png"/><Relationship Id="rId9" Type="http://schemas.openxmlformats.org/officeDocument/2006/relationships/image" Target="../media/image600.png"/><Relationship Id="rId14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13" Type="http://schemas.openxmlformats.org/officeDocument/2006/relationships/image" Target="../media/image65.png"/><Relationship Id="rId18" Type="http://schemas.openxmlformats.org/officeDocument/2006/relationships/image" Target="../media/image93.png"/><Relationship Id="rId3" Type="http://schemas.openxmlformats.org/officeDocument/2006/relationships/image" Target="../media/image58.png"/><Relationship Id="rId7" Type="http://schemas.openxmlformats.org/officeDocument/2006/relationships/image" Target="../media/image590.png"/><Relationship Id="rId12" Type="http://schemas.openxmlformats.org/officeDocument/2006/relationships/image" Target="../media/image64.png"/><Relationship Id="rId17" Type="http://schemas.openxmlformats.org/officeDocument/2006/relationships/image" Target="../media/image91.png"/><Relationship Id="rId2" Type="http://schemas.openxmlformats.org/officeDocument/2006/relationships/image" Target="../media/image570.png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11" Type="http://schemas.openxmlformats.org/officeDocument/2006/relationships/image" Target="../media/image63.png"/><Relationship Id="rId5" Type="http://schemas.openxmlformats.org/officeDocument/2006/relationships/image" Target="../media/image60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94.png"/><Relationship Id="rId4" Type="http://schemas.openxmlformats.org/officeDocument/2006/relationships/image" Target="../media/image59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0.png"/><Relationship Id="rId13" Type="http://schemas.openxmlformats.org/officeDocument/2006/relationships/image" Target="../media/image65.png"/><Relationship Id="rId3" Type="http://schemas.openxmlformats.org/officeDocument/2006/relationships/image" Target="../media/image58.png"/><Relationship Id="rId7" Type="http://schemas.openxmlformats.org/officeDocument/2006/relationships/image" Target="../media/image590.png"/><Relationship Id="rId12" Type="http://schemas.openxmlformats.org/officeDocument/2006/relationships/image" Target="../media/image64.png"/><Relationship Id="rId17" Type="http://schemas.openxmlformats.org/officeDocument/2006/relationships/image" Target="../media/image96.png"/><Relationship Id="rId2" Type="http://schemas.openxmlformats.org/officeDocument/2006/relationships/image" Target="../media/image570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11" Type="http://schemas.openxmlformats.org/officeDocument/2006/relationships/image" Target="../media/image63.png"/><Relationship Id="rId5" Type="http://schemas.openxmlformats.org/officeDocument/2006/relationships/image" Target="../media/image60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9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0.png"/><Relationship Id="rId39" Type="http://schemas.openxmlformats.org/officeDocument/2006/relationships/image" Target="../media/image108.png"/><Relationship Id="rId3" Type="http://schemas.openxmlformats.org/officeDocument/2006/relationships/image" Target="../media/image98.png"/><Relationship Id="rId34" Type="http://schemas.openxmlformats.org/officeDocument/2006/relationships/image" Target="../media/image1070.png"/><Relationship Id="rId42" Type="http://schemas.openxmlformats.org/officeDocument/2006/relationships/image" Target="../media/image111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33" Type="http://schemas.openxmlformats.org/officeDocument/2006/relationships/image" Target="../media/image104.png"/><Relationship Id="rId38" Type="http://schemas.openxmlformats.org/officeDocument/2006/relationships/image" Target="../media/image107.png"/><Relationship Id="rId2" Type="http://schemas.openxmlformats.org/officeDocument/2006/relationships/image" Target="../media/image97.png"/><Relationship Id="rId41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05.png"/><Relationship Id="rId40" Type="http://schemas.openxmlformats.org/officeDocument/2006/relationships/image" Target="../media/image109.png"/><Relationship Id="rId36" Type="http://schemas.openxmlformats.org/officeDocument/2006/relationships/image" Target="../media/image103.png"/><Relationship Id="rId35" Type="http://schemas.openxmlformats.org/officeDocument/2006/relationships/image" Target="../media/image102.png"/><Relationship Id="rId43" Type="http://schemas.openxmlformats.org/officeDocument/2006/relationships/image" Target="../media/image112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39" Type="http://schemas.openxmlformats.org/officeDocument/2006/relationships/image" Target="../media/image131.png"/><Relationship Id="rId34" Type="http://schemas.openxmlformats.org/officeDocument/2006/relationships/image" Target="../media/image1070.png"/><Relationship Id="rId42" Type="http://schemas.openxmlformats.org/officeDocument/2006/relationships/image" Target="../media/image135.png"/><Relationship Id="rId47" Type="http://schemas.openxmlformats.org/officeDocument/2006/relationships/image" Target="../media/image140.png"/><Relationship Id="rId7" Type="http://schemas.openxmlformats.org/officeDocument/2006/relationships/image" Target="../media/image1120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33" Type="http://schemas.openxmlformats.org/officeDocument/2006/relationships/image" Target="../media/image104.png"/><Relationship Id="rId38" Type="http://schemas.openxmlformats.org/officeDocument/2006/relationships/image" Target="../media/image130.png"/><Relationship Id="rId46" Type="http://schemas.openxmlformats.org/officeDocument/2006/relationships/image" Target="../media/image13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1.png"/><Relationship Id="rId29" Type="http://schemas.openxmlformats.org/officeDocument/2006/relationships/image" Target="../media/image125.png"/><Relationship Id="rId41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0.png"/><Relationship Id="rId11" Type="http://schemas.openxmlformats.org/officeDocument/2006/relationships/image" Target="../media/image116.png"/><Relationship Id="rId37" Type="http://schemas.openxmlformats.org/officeDocument/2006/relationships/image" Target="../media/image129.png"/><Relationship Id="rId40" Type="http://schemas.openxmlformats.org/officeDocument/2006/relationships/image" Target="../media/image132.png"/><Relationship Id="rId45" Type="http://schemas.openxmlformats.org/officeDocument/2006/relationships/image" Target="../media/image138.png"/><Relationship Id="rId5" Type="http://schemas.openxmlformats.org/officeDocument/2006/relationships/image" Target="../media/image1100.png"/><Relationship Id="rId15" Type="http://schemas.openxmlformats.org/officeDocument/2006/relationships/image" Target="../media/image120.png"/><Relationship Id="rId28" Type="http://schemas.openxmlformats.org/officeDocument/2006/relationships/image" Target="../media/image133.png"/><Relationship Id="rId36" Type="http://schemas.openxmlformats.org/officeDocument/2006/relationships/image" Target="../media/image128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31" Type="http://schemas.openxmlformats.org/officeDocument/2006/relationships/image" Target="../media/image127.png"/><Relationship Id="rId44" Type="http://schemas.openxmlformats.org/officeDocument/2006/relationships/image" Target="../media/image137.png"/><Relationship Id="rId4" Type="http://schemas.openxmlformats.org/officeDocument/2006/relationships/image" Target="../media/image1090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Relationship Id="rId30" Type="http://schemas.openxmlformats.org/officeDocument/2006/relationships/image" Target="../media/image126.png"/><Relationship Id="rId35" Type="http://schemas.openxmlformats.org/officeDocument/2006/relationships/image" Target="../media/image1270.png"/><Relationship Id="rId43" Type="http://schemas.openxmlformats.org/officeDocument/2006/relationships/image" Target="../media/image136.png"/><Relationship Id="rId8" Type="http://schemas.openxmlformats.org/officeDocument/2006/relationships/image" Target="../media/image1080.png"/><Relationship Id="rId3" Type="http://schemas.openxmlformats.org/officeDocument/2006/relationships/image" Target="../media/image1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8" Type="http://schemas.openxmlformats.org/officeDocument/2006/relationships/image" Target="../media/image143.png"/><Relationship Id="rId17" Type="http://schemas.openxmlformats.org/officeDocument/2006/relationships/image" Target="../media/image142.png"/><Relationship Id="rId16" Type="http://schemas.openxmlformats.org/officeDocument/2006/relationships/image" Target="../media/image141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50.png"/><Relationship Id="rId15" Type="http://schemas.openxmlformats.org/officeDocument/2006/relationships/image" Target="../media/image113.png"/><Relationship Id="rId10" Type="http://schemas.openxmlformats.org/officeDocument/2006/relationships/image" Target="../media/image1440.png"/><Relationship Id="rId19" Type="http://schemas.openxmlformats.org/officeDocument/2006/relationships/image" Target="../media/image144.png"/><Relationship Id="rId9" Type="http://schemas.openxmlformats.org/officeDocument/2006/relationships/image" Target="../media/image1430.png"/><Relationship Id="rId14" Type="http://schemas.openxmlformats.org/officeDocument/2006/relationships/image" Target="../media/image125.png"/></Relationships>
</file>

<file path=ppt/slides/_rels/slide18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31.png"/><Relationship Id="rId51" Type="http://schemas.openxmlformats.org/officeDocument/2006/relationships/image" Target="../media/image163.png"/><Relationship Id="rId3" Type="http://schemas.openxmlformats.org/officeDocument/2006/relationships/image" Target="../media/image147.png"/><Relationship Id="rId34" Type="http://schemas.openxmlformats.org/officeDocument/2006/relationships/image" Target="../media/image1070.png"/><Relationship Id="rId42" Type="http://schemas.openxmlformats.org/officeDocument/2006/relationships/image" Target="../media/image154.png"/><Relationship Id="rId47" Type="http://schemas.openxmlformats.org/officeDocument/2006/relationships/image" Target="../media/image159.png"/><Relationship Id="rId50" Type="http://schemas.openxmlformats.org/officeDocument/2006/relationships/image" Target="../media/image162.png"/><Relationship Id="rId33" Type="http://schemas.openxmlformats.org/officeDocument/2006/relationships/image" Target="../media/image104.png"/><Relationship Id="rId38" Type="http://schemas.openxmlformats.org/officeDocument/2006/relationships/image" Target="../media/image151.png"/><Relationship Id="rId46" Type="http://schemas.openxmlformats.org/officeDocument/2006/relationships/image" Target="../media/image158.png"/><Relationship Id="rId2" Type="http://schemas.openxmlformats.org/officeDocument/2006/relationships/notesSlide" Target="../notesSlides/notesSlide12.xml"/><Relationship Id="rId41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37" Type="http://schemas.openxmlformats.org/officeDocument/2006/relationships/image" Target="../media/image129.png"/><Relationship Id="rId40" Type="http://schemas.openxmlformats.org/officeDocument/2006/relationships/image" Target="../media/image152.png"/><Relationship Id="rId45" Type="http://schemas.openxmlformats.org/officeDocument/2006/relationships/image" Target="../media/image157.png"/><Relationship Id="rId5" Type="http://schemas.openxmlformats.org/officeDocument/2006/relationships/image" Target="../media/image149.png"/><Relationship Id="rId36" Type="http://schemas.openxmlformats.org/officeDocument/2006/relationships/image" Target="../media/image128.png"/><Relationship Id="rId49" Type="http://schemas.openxmlformats.org/officeDocument/2006/relationships/image" Target="../media/image161.png"/><Relationship Id="rId44" Type="http://schemas.openxmlformats.org/officeDocument/2006/relationships/image" Target="../media/image156.png"/><Relationship Id="rId52" Type="http://schemas.openxmlformats.org/officeDocument/2006/relationships/image" Target="../media/image164.png"/><Relationship Id="rId4" Type="http://schemas.openxmlformats.org/officeDocument/2006/relationships/image" Target="../media/image148.png"/><Relationship Id="rId35" Type="http://schemas.openxmlformats.org/officeDocument/2006/relationships/image" Target="../media/image1270.png"/><Relationship Id="rId43" Type="http://schemas.openxmlformats.org/officeDocument/2006/relationships/image" Target="../media/image155.png"/><Relationship Id="rId48" Type="http://schemas.openxmlformats.org/officeDocument/2006/relationships/image" Target="../media/image160.png"/></Relationships>
</file>

<file path=ppt/slides/_rels/slide1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67.png"/><Relationship Id="rId39" Type="http://schemas.openxmlformats.org/officeDocument/2006/relationships/image" Target="../media/image108.png"/><Relationship Id="rId3" Type="http://schemas.openxmlformats.org/officeDocument/2006/relationships/image" Target="../media/image171.png"/><Relationship Id="rId34" Type="http://schemas.openxmlformats.org/officeDocument/2006/relationships/image" Target="../media/image1070.png"/><Relationship Id="rId42" Type="http://schemas.openxmlformats.org/officeDocument/2006/relationships/image" Target="../media/image111.png"/><Relationship Id="rId17" Type="http://schemas.openxmlformats.org/officeDocument/2006/relationships/image" Target="../media/image166.png"/><Relationship Id="rId33" Type="http://schemas.openxmlformats.org/officeDocument/2006/relationships/image" Target="../media/image104.png"/><Relationship Id="rId38" Type="http://schemas.openxmlformats.org/officeDocument/2006/relationships/image" Target="../media/image169.png"/><Relationship Id="rId2" Type="http://schemas.openxmlformats.org/officeDocument/2006/relationships/image" Target="../media/image170.png"/><Relationship Id="rId16" Type="http://schemas.openxmlformats.org/officeDocument/2006/relationships/image" Target="../media/image165.png"/><Relationship Id="rId41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05.png"/><Relationship Id="rId40" Type="http://schemas.openxmlformats.org/officeDocument/2006/relationships/image" Target="../media/image109.png"/><Relationship Id="rId15" Type="http://schemas.openxmlformats.org/officeDocument/2006/relationships/image" Target="../media/image1721.png"/><Relationship Id="rId36" Type="http://schemas.openxmlformats.org/officeDocument/2006/relationships/image" Target="../media/image103.png"/><Relationship Id="rId35" Type="http://schemas.openxmlformats.org/officeDocument/2006/relationships/image" Target="../media/image168.png"/><Relationship Id="rId43" Type="http://schemas.openxmlformats.org/officeDocument/2006/relationships/image" Target="../media/image1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9" Type="http://schemas.openxmlformats.org/officeDocument/2006/relationships/image" Target="../media/image181.png"/><Relationship Id="rId3" Type="http://schemas.openxmlformats.org/officeDocument/2006/relationships/image" Target="../media/image1751.png"/><Relationship Id="rId34" Type="http://schemas.openxmlformats.org/officeDocument/2006/relationships/image" Target="../media/image1070.png"/><Relationship Id="rId42" Type="http://schemas.openxmlformats.org/officeDocument/2006/relationships/image" Target="../media/image184.png"/><Relationship Id="rId47" Type="http://schemas.openxmlformats.org/officeDocument/2006/relationships/image" Target="../media/image189.png"/><Relationship Id="rId7" Type="http://schemas.openxmlformats.org/officeDocument/2006/relationships/image" Target="../media/image154.png"/><Relationship Id="rId33" Type="http://schemas.openxmlformats.org/officeDocument/2006/relationships/image" Target="../media/image104.png"/><Relationship Id="rId38" Type="http://schemas.openxmlformats.org/officeDocument/2006/relationships/image" Target="../media/image180.png"/><Relationship Id="rId46" Type="http://schemas.openxmlformats.org/officeDocument/2006/relationships/image" Target="../media/image188.png"/><Relationship Id="rId2" Type="http://schemas.openxmlformats.org/officeDocument/2006/relationships/notesSlide" Target="../notesSlides/notesSlide13.xml"/><Relationship Id="rId41" Type="http://schemas.openxmlformats.org/officeDocument/2006/relationships/image" Target="../media/image1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3.png"/><Relationship Id="rId11" Type="http://schemas.openxmlformats.org/officeDocument/2006/relationships/image" Target="../media/image174.png"/><Relationship Id="rId37" Type="http://schemas.openxmlformats.org/officeDocument/2006/relationships/image" Target="../media/image179.png"/><Relationship Id="rId40" Type="http://schemas.openxmlformats.org/officeDocument/2006/relationships/image" Target="../media/image182.png"/><Relationship Id="rId45" Type="http://schemas.openxmlformats.org/officeDocument/2006/relationships/image" Target="../media/image187.png"/><Relationship Id="rId5" Type="http://schemas.openxmlformats.org/officeDocument/2006/relationships/image" Target="../media/image177.png"/><Relationship Id="rId36" Type="http://schemas.openxmlformats.org/officeDocument/2006/relationships/image" Target="../media/image178.png"/><Relationship Id="rId49" Type="http://schemas.openxmlformats.org/officeDocument/2006/relationships/image" Target="../media/image191.png"/><Relationship Id="rId10" Type="http://schemas.openxmlformats.org/officeDocument/2006/relationships/image" Target="../media/image157.png"/><Relationship Id="rId44" Type="http://schemas.openxmlformats.org/officeDocument/2006/relationships/image" Target="../media/image186.png"/><Relationship Id="rId4" Type="http://schemas.openxmlformats.org/officeDocument/2006/relationships/image" Target="../media/image176.png"/><Relationship Id="rId9" Type="http://schemas.openxmlformats.org/officeDocument/2006/relationships/image" Target="../media/image156.png"/><Relationship Id="rId35" Type="http://schemas.openxmlformats.org/officeDocument/2006/relationships/image" Target="../media/image175.png"/><Relationship Id="rId43" Type="http://schemas.openxmlformats.org/officeDocument/2006/relationships/image" Target="../media/image185.png"/><Relationship Id="rId48" Type="http://schemas.openxmlformats.org/officeDocument/2006/relationships/image" Target="../media/image190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3.png"/><Relationship Id="rId39" Type="http://schemas.openxmlformats.org/officeDocument/2006/relationships/image" Target="../media/image195.png"/><Relationship Id="rId3" Type="http://schemas.openxmlformats.org/officeDocument/2006/relationships/image" Target="../media/image192.png"/><Relationship Id="rId34" Type="http://schemas.openxmlformats.org/officeDocument/2006/relationships/image" Target="../media/image1070.png"/><Relationship Id="rId42" Type="http://schemas.openxmlformats.org/officeDocument/2006/relationships/image" Target="../media/image199.png"/><Relationship Id="rId17" Type="http://schemas.openxmlformats.org/officeDocument/2006/relationships/image" Target="../media/image196.png"/><Relationship Id="rId25" Type="http://schemas.openxmlformats.org/officeDocument/2006/relationships/image" Target="../media/image2001.png"/><Relationship Id="rId33" Type="http://schemas.openxmlformats.org/officeDocument/2006/relationships/image" Target="../media/image104.png"/><Relationship Id="rId38" Type="http://schemas.openxmlformats.org/officeDocument/2006/relationships/image" Target="../media/image194.png"/><Relationship Id="rId2" Type="http://schemas.openxmlformats.org/officeDocument/2006/relationships/notesSlide" Target="../notesSlides/notesSlide14.xml"/><Relationship Id="rId29" Type="http://schemas.openxmlformats.org/officeDocument/2006/relationships/image" Target="../media/image174.png"/><Relationship Id="rId41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79.png"/><Relationship Id="rId40" Type="http://schemas.openxmlformats.org/officeDocument/2006/relationships/image" Target="../media/image197.png"/><Relationship Id="rId45" Type="http://schemas.openxmlformats.org/officeDocument/2006/relationships/image" Target="../media/image202.png"/><Relationship Id="rId5" Type="http://schemas.openxmlformats.org/officeDocument/2006/relationships/image" Target="../media/image193.png"/><Relationship Id="rId28" Type="http://schemas.openxmlformats.org/officeDocument/2006/relationships/image" Target="../media/image156.png"/><Relationship Id="rId36" Type="http://schemas.openxmlformats.org/officeDocument/2006/relationships/image" Target="../media/image178.png"/><Relationship Id="rId44" Type="http://schemas.openxmlformats.org/officeDocument/2006/relationships/image" Target="../media/image201.png"/><Relationship Id="rId4" Type="http://schemas.openxmlformats.org/officeDocument/2006/relationships/image" Target="../media/image1920.png"/><Relationship Id="rId27" Type="http://schemas.openxmlformats.org/officeDocument/2006/relationships/image" Target="../media/image155.png"/><Relationship Id="rId35" Type="http://schemas.openxmlformats.org/officeDocument/2006/relationships/image" Target="../media/image175.png"/><Relationship Id="rId43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11.png"/><Relationship Id="rId39" Type="http://schemas.openxmlformats.org/officeDocument/2006/relationships/image" Target="../media/image224.png"/><Relationship Id="rId21" Type="http://schemas.openxmlformats.org/officeDocument/2006/relationships/image" Target="../media/image206.png"/><Relationship Id="rId34" Type="http://schemas.openxmlformats.org/officeDocument/2006/relationships/image" Target="../media/image219.png"/><Relationship Id="rId42" Type="http://schemas.openxmlformats.org/officeDocument/2006/relationships/image" Target="../media/image203.png"/><Relationship Id="rId25" Type="http://schemas.openxmlformats.org/officeDocument/2006/relationships/image" Target="../media/image210.png"/><Relationship Id="rId33" Type="http://schemas.openxmlformats.org/officeDocument/2006/relationships/image" Target="../media/image218.png"/><Relationship Id="rId38" Type="http://schemas.openxmlformats.org/officeDocument/2006/relationships/image" Target="../media/image223.png"/><Relationship Id="rId2" Type="http://schemas.openxmlformats.org/officeDocument/2006/relationships/notesSlide" Target="../notesSlides/notesSlide15.xml"/><Relationship Id="rId20" Type="http://schemas.openxmlformats.org/officeDocument/2006/relationships/image" Target="../media/image205.png"/><Relationship Id="rId29" Type="http://schemas.openxmlformats.org/officeDocument/2006/relationships/image" Target="../media/image214.png"/><Relationship Id="rId41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09.png"/><Relationship Id="rId32" Type="http://schemas.openxmlformats.org/officeDocument/2006/relationships/image" Target="../media/image217.png"/><Relationship Id="rId37" Type="http://schemas.openxmlformats.org/officeDocument/2006/relationships/image" Target="../media/image222.png"/><Relationship Id="rId40" Type="http://schemas.openxmlformats.org/officeDocument/2006/relationships/image" Target="../media/image152.png"/><Relationship Id="rId45" Type="http://schemas.openxmlformats.org/officeDocument/2006/relationships/image" Target="../media/image157.png"/><Relationship Id="rId23" Type="http://schemas.openxmlformats.org/officeDocument/2006/relationships/image" Target="../media/image208.png"/><Relationship Id="rId28" Type="http://schemas.openxmlformats.org/officeDocument/2006/relationships/image" Target="../media/image213.png"/><Relationship Id="rId36" Type="http://schemas.openxmlformats.org/officeDocument/2006/relationships/image" Target="../media/image221.png"/><Relationship Id="rId19" Type="http://schemas.openxmlformats.org/officeDocument/2006/relationships/image" Target="../media/image204.png"/><Relationship Id="rId31" Type="http://schemas.openxmlformats.org/officeDocument/2006/relationships/image" Target="../media/image216.png"/><Relationship Id="rId44" Type="http://schemas.openxmlformats.org/officeDocument/2006/relationships/image" Target="../media/image156.png"/><Relationship Id="rId22" Type="http://schemas.openxmlformats.org/officeDocument/2006/relationships/image" Target="../media/image207.png"/><Relationship Id="rId27" Type="http://schemas.openxmlformats.org/officeDocument/2006/relationships/image" Target="../media/image212.png"/><Relationship Id="rId30" Type="http://schemas.openxmlformats.org/officeDocument/2006/relationships/image" Target="../media/image215.png"/><Relationship Id="rId35" Type="http://schemas.openxmlformats.org/officeDocument/2006/relationships/image" Target="../media/image220.png"/><Relationship Id="rId43" Type="http://schemas.openxmlformats.org/officeDocument/2006/relationships/image" Target="../media/image15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225.png"/><Relationship Id="rId7" Type="http://schemas.openxmlformats.org/officeDocument/2006/relationships/image" Target="../media/image2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5" Type="http://schemas.openxmlformats.org/officeDocument/2006/relationships/image" Target="../media/image226.png"/><Relationship Id="rId4" Type="http://schemas.openxmlformats.org/officeDocument/2006/relationships/image" Target="../media/image225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2262.png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0.png"/><Relationship Id="rId3" Type="http://schemas.openxmlformats.org/officeDocument/2006/relationships/image" Target="../media/image2010.png"/><Relationship Id="rId7" Type="http://schemas.openxmlformats.org/officeDocument/2006/relationships/image" Target="../media/image2070.png"/><Relationship Id="rId12" Type="http://schemas.openxmlformats.org/officeDocument/2006/relationships/image" Target="../media/image227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0.png"/><Relationship Id="rId11" Type="http://schemas.openxmlformats.org/officeDocument/2006/relationships/image" Target="../media/image2100.png"/><Relationship Id="rId5" Type="http://schemas.openxmlformats.org/officeDocument/2006/relationships/image" Target="../media/image2030.png"/><Relationship Id="rId10" Type="http://schemas.openxmlformats.org/officeDocument/2006/relationships/image" Target="../media/image2040.png"/><Relationship Id="rId4" Type="http://schemas.openxmlformats.org/officeDocument/2006/relationships/image" Target="../media/image2020.png"/><Relationship Id="rId9" Type="http://schemas.openxmlformats.org/officeDocument/2006/relationships/image" Target="../media/image209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0.png"/><Relationship Id="rId13" Type="http://schemas.openxmlformats.org/officeDocument/2006/relationships/image" Target="../media/image2220.png"/><Relationship Id="rId18" Type="http://schemas.openxmlformats.org/officeDocument/2006/relationships/image" Target="../media/image2270.png"/><Relationship Id="rId3" Type="http://schemas.openxmlformats.org/officeDocument/2006/relationships/image" Target="../media/image2120.png"/><Relationship Id="rId21" Type="http://schemas.openxmlformats.org/officeDocument/2006/relationships/image" Target="../media/image230.png"/><Relationship Id="rId7" Type="http://schemas.openxmlformats.org/officeDocument/2006/relationships/image" Target="../media/image2160.png"/><Relationship Id="rId12" Type="http://schemas.openxmlformats.org/officeDocument/2006/relationships/image" Target="../media/image2210.png"/><Relationship Id="rId17" Type="http://schemas.openxmlformats.org/officeDocument/2006/relationships/image" Target="../media/image226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250.png"/><Relationship Id="rId20" Type="http://schemas.openxmlformats.org/officeDocument/2006/relationships/image" Target="../media/image2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0.png"/><Relationship Id="rId11" Type="http://schemas.openxmlformats.org/officeDocument/2006/relationships/image" Target="../media/image2200.png"/><Relationship Id="rId15" Type="http://schemas.openxmlformats.org/officeDocument/2006/relationships/image" Target="../media/image2240.png"/><Relationship Id="rId10" Type="http://schemas.openxmlformats.org/officeDocument/2006/relationships/image" Target="../media/image2190.png"/><Relationship Id="rId19" Type="http://schemas.openxmlformats.org/officeDocument/2006/relationships/image" Target="../media/image2280.png"/><Relationship Id="rId4" Type="http://schemas.openxmlformats.org/officeDocument/2006/relationships/image" Target="../media/image2261.png"/><Relationship Id="rId9" Type="http://schemas.openxmlformats.org/officeDocument/2006/relationships/image" Target="../media/image2180.png"/><Relationship Id="rId14" Type="http://schemas.openxmlformats.org/officeDocument/2006/relationships/image" Target="../media/image236.png"/><Relationship Id="rId22" Type="http://schemas.openxmlformats.org/officeDocument/2006/relationships/image" Target="../media/image23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0.png"/><Relationship Id="rId13" Type="http://schemas.openxmlformats.org/officeDocument/2006/relationships/image" Target="../media/image236.png"/><Relationship Id="rId18" Type="http://schemas.openxmlformats.org/officeDocument/2006/relationships/image" Target="../media/image2280.png"/><Relationship Id="rId3" Type="http://schemas.openxmlformats.org/officeDocument/2006/relationships/image" Target="../media/image2120.png"/><Relationship Id="rId21" Type="http://schemas.openxmlformats.org/officeDocument/2006/relationships/image" Target="../media/image233.png"/><Relationship Id="rId7" Type="http://schemas.openxmlformats.org/officeDocument/2006/relationships/image" Target="../media/image2170.png"/><Relationship Id="rId12" Type="http://schemas.openxmlformats.org/officeDocument/2006/relationships/image" Target="../media/image2220.png"/><Relationship Id="rId17" Type="http://schemas.openxmlformats.org/officeDocument/2006/relationships/image" Target="../media/image227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260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0.png"/><Relationship Id="rId11" Type="http://schemas.openxmlformats.org/officeDocument/2006/relationships/image" Target="../media/image2210.png"/><Relationship Id="rId5" Type="http://schemas.openxmlformats.org/officeDocument/2006/relationships/image" Target="../media/image2150.png"/><Relationship Id="rId15" Type="http://schemas.openxmlformats.org/officeDocument/2006/relationships/image" Target="../media/image2250.png"/><Relationship Id="rId23" Type="http://schemas.openxmlformats.org/officeDocument/2006/relationships/image" Target="../media/image231.png"/><Relationship Id="rId10" Type="http://schemas.openxmlformats.org/officeDocument/2006/relationships/image" Target="../media/image2200.png"/><Relationship Id="rId19" Type="http://schemas.openxmlformats.org/officeDocument/2006/relationships/image" Target="../media/image2290.png"/><Relationship Id="rId4" Type="http://schemas.openxmlformats.org/officeDocument/2006/relationships/image" Target="../media/image232.png"/><Relationship Id="rId9" Type="http://schemas.openxmlformats.org/officeDocument/2006/relationships/image" Target="../media/image2190.png"/><Relationship Id="rId14" Type="http://schemas.openxmlformats.org/officeDocument/2006/relationships/image" Target="../media/image2240.png"/><Relationship Id="rId22" Type="http://schemas.openxmlformats.org/officeDocument/2006/relationships/image" Target="../media/image23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0.png"/><Relationship Id="rId13" Type="http://schemas.openxmlformats.org/officeDocument/2006/relationships/image" Target="../media/image236.png"/><Relationship Id="rId18" Type="http://schemas.openxmlformats.org/officeDocument/2006/relationships/image" Target="../media/image2280.png"/><Relationship Id="rId3" Type="http://schemas.openxmlformats.org/officeDocument/2006/relationships/image" Target="../media/image2120.png"/><Relationship Id="rId21" Type="http://schemas.openxmlformats.org/officeDocument/2006/relationships/image" Target="../media/image233.png"/><Relationship Id="rId7" Type="http://schemas.openxmlformats.org/officeDocument/2006/relationships/image" Target="../media/image2170.png"/><Relationship Id="rId12" Type="http://schemas.openxmlformats.org/officeDocument/2006/relationships/image" Target="../media/image2220.png"/><Relationship Id="rId17" Type="http://schemas.openxmlformats.org/officeDocument/2006/relationships/image" Target="../media/image227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260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0.png"/><Relationship Id="rId11" Type="http://schemas.openxmlformats.org/officeDocument/2006/relationships/image" Target="../media/image2210.png"/><Relationship Id="rId5" Type="http://schemas.openxmlformats.org/officeDocument/2006/relationships/image" Target="../media/image2150.png"/><Relationship Id="rId15" Type="http://schemas.openxmlformats.org/officeDocument/2006/relationships/image" Target="../media/image2250.png"/><Relationship Id="rId23" Type="http://schemas.openxmlformats.org/officeDocument/2006/relationships/image" Target="../media/image231.png"/><Relationship Id="rId10" Type="http://schemas.openxmlformats.org/officeDocument/2006/relationships/image" Target="../media/image2200.png"/><Relationship Id="rId19" Type="http://schemas.openxmlformats.org/officeDocument/2006/relationships/image" Target="../media/image2290.png"/><Relationship Id="rId4" Type="http://schemas.openxmlformats.org/officeDocument/2006/relationships/image" Target="../media/image235.png"/><Relationship Id="rId9" Type="http://schemas.openxmlformats.org/officeDocument/2006/relationships/image" Target="../media/image2190.png"/><Relationship Id="rId14" Type="http://schemas.openxmlformats.org/officeDocument/2006/relationships/image" Target="../media/image2240.png"/><Relationship Id="rId22" Type="http://schemas.openxmlformats.org/officeDocument/2006/relationships/image" Target="../media/image2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锁存器和触发器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(2)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P232 – 244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1"/>
            <a:ext cx="11826350" cy="5461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4123248-5C1F-40C4-1DFC-B4E44F68275C}"/>
              </a:ext>
            </a:extLst>
          </p:cNvPr>
          <p:cNvSpPr txBox="1"/>
          <p:nvPr/>
        </p:nvSpPr>
        <p:spPr>
          <a:xfrm>
            <a:off x="1296000" y="1296000"/>
            <a:ext cx="6615331" cy="2338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触发器及其逻辑功能的定义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不同逻辑功能的触发器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锁存器和触发器的动态特性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8E150C7-5496-3DB9-CE5E-C950A02E9B5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07CC2F7-C629-7D5B-7DA9-F2823637C6D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C05AFE8C-A20D-F61E-9DB4-4EA6ACBE7C8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EB59B177-E963-08F8-680B-83E7E247972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15FD549C-1511-DC56-2D5A-72105738AE8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9A4EB012-4902-CD33-BC08-CBA3030FFB1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触发器及其逻辑功能的定义</a:t>
            </a:r>
            <a:endParaRPr lang="en-US" altLang="zh-CN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280847A-2BD0-E8BD-CE3E-DE43E70D6FDE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229799" cy="32707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触发器（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Flip-Flop, FF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）：对时钟脉冲边沿敏感的双稳态电路，在有效边沿（上升沿或下降沿）瞬间根据输入更新状态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在有效边沿最多翻转一次，其余时间保持状态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时钟脉冲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(CP)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用于控制记忆电路单元状态更新的时机，参数包括周期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T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、频率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f</m:t>
                    </m:r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、脉冲宽度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W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、占空比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q</m:t>
                    </m:r>
                    <m:r>
                      <a:rPr kumimoji="1"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W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den>
                    </m:f>
                    <m:r>
                      <a:rPr kumimoji="1"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有效时机：高电平和低电平（锁存器），上升沿和下降沿（触发器）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280847A-2BD0-E8BD-CE3E-DE43E70D6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229799" cy="3270704"/>
              </a:xfrm>
              <a:prstGeom prst="rect">
                <a:avLst/>
              </a:prstGeom>
              <a:blipFill>
                <a:blip r:embed="rId3"/>
                <a:stretch>
                  <a:fillRect l="-1086" t="-746" r="-54" b="-33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6">
            <a:extLst>
              <a:ext uri="{FF2B5EF4-FFF2-40B4-BE49-F238E27FC236}">
                <a16:creationId xmlns:a16="http://schemas.microsoft.com/office/drawing/2014/main" id="{ADC593A5-86E4-864F-3F26-58A7D824E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11" y="5159752"/>
            <a:ext cx="772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None/>
            </a:pPr>
            <a:r>
              <a:rPr kumimoji="1" lang="en-US" altLang="zh-CN" b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</a:t>
            </a:r>
          </a:p>
        </p:txBody>
      </p:sp>
      <p:sp>
        <p:nvSpPr>
          <p:cNvPr id="19" name="Line 7">
            <a:extLst>
              <a:ext uri="{FF2B5EF4-FFF2-40B4-BE49-F238E27FC236}">
                <a16:creationId xmlns:a16="http://schemas.microsoft.com/office/drawing/2014/main" id="{564E55B8-A698-C0C2-F684-692AECD85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9243" y="5616297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9">
            <a:extLst>
              <a:ext uri="{FF2B5EF4-FFF2-40B4-BE49-F238E27FC236}">
                <a16:creationId xmlns:a16="http://schemas.microsoft.com/office/drawing/2014/main" id="{88DB129F-414D-A19B-91DD-8ACD57803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0268" y="5117822"/>
            <a:ext cx="8651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11">
            <a:extLst>
              <a:ext uri="{FF2B5EF4-FFF2-40B4-BE49-F238E27FC236}">
                <a16:creationId xmlns:a16="http://schemas.microsoft.com/office/drawing/2014/main" id="{44FFBF98-C9BC-95D7-C038-4A01DFE7A1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17568" y="5117822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12">
            <a:extLst>
              <a:ext uri="{FF2B5EF4-FFF2-40B4-BE49-F238E27FC236}">
                <a16:creationId xmlns:a16="http://schemas.microsoft.com/office/drawing/2014/main" id="{D856DDE1-7016-2C7B-B2A4-0716C0981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5456" y="5117822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Line 13">
            <a:extLst>
              <a:ext uri="{FF2B5EF4-FFF2-40B4-BE49-F238E27FC236}">
                <a16:creationId xmlns:a16="http://schemas.microsoft.com/office/drawing/2014/main" id="{E73F75A6-09A2-1953-BA1A-805CCDEC58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2843" y="5105122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14">
            <a:extLst>
              <a:ext uri="{FF2B5EF4-FFF2-40B4-BE49-F238E27FC236}">
                <a16:creationId xmlns:a16="http://schemas.microsoft.com/office/drawing/2014/main" id="{0664E62F-6FF9-BCA5-FAC2-60607A1921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6443" y="5117822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" name="Group 87">
            <a:extLst>
              <a:ext uri="{FF2B5EF4-FFF2-40B4-BE49-F238E27FC236}">
                <a16:creationId xmlns:a16="http://schemas.microsoft.com/office/drawing/2014/main" id="{A6622B13-60D8-192A-1D9F-E2D94A2C3355}"/>
              </a:ext>
            </a:extLst>
          </p:cNvPr>
          <p:cNvGrpSpPr>
            <a:grpSpLocks/>
          </p:cNvGrpSpPr>
          <p:nvPr/>
        </p:nvGrpSpPr>
        <p:grpSpPr bwMode="auto">
          <a:xfrm>
            <a:off x="7144490" y="4476473"/>
            <a:ext cx="1995490" cy="1668463"/>
            <a:chOff x="3531" y="2795"/>
            <a:chExt cx="1257" cy="1051"/>
          </a:xfrm>
        </p:grpSpPr>
        <p:sp>
          <p:nvSpPr>
            <p:cNvPr id="29" name="Line 8">
              <a:extLst>
                <a:ext uri="{FF2B5EF4-FFF2-40B4-BE49-F238E27FC236}">
                  <a16:creationId xmlns:a16="http://schemas.microsoft.com/office/drawing/2014/main" id="{67D41DE9-9C70-3F9A-8663-8ACD0A0186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1" y="3187"/>
              <a:ext cx="0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3748FEF2-AA1C-1AF8-81D5-BF95D1142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3" y="3187"/>
              <a:ext cx="0" cy="32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lg" len="lg"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Box 15">
              <a:extLst>
                <a:ext uri="{FF2B5EF4-FFF2-40B4-BE49-F238E27FC236}">
                  <a16:creationId xmlns:a16="http://schemas.microsoft.com/office/drawing/2014/main" id="{58474960-AE43-AD00-DD3E-2236B654E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2795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上升沿</a:t>
              </a:r>
            </a:p>
          </p:txBody>
        </p:sp>
        <p:sp>
          <p:nvSpPr>
            <p:cNvPr id="32" name="Text Box 16">
              <a:extLst>
                <a:ext uri="{FF2B5EF4-FFF2-40B4-BE49-F238E27FC236}">
                  <a16:creationId xmlns:a16="http://schemas.microsoft.com/office/drawing/2014/main" id="{AE17F7C0-9C81-09B7-58B0-DC3C1767D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555"/>
              <a:ext cx="69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下降沿</a:t>
              </a:r>
            </a:p>
          </p:txBody>
        </p:sp>
      </p:grpSp>
      <p:grpSp>
        <p:nvGrpSpPr>
          <p:cNvPr id="33" name="Group 80">
            <a:extLst>
              <a:ext uri="{FF2B5EF4-FFF2-40B4-BE49-F238E27FC236}">
                <a16:creationId xmlns:a16="http://schemas.microsoft.com/office/drawing/2014/main" id="{FC9D6B82-D862-95DA-401C-82E5D7E50073}"/>
              </a:ext>
            </a:extLst>
          </p:cNvPr>
          <p:cNvGrpSpPr>
            <a:grpSpLocks/>
          </p:cNvGrpSpPr>
          <p:nvPr/>
        </p:nvGrpSpPr>
        <p:grpSpPr bwMode="auto">
          <a:xfrm>
            <a:off x="5966556" y="5711547"/>
            <a:ext cx="1736725" cy="601662"/>
            <a:chOff x="2789" y="3573"/>
            <a:chExt cx="1094" cy="379"/>
          </a:xfrm>
        </p:grpSpPr>
        <p:sp>
          <p:nvSpPr>
            <p:cNvPr id="34" name="Line 18">
              <a:extLst>
                <a:ext uri="{FF2B5EF4-FFF2-40B4-BE49-F238E27FC236}">
                  <a16:creationId xmlns:a16="http://schemas.microsoft.com/office/drawing/2014/main" id="{B2926B81-410F-3C39-77CF-768928CB8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3622"/>
              <a:ext cx="0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19">
              <a:extLst>
                <a:ext uri="{FF2B5EF4-FFF2-40B4-BE49-F238E27FC236}">
                  <a16:creationId xmlns:a16="http://schemas.microsoft.com/office/drawing/2014/main" id="{C4384032-25F9-CD7E-63FF-0EE97D07C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3622"/>
              <a:ext cx="0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20">
              <a:extLst>
                <a:ext uri="{FF2B5EF4-FFF2-40B4-BE49-F238E27FC236}">
                  <a16:creationId xmlns:a16="http://schemas.microsoft.com/office/drawing/2014/main" id="{C231A48B-8235-80AD-4954-E7D5BDF38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3861"/>
              <a:ext cx="10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 Box 21">
                  <a:extLst>
                    <a:ext uri="{FF2B5EF4-FFF2-40B4-BE49-F238E27FC236}">
                      <a16:creationId xmlns:a16="http://schemas.microsoft.com/office/drawing/2014/main" id="{4BC6AA18-27FB-2493-9389-DD6EB9625C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27" y="3573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oMath>
                    </m:oMathPara>
                  </a14:m>
                  <a:endParaRPr lang="en-US" altLang="zh-CN" sz="2400" b="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Text Box 21">
                  <a:extLst>
                    <a:ext uri="{FF2B5EF4-FFF2-40B4-BE49-F238E27FC236}">
                      <a16:creationId xmlns:a16="http://schemas.microsoft.com/office/drawing/2014/main" id="{4BC6AA18-27FB-2493-9389-DD6EB9625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27" y="3573"/>
                  <a:ext cx="289" cy="29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79">
            <a:extLst>
              <a:ext uri="{FF2B5EF4-FFF2-40B4-BE49-F238E27FC236}">
                <a16:creationId xmlns:a16="http://schemas.microsoft.com/office/drawing/2014/main" id="{595165E5-CAB2-5163-313A-1554D92BD6C7}"/>
              </a:ext>
            </a:extLst>
          </p:cNvPr>
          <p:cNvGrpSpPr>
            <a:grpSpLocks/>
          </p:cNvGrpSpPr>
          <p:nvPr/>
        </p:nvGrpSpPr>
        <p:grpSpPr bwMode="auto">
          <a:xfrm>
            <a:off x="5947392" y="4354926"/>
            <a:ext cx="893762" cy="696913"/>
            <a:chOff x="2767" y="2682"/>
            <a:chExt cx="563" cy="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 Box 3">
                  <a:extLst>
                    <a:ext uri="{FF2B5EF4-FFF2-40B4-BE49-F238E27FC236}">
                      <a16:creationId xmlns:a16="http://schemas.microsoft.com/office/drawing/2014/main" id="{9DBDB612-DDDC-FB20-383F-B7DF4FB3C4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12" y="2682"/>
                  <a:ext cx="381" cy="2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en-US" altLang="zh-CN" sz="2400" b="0" baseline="-150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9" name="Text Box 3">
                  <a:extLst>
                    <a:ext uri="{FF2B5EF4-FFF2-40B4-BE49-F238E27FC236}">
                      <a16:creationId xmlns:a16="http://schemas.microsoft.com/office/drawing/2014/main" id="{9DBDB612-DDDC-FB20-383F-B7DF4FB3C4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912" y="2682"/>
                  <a:ext cx="381" cy="285"/>
                </a:xfrm>
                <a:prstGeom prst="rect">
                  <a:avLst/>
                </a:prstGeom>
                <a:blipFill>
                  <a:blip r:embed="rId5"/>
                  <a:stretch>
                    <a:fillRect b="-540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Line 22">
              <a:extLst>
                <a:ext uri="{FF2B5EF4-FFF2-40B4-BE49-F238E27FC236}">
                  <a16:creationId xmlns:a16="http://schemas.microsoft.com/office/drawing/2014/main" id="{3392898D-8104-B4E5-DB87-BF6CE930B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2791"/>
              <a:ext cx="0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23">
              <a:extLst>
                <a:ext uri="{FF2B5EF4-FFF2-40B4-BE49-F238E27FC236}">
                  <a16:creationId xmlns:a16="http://schemas.microsoft.com/office/drawing/2014/main" id="{E43B0792-74F1-38DF-4805-7A38DA420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0" y="2791"/>
              <a:ext cx="0" cy="33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24">
              <a:extLst>
                <a:ext uri="{FF2B5EF4-FFF2-40B4-BE49-F238E27FC236}">
                  <a16:creationId xmlns:a16="http://schemas.microsoft.com/office/drawing/2014/main" id="{6940FB45-0C75-9EEA-313F-4DB5CA92A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3017"/>
              <a:ext cx="5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" name="Line 72">
            <a:extLst>
              <a:ext uri="{FF2B5EF4-FFF2-40B4-BE49-F238E27FC236}">
                <a16:creationId xmlns:a16="http://schemas.microsoft.com/office/drawing/2014/main" id="{0628912B-584C-2B1D-ADE6-2FD8450204A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5393" y="5616297"/>
            <a:ext cx="877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73">
            <a:extLst>
              <a:ext uri="{FF2B5EF4-FFF2-40B4-BE49-F238E27FC236}">
                <a16:creationId xmlns:a16="http://schemas.microsoft.com/office/drawing/2014/main" id="{E498CC75-3DFA-8699-ED3E-42F58E68E0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3856" y="5117822"/>
            <a:ext cx="8778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74">
            <a:extLst>
              <a:ext uri="{FF2B5EF4-FFF2-40B4-BE49-F238E27FC236}">
                <a16:creationId xmlns:a16="http://schemas.microsoft.com/office/drawing/2014/main" id="{E941390B-5EBE-16F2-CD1F-8CA2A369E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576406" y="5616297"/>
            <a:ext cx="881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82">
            <a:extLst>
              <a:ext uri="{FF2B5EF4-FFF2-40B4-BE49-F238E27FC236}">
                <a16:creationId xmlns:a16="http://schemas.microsoft.com/office/drawing/2014/main" id="{1A0BB965-E470-4762-93DA-0FEEEC104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731" y="5628997"/>
            <a:ext cx="8778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83">
            <a:extLst>
              <a:ext uri="{FF2B5EF4-FFF2-40B4-BE49-F238E27FC236}">
                <a16:creationId xmlns:a16="http://schemas.microsoft.com/office/drawing/2014/main" id="{991E1FAF-903C-55F8-AA7E-F19F6556E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2843" y="5124172"/>
            <a:ext cx="877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85">
            <a:extLst>
              <a:ext uri="{FF2B5EF4-FFF2-40B4-BE49-F238E27FC236}">
                <a16:creationId xmlns:a16="http://schemas.microsoft.com/office/drawing/2014/main" id="{D416650A-601F-86FC-A117-8B69EFE8CC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66556" y="5117822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86">
            <a:extLst>
              <a:ext uri="{FF2B5EF4-FFF2-40B4-BE49-F238E27FC236}">
                <a16:creationId xmlns:a16="http://schemas.microsoft.com/office/drawing/2014/main" id="{91DF6C0F-F0C2-FDBF-C89E-3EDCD93F0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1743" y="5117822"/>
            <a:ext cx="0" cy="511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0" name="Group 81">
            <a:extLst>
              <a:ext uri="{FF2B5EF4-FFF2-40B4-BE49-F238E27FC236}">
                <a16:creationId xmlns:a16="http://schemas.microsoft.com/office/drawing/2014/main" id="{32B86C44-2D99-AE77-5BA5-1D9BE9188DE1}"/>
              </a:ext>
            </a:extLst>
          </p:cNvPr>
          <p:cNvGrpSpPr>
            <a:grpSpLocks/>
          </p:cNvGrpSpPr>
          <p:nvPr/>
        </p:nvGrpSpPr>
        <p:grpSpPr bwMode="auto">
          <a:xfrm>
            <a:off x="4048856" y="4495522"/>
            <a:ext cx="1905000" cy="1662112"/>
            <a:chOff x="1581" y="2807"/>
            <a:chExt cx="1200" cy="1047"/>
          </a:xfrm>
        </p:grpSpPr>
        <p:sp>
          <p:nvSpPr>
            <p:cNvPr id="51" name="Text Box 2">
              <a:extLst>
                <a:ext uri="{FF2B5EF4-FFF2-40B4-BE49-F238E27FC236}">
                  <a16:creationId xmlns:a16="http://schemas.microsoft.com/office/drawing/2014/main" id="{2AB2E275-F518-8E35-E3DF-FCE351987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6" y="3566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低电平</a:t>
              </a:r>
            </a:p>
          </p:txBody>
        </p:sp>
        <p:sp>
          <p:nvSpPr>
            <p:cNvPr id="52" name="Text Box 17">
              <a:extLst>
                <a:ext uri="{FF2B5EF4-FFF2-40B4-BE49-F238E27FC236}">
                  <a16:creationId xmlns:a16="http://schemas.microsoft.com/office/drawing/2014/main" id="{AD683E4D-62F0-2AB9-85E4-B4700D7EF0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" y="2807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b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高电平</a:t>
              </a:r>
            </a:p>
          </p:txBody>
        </p:sp>
        <p:sp>
          <p:nvSpPr>
            <p:cNvPr id="53" name="Line 75">
              <a:extLst>
                <a:ext uri="{FF2B5EF4-FFF2-40B4-BE49-F238E27FC236}">
                  <a16:creationId xmlns:a16="http://schemas.microsoft.com/office/drawing/2014/main" id="{AFA29AAA-5D0C-84CE-A3D0-E538E6042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2" y="3513"/>
              <a:ext cx="553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76">
              <a:extLst>
                <a:ext uri="{FF2B5EF4-FFF2-40B4-BE49-F238E27FC236}">
                  <a16:creationId xmlns:a16="http://schemas.microsoft.com/office/drawing/2014/main" id="{3E719EA9-7727-AEAD-1C00-BABEBBAFE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9" y="3199"/>
              <a:ext cx="553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46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573DD-C72B-6451-DB54-C33FD826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52B1B3B-D8D8-B18F-C290-ABA0478DF35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B3FF133-BC88-3BB2-31F1-C57181794DB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4932DC96-C8DA-7960-7AC5-4227F94B394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813A7982-1C64-DF33-4E53-A0FF672CBA0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DFE58A7-B75D-7A8C-9CFD-E9E4023DB37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7B8AA62-B76E-283A-7634-36109E950C91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431251" cy="3914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触发器的逻辑功能是指次态与现态的逻辑关系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现态：有效边沿作用前， 触发器的状态，记为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次态：有效边沿作用后， 触发器的状态，记为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按逻辑功能分类：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触发器、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触发器、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JK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触发器、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按结构分类：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主从触发器、维持阻塞触发器、利用传输延迟的触发器等</a:t>
                </a:r>
                <a:endParaRPr kumimoji="1"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7B8AA62-B76E-283A-7634-36109E950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431251" cy="3914277"/>
              </a:xfrm>
              <a:prstGeom prst="rect">
                <a:avLst/>
              </a:prstGeom>
              <a:blipFill>
                <a:blip r:embed="rId3"/>
                <a:stretch>
                  <a:fillRect l="-1067" t="-623" b="-7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39C11477-BF7F-4C1C-0043-924C808338E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触发器及其逻辑功能的定义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343508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9E61-23E5-0C18-370D-FFF60F82D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B620656-7A94-1E8B-B244-BDFB9DB96B0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50B8940-0303-9B86-8E43-6E9B04D2F57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233444C5-F4FD-4FBC-AA83-5D57E6B2965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CB871B36-C78E-ADC6-8C85-18DE3F8938A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90003EAE-BC79-250D-473B-D5BAA5ED6F6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5ECB456-F9F6-7138-321D-C9B697B8A111}"/>
              </a:ext>
            </a:extLst>
          </p:cNvPr>
          <p:cNvSpPr txBox="1"/>
          <p:nvPr/>
        </p:nvSpPr>
        <p:spPr>
          <a:xfrm>
            <a:off x="360000" y="828000"/>
            <a:ext cx="57570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6E0EC81-8B7B-104F-8EB5-543B96D1F50C}"/>
              </a:ext>
            </a:extLst>
          </p:cNvPr>
          <p:cNvGrpSpPr/>
          <p:nvPr/>
        </p:nvGrpSpPr>
        <p:grpSpPr>
          <a:xfrm>
            <a:off x="6896607" y="5170445"/>
            <a:ext cx="2768756" cy="940815"/>
            <a:chOff x="1091909" y="5064002"/>
            <a:chExt cx="2768756" cy="94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B0FB7A5-1777-DCB9-1A2A-8813CB9228DC}"/>
                    </a:ext>
                  </a:extLst>
                </p:cNvPr>
                <p:cNvSpPr txBox="1"/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B0FB7A5-1777-DCB9-1A2A-8813CB9228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blipFill>
                  <a:blip r:embed="rId3"/>
                  <a:stretch>
                    <a:fillRect l="-89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739598F6-2153-0E48-A5E8-1A24B7F59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C7A62F87-A8D1-0BE8-4504-07CEC23F40E7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4A44D09-77B7-4BCE-5E69-D378726030B1}"/>
                </a:ext>
              </a:extLst>
            </p:cNvPr>
            <p:cNvSpPr/>
            <p:nvPr/>
          </p:nvSpPr>
          <p:spPr>
            <a:xfrm flipV="1">
              <a:off x="2291911" y="5732517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AFCBC3FA-AFE5-D061-C66C-582EEED20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D4BE5F86-1371-9267-B4F7-24461CCA120C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8DD82215-303D-2FF6-91B1-AAA59BF2EFA9}"/>
                </a:ext>
              </a:extLst>
            </p:cNvPr>
            <p:cNvSpPr/>
            <p:nvPr/>
          </p:nvSpPr>
          <p:spPr>
            <a:xfrm flipV="1">
              <a:off x="3163583" y="5732518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6EF62B2F-D08D-6B5E-17FA-BC8B566505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51108BB6-2BA6-3CD2-50C7-A70175444F8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15899" y="5617376"/>
              <a:ext cx="3454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7E6139FC-909E-12E8-96D9-186068F95A01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9F7BBF9D-E737-3C3C-26D2-C81DFE40E41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83379" y="5620991"/>
              <a:ext cx="3526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0DF2C03-0E99-F709-94EB-E4D8E0D14E67}"/>
                    </a:ext>
                  </a:extLst>
                </p:cNvPr>
                <p:cNvSpPr txBox="1"/>
                <p:nvPr/>
              </p:nvSpPr>
              <p:spPr>
                <a:xfrm>
                  <a:off x="2348269" y="506400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60DF2C03-0E99-F709-94EB-E4D8E0D14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269" y="5064002"/>
                  <a:ext cx="539355" cy="462434"/>
                </a:xfrm>
                <a:prstGeom prst="rect">
                  <a:avLst/>
                </a:prstGeom>
                <a:blipFill>
                  <a:blip r:embed="rId4"/>
                  <a:stretch>
                    <a:fillRect r="-22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E19CC1F-5735-3D20-D960-38C5CEB59AF7}"/>
                    </a:ext>
                  </a:extLst>
                </p:cNvPr>
                <p:cNvSpPr txBox="1"/>
                <p:nvPr/>
              </p:nvSpPr>
              <p:spPr>
                <a:xfrm>
                  <a:off x="3321310" y="506400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E19CC1F-5735-3D20-D960-38C5CEB59A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1310" y="5064002"/>
                  <a:ext cx="539355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文本框 421">
                <a:extLst>
                  <a:ext uri="{FF2B5EF4-FFF2-40B4-BE49-F238E27FC236}">
                    <a16:creationId xmlns:a16="http://schemas.microsoft.com/office/drawing/2014/main" id="{6E4E6C12-9D5C-8B4A-3F43-44C2E76AF310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40405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主锁存器输出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从锁存器输出保持不变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2" name="文本框 421">
                <a:extLst>
                  <a:ext uri="{FF2B5EF4-FFF2-40B4-BE49-F238E27FC236}">
                    <a16:creationId xmlns:a16="http://schemas.microsoft.com/office/drawing/2014/main" id="{6E4E6C12-9D5C-8B4A-3F43-44C2E76AF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4040500" cy="830997"/>
              </a:xfrm>
              <a:prstGeom prst="rect">
                <a:avLst/>
              </a:prstGeom>
              <a:blipFill>
                <a:blip r:embed="rId23"/>
                <a:stretch>
                  <a:fillRect t="-5882" b="-15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1" name="组合 460">
            <a:extLst>
              <a:ext uri="{FF2B5EF4-FFF2-40B4-BE49-F238E27FC236}">
                <a16:creationId xmlns:a16="http://schemas.microsoft.com/office/drawing/2014/main" id="{7FB51666-C5D0-149B-CDC5-8B7EF308C68E}"/>
              </a:ext>
            </a:extLst>
          </p:cNvPr>
          <p:cNvGrpSpPr/>
          <p:nvPr/>
        </p:nvGrpSpPr>
        <p:grpSpPr>
          <a:xfrm>
            <a:off x="360000" y="1440000"/>
            <a:ext cx="5757010" cy="4152530"/>
            <a:chOff x="338990" y="1410132"/>
            <a:chExt cx="5757010" cy="41525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文本框 383">
                  <a:extLst>
                    <a:ext uri="{FF2B5EF4-FFF2-40B4-BE49-F238E27FC236}">
                      <a16:creationId xmlns:a16="http://schemas.microsoft.com/office/drawing/2014/main" id="{F180F17A-697F-5945-2756-32C648CA9480}"/>
                    </a:ext>
                  </a:extLst>
                </p:cNvPr>
                <p:cNvSpPr txBox="1"/>
                <p:nvPr/>
              </p:nvSpPr>
              <p:spPr>
                <a:xfrm>
                  <a:off x="338990" y="1410132"/>
                  <a:ext cx="5757010" cy="8317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kumimoji="1"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当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时</a:t>
                  </a:r>
                  <a:r>
                    <a:rPr kumimoji="1"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</a:rPr>
                    <a:t>，</a:t>
                  </a:r>
                  <a:endParaRPr lang="en-US" altLang="zh-CN" sz="2400" dirty="0">
                    <a:solidFill>
                      <a:srgbClr val="002060"/>
                    </a:solidFill>
                  </a:endParaRPr>
                </a:p>
                <a:p>
                  <a:pPr lvl="1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TG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和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TG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导通，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TG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和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TG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断开</a:t>
                  </a:r>
                  <a:endParaRPr lang="zh-CN" alt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84" name="文本框 383">
                  <a:extLst>
                    <a:ext uri="{FF2B5EF4-FFF2-40B4-BE49-F238E27FC236}">
                      <a16:creationId xmlns:a16="http://schemas.microsoft.com/office/drawing/2014/main" id="{F180F17A-697F-5945-2756-32C648CA9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90" y="1410132"/>
                  <a:ext cx="5757010" cy="831766"/>
                </a:xfrm>
                <a:prstGeom prst="rect">
                  <a:avLst/>
                </a:prstGeom>
                <a:blipFill>
                  <a:blip r:embed="rId24"/>
                  <a:stretch>
                    <a:fillRect l="-1377" t="-6569" b="-145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4" name="文本框 423">
                  <a:extLst>
                    <a:ext uri="{FF2B5EF4-FFF2-40B4-BE49-F238E27FC236}">
                      <a16:creationId xmlns:a16="http://schemas.microsoft.com/office/drawing/2014/main" id="{DC6BBF82-C80C-25AA-8BFE-E26CCB5E55DE}"/>
                    </a:ext>
                  </a:extLst>
                </p:cNvPr>
                <p:cNvSpPr txBox="1"/>
                <p:nvPr/>
              </p:nvSpPr>
              <p:spPr>
                <a:xfrm>
                  <a:off x="2456780" y="5162552"/>
                  <a:ext cx="4322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4" name="文本框 423">
                  <a:extLst>
                    <a:ext uri="{FF2B5EF4-FFF2-40B4-BE49-F238E27FC236}">
                      <a16:creationId xmlns:a16="http://schemas.microsoft.com/office/drawing/2014/main" id="{DC6BBF82-C80C-25AA-8BFE-E26CCB5E5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6780" y="5162552"/>
                  <a:ext cx="432291" cy="400110"/>
                </a:xfrm>
                <a:prstGeom prst="rect">
                  <a:avLst/>
                </a:prstGeom>
                <a:blipFill>
                  <a:blip r:embed="rId25"/>
                  <a:stretch>
                    <a:fillRect l="-14085" b="-136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5" name="文本框 424">
              <a:extLst>
                <a:ext uri="{FF2B5EF4-FFF2-40B4-BE49-F238E27FC236}">
                  <a16:creationId xmlns:a16="http://schemas.microsoft.com/office/drawing/2014/main" id="{60177363-F483-0D93-2A05-5E49A9A0716E}"/>
                </a:ext>
              </a:extLst>
            </p:cNvPr>
            <p:cNvSpPr txBox="1"/>
            <p:nvPr/>
          </p:nvSpPr>
          <p:spPr>
            <a:xfrm>
              <a:off x="896417" y="2386035"/>
              <a:ext cx="1618746" cy="4370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000" dirty="0"/>
            </a:p>
          </p:txBody>
        </p:sp>
        <p:sp>
          <p:nvSpPr>
            <p:cNvPr id="426" name="Line 27">
              <a:extLst>
                <a:ext uri="{FF2B5EF4-FFF2-40B4-BE49-F238E27FC236}">
                  <a16:creationId xmlns:a16="http://schemas.microsoft.com/office/drawing/2014/main" id="{42E7B2C9-652B-4B70-1F9F-0B3EDB71A3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9285" y="3436606"/>
              <a:ext cx="6345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文本框 426">
                  <a:extLst>
                    <a:ext uri="{FF2B5EF4-FFF2-40B4-BE49-F238E27FC236}">
                      <a16:creationId xmlns:a16="http://schemas.microsoft.com/office/drawing/2014/main" id="{69583B1B-0109-CBEB-D0FA-CAC50B1180D8}"/>
                    </a:ext>
                  </a:extLst>
                </p:cNvPr>
                <p:cNvSpPr txBox="1"/>
                <p:nvPr/>
              </p:nvSpPr>
              <p:spPr>
                <a:xfrm>
                  <a:off x="2454847" y="3044504"/>
                  <a:ext cx="432291" cy="400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7" name="文本框 426">
                  <a:extLst>
                    <a:ext uri="{FF2B5EF4-FFF2-40B4-BE49-F238E27FC236}">
                      <a16:creationId xmlns:a16="http://schemas.microsoft.com/office/drawing/2014/main" id="{69583B1B-0109-CBEB-D0FA-CAC50B1180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847" y="3044504"/>
                  <a:ext cx="432291" cy="400815"/>
                </a:xfrm>
                <a:prstGeom prst="rect">
                  <a:avLst/>
                </a:prstGeom>
                <a:blipFill>
                  <a:blip r:embed="rId26"/>
                  <a:stretch>
                    <a:fillRect l="-12676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8" name="Line 27">
              <a:extLst>
                <a:ext uri="{FF2B5EF4-FFF2-40B4-BE49-F238E27FC236}">
                  <a16:creationId xmlns:a16="http://schemas.microsoft.com/office/drawing/2014/main" id="{9FF35458-DA99-9249-9667-740BD707B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188" y="3439446"/>
              <a:ext cx="13174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29" name="Line 27">
              <a:extLst>
                <a:ext uri="{FF2B5EF4-FFF2-40B4-BE49-F238E27FC236}">
                  <a16:creationId xmlns:a16="http://schemas.microsoft.com/office/drawing/2014/main" id="{F9D3EEF4-B804-92F0-BD1B-C9B88BFC4F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876190" y="4571541"/>
              <a:ext cx="415452" cy="767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30" name="Line 27">
              <a:extLst>
                <a:ext uri="{FF2B5EF4-FFF2-40B4-BE49-F238E27FC236}">
                  <a16:creationId xmlns:a16="http://schemas.microsoft.com/office/drawing/2014/main" id="{355EF919-6665-9C50-BCFB-DB5299F397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85838" y="5274314"/>
              <a:ext cx="2399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31" name="Line 27">
              <a:extLst>
                <a:ext uri="{FF2B5EF4-FFF2-40B4-BE49-F238E27FC236}">
                  <a16:creationId xmlns:a16="http://schemas.microsoft.com/office/drawing/2014/main" id="{540290E5-41E8-B18F-64A4-F473BE3B1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968" y="5384738"/>
              <a:ext cx="244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32" name="Line 27">
              <a:extLst>
                <a:ext uri="{FF2B5EF4-FFF2-40B4-BE49-F238E27FC236}">
                  <a16:creationId xmlns:a16="http://schemas.microsoft.com/office/drawing/2014/main" id="{3724C6C3-1555-8972-5387-3B8C28925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9862" y="5383786"/>
              <a:ext cx="1380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文本框 432">
                  <a:extLst>
                    <a:ext uri="{FF2B5EF4-FFF2-40B4-BE49-F238E27FC236}">
                      <a16:creationId xmlns:a16="http://schemas.microsoft.com/office/drawing/2014/main" id="{7D4F58BE-0141-C342-6C17-F8370150CF8E}"/>
                    </a:ext>
                  </a:extLst>
                </p:cNvPr>
                <p:cNvSpPr txBox="1"/>
                <p:nvPr/>
              </p:nvSpPr>
              <p:spPr>
                <a:xfrm>
                  <a:off x="338990" y="3254126"/>
                  <a:ext cx="4322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3" name="文本框 432">
                  <a:extLst>
                    <a:ext uri="{FF2B5EF4-FFF2-40B4-BE49-F238E27FC236}">
                      <a16:creationId xmlns:a16="http://schemas.microsoft.com/office/drawing/2014/main" id="{7D4F58BE-0141-C342-6C17-F8370150CF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90" y="3254126"/>
                  <a:ext cx="432291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4" name="椭圆 433">
              <a:extLst>
                <a:ext uri="{FF2B5EF4-FFF2-40B4-BE49-F238E27FC236}">
                  <a16:creationId xmlns:a16="http://schemas.microsoft.com/office/drawing/2014/main" id="{8BDAB40E-175A-2CAF-34B4-579BB46C4E7F}"/>
                </a:ext>
              </a:extLst>
            </p:cNvPr>
            <p:cNvSpPr/>
            <p:nvPr/>
          </p:nvSpPr>
          <p:spPr>
            <a:xfrm flipV="1">
              <a:off x="2425748" y="3399270"/>
              <a:ext cx="73230" cy="7651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35" name="Line 27">
              <a:extLst>
                <a:ext uri="{FF2B5EF4-FFF2-40B4-BE49-F238E27FC236}">
                  <a16:creationId xmlns:a16="http://schemas.microsoft.com/office/drawing/2014/main" id="{DC42A92E-E5FC-B4B9-49BD-1FDB94DC483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38135" y="4191744"/>
              <a:ext cx="2599728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36" name="等腰三角形 435">
              <a:extLst>
                <a:ext uri="{FF2B5EF4-FFF2-40B4-BE49-F238E27FC236}">
                  <a16:creationId xmlns:a16="http://schemas.microsoft.com/office/drawing/2014/main" id="{17BC3A38-3811-41C9-DDEF-8BE4703ED9A7}"/>
                </a:ext>
              </a:extLst>
            </p:cNvPr>
            <p:cNvSpPr/>
            <p:nvPr/>
          </p:nvSpPr>
          <p:spPr>
            <a:xfrm rot="5400000">
              <a:off x="1921008" y="5237239"/>
              <a:ext cx="342104" cy="294917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37" name="椭圆 436">
              <a:extLst>
                <a:ext uri="{FF2B5EF4-FFF2-40B4-BE49-F238E27FC236}">
                  <a16:creationId xmlns:a16="http://schemas.microsoft.com/office/drawing/2014/main" id="{78F86522-4060-B694-E3DD-FC716553C9E3}"/>
                </a:ext>
              </a:extLst>
            </p:cNvPr>
            <p:cNvSpPr/>
            <p:nvPr/>
          </p:nvSpPr>
          <p:spPr>
            <a:xfrm flipV="1">
              <a:off x="2239519" y="5336148"/>
              <a:ext cx="93600" cy="9439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38" name="Line 27">
              <a:extLst>
                <a:ext uri="{FF2B5EF4-FFF2-40B4-BE49-F238E27FC236}">
                  <a16:creationId xmlns:a16="http://schemas.microsoft.com/office/drawing/2014/main" id="{FD39347D-65D9-9D24-E56B-07B74814D5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02872" y="4097065"/>
              <a:ext cx="13184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39" name="等腰三角形 438">
              <a:extLst>
                <a:ext uri="{FF2B5EF4-FFF2-40B4-BE49-F238E27FC236}">
                  <a16:creationId xmlns:a16="http://schemas.microsoft.com/office/drawing/2014/main" id="{2241D6A0-F82F-0158-EDC3-5C17EEE8ADF1}"/>
                </a:ext>
              </a:extLst>
            </p:cNvPr>
            <p:cNvSpPr/>
            <p:nvPr/>
          </p:nvSpPr>
          <p:spPr>
            <a:xfrm rot="5400000">
              <a:off x="1920432" y="3291989"/>
              <a:ext cx="342104" cy="294917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0" name="椭圆 439">
              <a:extLst>
                <a:ext uri="{FF2B5EF4-FFF2-40B4-BE49-F238E27FC236}">
                  <a16:creationId xmlns:a16="http://schemas.microsoft.com/office/drawing/2014/main" id="{77F1F552-8D2C-7857-BC38-742D6797F5F7}"/>
                </a:ext>
              </a:extLst>
            </p:cNvPr>
            <p:cNvSpPr/>
            <p:nvPr/>
          </p:nvSpPr>
          <p:spPr>
            <a:xfrm flipV="1">
              <a:off x="2238943" y="3388187"/>
              <a:ext cx="93600" cy="9439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C77E5E1F-1E0E-F31F-836B-4F40BD21EBAD}"/>
                    </a:ext>
                  </a:extLst>
                </p:cNvPr>
                <p:cNvSpPr txBox="1"/>
                <p:nvPr/>
              </p:nvSpPr>
              <p:spPr>
                <a:xfrm>
                  <a:off x="4729432" y="3249644"/>
                  <a:ext cx="4322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1" name="文本框 440">
                  <a:extLst>
                    <a:ext uri="{FF2B5EF4-FFF2-40B4-BE49-F238E27FC236}">
                      <a16:creationId xmlns:a16="http://schemas.microsoft.com/office/drawing/2014/main" id="{C77E5E1F-1E0E-F31F-836B-4F40BD21E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9432" y="3249644"/>
                  <a:ext cx="432291" cy="400110"/>
                </a:xfrm>
                <a:prstGeom prst="rect">
                  <a:avLst/>
                </a:prstGeom>
                <a:blipFill>
                  <a:blip r:embed="rId28"/>
                  <a:stretch>
                    <a:fillRect l="-2817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2" name="文本框 441">
              <a:extLst>
                <a:ext uri="{FF2B5EF4-FFF2-40B4-BE49-F238E27FC236}">
                  <a16:creationId xmlns:a16="http://schemas.microsoft.com/office/drawing/2014/main" id="{70861F82-6579-9562-1344-B8DEF768C4A8}"/>
                </a:ext>
              </a:extLst>
            </p:cNvPr>
            <p:cNvSpPr txBox="1"/>
            <p:nvPr/>
          </p:nvSpPr>
          <p:spPr>
            <a:xfrm>
              <a:off x="3016946" y="2383148"/>
              <a:ext cx="1618746" cy="4370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000" dirty="0"/>
            </a:p>
          </p:txBody>
        </p:sp>
        <p:sp>
          <p:nvSpPr>
            <p:cNvPr id="443" name="Line 27">
              <a:extLst>
                <a:ext uri="{FF2B5EF4-FFF2-40B4-BE49-F238E27FC236}">
                  <a16:creationId xmlns:a16="http://schemas.microsoft.com/office/drawing/2014/main" id="{146511B3-921A-C490-DD70-45729EED3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0390" y="3435163"/>
              <a:ext cx="3411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4" name="文本框 443">
                  <a:extLst>
                    <a:ext uri="{FF2B5EF4-FFF2-40B4-BE49-F238E27FC236}">
                      <a16:creationId xmlns:a16="http://schemas.microsoft.com/office/drawing/2014/main" id="{95458091-053F-B6D6-73AE-08291B62092B}"/>
                    </a:ext>
                  </a:extLst>
                </p:cNvPr>
                <p:cNvSpPr txBox="1"/>
                <p:nvPr/>
              </p:nvSpPr>
              <p:spPr>
                <a:xfrm>
                  <a:off x="4729432" y="2861374"/>
                  <a:ext cx="432291" cy="400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4" name="文本框 443">
                  <a:extLst>
                    <a:ext uri="{FF2B5EF4-FFF2-40B4-BE49-F238E27FC236}">
                      <a16:creationId xmlns:a16="http://schemas.microsoft.com/office/drawing/2014/main" id="{95458091-053F-B6D6-73AE-08291B6209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9432" y="2861374"/>
                  <a:ext cx="432291" cy="400815"/>
                </a:xfrm>
                <a:prstGeom prst="rect">
                  <a:avLst/>
                </a:prstGeom>
                <a:blipFill>
                  <a:blip r:embed="rId29"/>
                  <a:stretch>
                    <a:fillRect l="-2817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5" name="Line 27">
              <a:extLst>
                <a:ext uri="{FF2B5EF4-FFF2-40B4-BE49-F238E27FC236}">
                  <a16:creationId xmlns:a16="http://schemas.microsoft.com/office/drawing/2014/main" id="{C60936DF-066A-F75B-9584-19AE01883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494" y="3436559"/>
              <a:ext cx="2446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6" name="椭圆 445">
              <a:extLst>
                <a:ext uri="{FF2B5EF4-FFF2-40B4-BE49-F238E27FC236}">
                  <a16:creationId xmlns:a16="http://schemas.microsoft.com/office/drawing/2014/main" id="{02F81E6C-547E-E08A-D392-F66E0FB224D2}"/>
                </a:ext>
              </a:extLst>
            </p:cNvPr>
            <p:cNvSpPr/>
            <p:nvPr/>
          </p:nvSpPr>
          <p:spPr>
            <a:xfrm flipV="1">
              <a:off x="3791634" y="3398302"/>
              <a:ext cx="73230" cy="7651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7" name="Line 27">
              <a:extLst>
                <a:ext uri="{FF2B5EF4-FFF2-40B4-BE49-F238E27FC236}">
                  <a16:creationId xmlns:a16="http://schemas.microsoft.com/office/drawing/2014/main" id="{26D8EBA6-7A0E-6C61-257A-64E0827A6A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971232" y="3891727"/>
              <a:ext cx="17081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8" name="Line 27">
              <a:extLst>
                <a:ext uri="{FF2B5EF4-FFF2-40B4-BE49-F238E27FC236}">
                  <a16:creationId xmlns:a16="http://schemas.microsoft.com/office/drawing/2014/main" id="{3F815485-F960-C520-988E-A359331A3F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3996718" y="4568654"/>
              <a:ext cx="415452" cy="767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49" name="Line 27">
              <a:extLst>
                <a:ext uri="{FF2B5EF4-FFF2-40B4-BE49-F238E27FC236}">
                  <a16:creationId xmlns:a16="http://schemas.microsoft.com/office/drawing/2014/main" id="{EF51F546-CDCF-5430-A5BF-F79553C2C0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06366" y="5271427"/>
              <a:ext cx="2399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0" name="Line 27">
              <a:extLst>
                <a:ext uri="{FF2B5EF4-FFF2-40B4-BE49-F238E27FC236}">
                  <a16:creationId xmlns:a16="http://schemas.microsoft.com/office/drawing/2014/main" id="{7D9C5B41-B852-6B93-759F-97C723831B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62653" y="5270987"/>
              <a:ext cx="2399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1" name="Line 27">
              <a:extLst>
                <a:ext uri="{FF2B5EF4-FFF2-40B4-BE49-F238E27FC236}">
                  <a16:creationId xmlns:a16="http://schemas.microsoft.com/office/drawing/2014/main" id="{4A0763B2-4B75-A7C1-6C41-F10E3026F4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993833" y="4563972"/>
              <a:ext cx="421219" cy="7678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2" name="Line 27">
              <a:extLst>
                <a:ext uri="{FF2B5EF4-FFF2-40B4-BE49-F238E27FC236}">
                  <a16:creationId xmlns:a16="http://schemas.microsoft.com/office/drawing/2014/main" id="{D2E42D5A-2288-A9CA-AB96-50E8B0450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496" y="5381851"/>
              <a:ext cx="244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3" name="Line 27">
              <a:extLst>
                <a:ext uri="{FF2B5EF4-FFF2-40B4-BE49-F238E27FC236}">
                  <a16:creationId xmlns:a16="http://schemas.microsoft.com/office/drawing/2014/main" id="{DB88CE34-5F6B-BCA0-C77B-0EFB64F7A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0390" y="5380899"/>
              <a:ext cx="1380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4" name="椭圆 453">
              <a:extLst>
                <a:ext uri="{FF2B5EF4-FFF2-40B4-BE49-F238E27FC236}">
                  <a16:creationId xmlns:a16="http://schemas.microsoft.com/office/drawing/2014/main" id="{36E23CEE-11B2-36DE-EA16-D33C9A79693C}"/>
                </a:ext>
              </a:extLst>
            </p:cNvPr>
            <p:cNvSpPr/>
            <p:nvPr/>
          </p:nvSpPr>
          <p:spPr>
            <a:xfrm flipV="1">
              <a:off x="4546276" y="3396383"/>
              <a:ext cx="73230" cy="7651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5" name="等腰三角形 454">
              <a:extLst>
                <a:ext uri="{FF2B5EF4-FFF2-40B4-BE49-F238E27FC236}">
                  <a16:creationId xmlns:a16="http://schemas.microsoft.com/office/drawing/2014/main" id="{3A2F4DFA-3A03-259E-047A-D4125B992CF3}"/>
                </a:ext>
              </a:extLst>
            </p:cNvPr>
            <p:cNvSpPr/>
            <p:nvPr/>
          </p:nvSpPr>
          <p:spPr>
            <a:xfrm rot="5400000">
              <a:off x="4039790" y="5234352"/>
              <a:ext cx="342104" cy="294917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C54169D4-7F79-F281-4C8B-3503BA2166CC}"/>
                </a:ext>
              </a:extLst>
            </p:cNvPr>
            <p:cNvSpPr/>
            <p:nvPr/>
          </p:nvSpPr>
          <p:spPr>
            <a:xfrm flipV="1">
              <a:off x="4360047" y="5333261"/>
              <a:ext cx="93600" cy="9439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7" name="Line 27">
              <a:extLst>
                <a:ext uri="{FF2B5EF4-FFF2-40B4-BE49-F238E27FC236}">
                  <a16:creationId xmlns:a16="http://schemas.microsoft.com/office/drawing/2014/main" id="{54FA4977-8F16-5580-5967-17352C8422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23400" y="4094178"/>
              <a:ext cx="13184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8" name="等腰三角形 457">
              <a:extLst>
                <a:ext uri="{FF2B5EF4-FFF2-40B4-BE49-F238E27FC236}">
                  <a16:creationId xmlns:a16="http://schemas.microsoft.com/office/drawing/2014/main" id="{DAFD26B2-8041-B220-64B7-FC0C10E0030D}"/>
                </a:ext>
              </a:extLst>
            </p:cNvPr>
            <p:cNvSpPr/>
            <p:nvPr/>
          </p:nvSpPr>
          <p:spPr>
            <a:xfrm rot="5400000">
              <a:off x="4040960" y="3289102"/>
              <a:ext cx="342104" cy="294917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49A87150-EB1F-5813-27F4-1D57A7C06694}"/>
                </a:ext>
              </a:extLst>
            </p:cNvPr>
            <p:cNvSpPr/>
            <p:nvPr/>
          </p:nvSpPr>
          <p:spPr>
            <a:xfrm flipV="1">
              <a:off x="4359471" y="3389365"/>
              <a:ext cx="93600" cy="9439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60" name="Line 27">
              <a:extLst>
                <a:ext uri="{FF2B5EF4-FFF2-40B4-BE49-F238E27FC236}">
                  <a16:creationId xmlns:a16="http://schemas.microsoft.com/office/drawing/2014/main" id="{E7A6C0AD-BAA2-C4DA-390A-C291C1F4E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3932" y="3047175"/>
              <a:ext cx="9775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BC97BCD7-033A-7A5C-74F4-7D3D9CFBF42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4189EB6-905B-71C8-E0C3-17CB1B7ED7BB}"/>
              </a:ext>
            </a:extLst>
          </p:cNvPr>
          <p:cNvGrpSpPr/>
          <p:nvPr/>
        </p:nvGrpSpPr>
        <p:grpSpPr>
          <a:xfrm>
            <a:off x="6300000" y="972000"/>
            <a:ext cx="6017158" cy="3958706"/>
            <a:chOff x="6300000" y="972000"/>
            <a:chExt cx="6017158" cy="3958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1378EB13-3729-1C79-ABF4-2C42E778330A}"/>
                    </a:ext>
                  </a:extLst>
                </p:cNvPr>
                <p:cNvSpPr txBox="1"/>
                <p:nvPr/>
              </p:nvSpPr>
              <p:spPr>
                <a:xfrm>
                  <a:off x="11032420" y="3183444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1378EB13-3729-1C79-ABF4-2C42E77833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2420" y="3183444"/>
                  <a:ext cx="539355" cy="461665"/>
                </a:xfrm>
                <a:prstGeom prst="rect">
                  <a:avLst/>
                </a:prstGeom>
                <a:blipFill>
                  <a:blip r:embed="rId30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5D409563-1E4E-587A-3CF1-B1D70A32B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7063" y="3415949"/>
              <a:ext cx="1113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1A2CCA78-3D70-0F07-8FD0-37B9DDF38603}"/>
                    </a:ext>
                  </a:extLst>
                </p:cNvPr>
                <p:cNvSpPr txBox="1"/>
                <p:nvPr/>
              </p:nvSpPr>
              <p:spPr>
                <a:xfrm>
                  <a:off x="9671012" y="318649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1A2CCA78-3D70-0F07-8FD0-37B9DDF38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1012" y="3186492"/>
                  <a:ext cx="539355" cy="46166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20AD7C2-BC79-756B-2F12-C0EB1169EFB5}"/>
                    </a:ext>
                  </a:extLst>
                </p:cNvPr>
                <p:cNvSpPr txBox="1"/>
                <p:nvPr/>
              </p:nvSpPr>
              <p:spPr>
                <a:xfrm>
                  <a:off x="8939882" y="443474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120AD7C2-BC79-756B-2F12-C0EB1169EF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9882" y="4434748"/>
                  <a:ext cx="539355" cy="462434"/>
                </a:xfrm>
                <a:prstGeom prst="rect">
                  <a:avLst/>
                </a:prstGeom>
                <a:blipFill>
                  <a:blip r:embed="rId32"/>
                  <a:stretch>
                    <a:fillRect l="-11364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ADDD2480-1CD0-E8CD-19DB-96DED7391C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0674" y="3419551"/>
              <a:ext cx="1118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C7BFDB75-B0AD-8971-AD89-0BEFBB794568}"/>
                    </a:ext>
                  </a:extLst>
                </p:cNvPr>
                <p:cNvSpPr txBox="1"/>
                <p:nvPr/>
              </p:nvSpPr>
              <p:spPr>
                <a:xfrm>
                  <a:off x="8386710" y="3187046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C7BFDB75-B0AD-8971-AD89-0BEFBB7945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710" y="3187046"/>
                  <a:ext cx="539355" cy="46166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18FFC94-6CC9-B18C-4822-37B70447780D}"/>
                    </a:ext>
                  </a:extLst>
                </p:cNvPr>
                <p:cNvSpPr txBox="1"/>
                <p:nvPr/>
              </p:nvSpPr>
              <p:spPr>
                <a:xfrm>
                  <a:off x="7017589" y="319668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E18FFC94-6CC9-B18C-4822-37B7044778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589" y="3196682"/>
                  <a:ext cx="539355" cy="462434"/>
                </a:xfrm>
                <a:prstGeom prst="rect">
                  <a:avLst/>
                </a:prstGeom>
                <a:blipFill>
                  <a:blip r:embed="rId34"/>
                  <a:stretch>
                    <a:fillRect r="-22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FA2885F2-4445-18D6-57B1-50FA5A34F7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27516" y="2235764"/>
              <a:ext cx="9195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FB439E2-DA68-0783-1C34-55DF21843B21}"/>
                    </a:ext>
                  </a:extLst>
                </p:cNvPr>
                <p:cNvSpPr txBox="1"/>
                <p:nvPr/>
              </p:nvSpPr>
              <p:spPr>
                <a:xfrm>
                  <a:off x="7058167" y="1350641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FB439E2-DA68-0783-1C34-55DF21843B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167" y="1350641"/>
                  <a:ext cx="539355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29D7585-FA72-AB91-7862-6F73131A63E6}"/>
                </a:ext>
              </a:extLst>
            </p:cNvPr>
            <p:cNvSpPr txBox="1"/>
            <p:nvPr/>
          </p:nvSpPr>
          <p:spPr>
            <a:xfrm>
              <a:off x="6995483" y="975602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42C6B41-B15B-AC34-71E6-869E4BFE99B3}"/>
                    </a:ext>
                  </a:extLst>
                </p:cNvPr>
                <p:cNvSpPr txBox="1"/>
                <p:nvPr/>
              </p:nvSpPr>
              <p:spPr>
                <a:xfrm>
                  <a:off x="8939882" y="18457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342C6B41-B15B-AC34-71E6-869E4BFE9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9882" y="1845700"/>
                  <a:ext cx="539355" cy="462434"/>
                </a:xfrm>
                <a:prstGeom prst="rect">
                  <a:avLst/>
                </a:prstGeom>
                <a:blipFill>
                  <a:blip r:embed="rId36"/>
                  <a:stretch>
                    <a:fillRect l="-909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C5416F8-4939-4672-1694-E5F9C3BED601}"/>
                    </a:ext>
                  </a:extLst>
                </p:cNvPr>
                <p:cNvSpPr/>
                <p:nvPr/>
              </p:nvSpPr>
              <p:spPr>
                <a:xfrm>
                  <a:off x="6929251" y="2002368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ar-AE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6C5416F8-4939-4672-1694-E5F9C3BED6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9251" y="2002368"/>
                  <a:ext cx="716034" cy="575079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36E8E7CA-CBC4-5DE2-23A4-C5716DE13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573" y="2289907"/>
              <a:ext cx="2696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4A44ED69-C7C6-71A7-2DC8-36894B15F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5285" y="2289907"/>
              <a:ext cx="42099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2C46316-707D-B81D-5341-1E6E1816B3D9}"/>
                    </a:ext>
                  </a:extLst>
                </p:cNvPr>
                <p:cNvSpPr/>
                <p:nvPr/>
              </p:nvSpPr>
              <p:spPr>
                <a:xfrm>
                  <a:off x="7641869" y="3132012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F2C46316-707D-B81D-5341-1E6E1816B3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1869" y="3132012"/>
                  <a:ext cx="716034" cy="575079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B9967790-0AF6-A597-27FD-04C4F7CCC5E3}"/>
                </a:ext>
              </a:extLst>
            </p:cNvPr>
            <p:cNvSpPr/>
            <p:nvPr/>
          </p:nvSpPr>
          <p:spPr>
            <a:xfrm flipV="1">
              <a:off x="7509667" y="3359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A3F82AAE-A1FF-41A5-0468-BB9C1F8647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575839" y="2714730"/>
              <a:ext cx="853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F3405B9D-C1C6-0CE6-3E01-2E404CF9D9FF}"/>
                </a:ext>
              </a:extLst>
            </p:cNvPr>
            <p:cNvSpPr/>
            <p:nvPr/>
          </p:nvSpPr>
          <p:spPr>
            <a:xfrm flipV="1">
              <a:off x="7957961" y="2242175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B8972737-EE2E-A223-2FE0-89B9094819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95894" y="3815249"/>
              <a:ext cx="216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A814497E-4F3E-88BF-4FCD-CB74A8C9F4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217911" y="3702382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BA35FA2B-EA53-9D95-BCD9-C0B2A30581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55649" y="4579208"/>
              <a:ext cx="299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BCC5E295-C6B9-BE82-D420-5208F87D87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806474" y="4578623"/>
              <a:ext cx="2969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8" name="Line 27">
              <a:extLst>
                <a:ext uri="{FF2B5EF4-FFF2-40B4-BE49-F238E27FC236}">
                  <a16:creationId xmlns:a16="http://schemas.microsoft.com/office/drawing/2014/main" id="{959DDD4B-212D-4013-58FF-8692D81918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8219076" y="3696541"/>
              <a:ext cx="525541" cy="9580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59" name="Line 27">
              <a:extLst>
                <a:ext uri="{FF2B5EF4-FFF2-40B4-BE49-F238E27FC236}">
                  <a16:creationId xmlns:a16="http://schemas.microsoft.com/office/drawing/2014/main" id="{420A8757-E89F-C326-4CE5-398E14A88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8044" y="4716981"/>
              <a:ext cx="9673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42A17847-0E12-452A-DE93-A6122B6B7EAC}"/>
                    </a:ext>
                  </a:extLst>
                </p:cNvPr>
                <p:cNvSpPr txBox="1"/>
                <p:nvPr/>
              </p:nvSpPr>
              <p:spPr>
                <a:xfrm>
                  <a:off x="7058166" y="265623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42A17847-0E12-452A-DE93-A6122B6B7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166" y="2656232"/>
                  <a:ext cx="539355" cy="461665"/>
                </a:xfrm>
                <a:prstGeom prst="rect">
                  <a:avLst/>
                </a:prstGeom>
                <a:blipFill>
                  <a:blip r:embed="rId39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7B99AC3-8346-DAC0-D80A-FFDC21617A99}"/>
                    </a:ext>
                  </a:extLst>
                </p:cNvPr>
                <p:cNvSpPr txBox="1"/>
                <p:nvPr/>
              </p:nvSpPr>
              <p:spPr>
                <a:xfrm>
                  <a:off x="6300000" y="205868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7B99AC3-8346-DAC0-D80A-FFDC21617A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000" y="2058689"/>
                  <a:ext cx="539355" cy="462434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B267E4EA-0CBB-F45F-A0F8-56DD624EA367}"/>
                </a:ext>
              </a:extLst>
            </p:cNvPr>
            <p:cNvSpPr/>
            <p:nvPr/>
          </p:nvSpPr>
          <p:spPr>
            <a:xfrm flipV="1">
              <a:off x="8903576" y="223978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1" name="Line 27">
              <a:extLst>
                <a:ext uri="{FF2B5EF4-FFF2-40B4-BE49-F238E27FC236}">
                  <a16:creationId xmlns:a16="http://schemas.microsoft.com/office/drawing/2014/main" id="{95AE6B2B-DB2F-DDAC-EDC5-81614EEC64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96132" y="3228523"/>
              <a:ext cx="324359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4" name="Line 27">
              <a:extLst>
                <a:ext uri="{FF2B5EF4-FFF2-40B4-BE49-F238E27FC236}">
                  <a16:creationId xmlns:a16="http://schemas.microsoft.com/office/drawing/2014/main" id="{6A72866B-D17A-CCEC-6275-AD0110B93A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26435" y="3110395"/>
              <a:ext cx="16449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5" name="等腰三角形 134">
              <a:extLst>
                <a:ext uri="{FF2B5EF4-FFF2-40B4-BE49-F238E27FC236}">
                  <a16:creationId xmlns:a16="http://schemas.microsoft.com/office/drawing/2014/main" id="{8A5CCBDF-5189-53D7-02AE-0BE651B869B3}"/>
                </a:ext>
              </a:extLst>
            </p:cNvPr>
            <p:cNvSpPr/>
            <p:nvPr/>
          </p:nvSpPr>
          <p:spPr>
            <a:xfrm rot="5400000">
              <a:off x="8239770" y="2105929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B2B7CEFA-3BA6-2A4F-0EA0-1E88E3465359}"/>
                </a:ext>
              </a:extLst>
            </p:cNvPr>
            <p:cNvSpPr/>
            <p:nvPr/>
          </p:nvSpPr>
          <p:spPr>
            <a:xfrm flipV="1">
              <a:off x="8633346" y="2230221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CC84D180-BD0F-68FA-B4D4-66A130F95AA6}"/>
                    </a:ext>
                  </a:extLst>
                </p:cNvPr>
                <p:cNvSpPr txBox="1"/>
                <p:nvPr/>
              </p:nvSpPr>
              <p:spPr>
                <a:xfrm>
                  <a:off x="11777803" y="2053097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CC84D180-BD0F-68FA-B4D4-66A130F95A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77803" y="2053097"/>
                  <a:ext cx="539355" cy="462434"/>
                </a:xfrm>
                <a:prstGeom prst="rect">
                  <a:avLst/>
                </a:prstGeom>
                <a:blipFill>
                  <a:blip r:embed="rId41"/>
                  <a:stretch>
                    <a:fillRect l="-1124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945FDDD4-A1BB-2529-77DF-EB1B22929A6F}"/>
                </a:ext>
              </a:extLst>
            </p:cNvPr>
            <p:cNvSpPr txBox="1"/>
            <p:nvPr/>
          </p:nvSpPr>
          <p:spPr>
            <a:xfrm>
              <a:off x="9641193" y="972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21987BC5-468C-6D6F-5FC4-99D5D7B47EAE}"/>
                    </a:ext>
                  </a:extLst>
                </p:cNvPr>
                <p:cNvSpPr txBox="1"/>
                <p:nvPr/>
              </p:nvSpPr>
              <p:spPr>
                <a:xfrm>
                  <a:off x="11777803" y="1568665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21987BC5-468C-6D6F-5FC4-99D5D7B47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77803" y="1568665"/>
                  <a:ext cx="539355" cy="462434"/>
                </a:xfrm>
                <a:prstGeom prst="rect">
                  <a:avLst/>
                </a:prstGeom>
                <a:blipFill>
                  <a:blip r:embed="rId42"/>
                  <a:stretch>
                    <a:fillRect l="-1124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1" name="矩形 140">
                  <a:extLst>
                    <a:ext uri="{FF2B5EF4-FFF2-40B4-BE49-F238E27FC236}">
                      <a16:creationId xmlns:a16="http://schemas.microsoft.com/office/drawing/2014/main" id="{6D0786D1-FA77-E6C3-03DC-73583E6BCC4A}"/>
                    </a:ext>
                  </a:extLst>
                </p:cNvPr>
                <p:cNvSpPr/>
                <p:nvPr/>
              </p:nvSpPr>
              <p:spPr>
                <a:xfrm>
                  <a:off x="9574961" y="1998766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baseline="-25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141" name="矩形 140">
                  <a:extLst>
                    <a:ext uri="{FF2B5EF4-FFF2-40B4-BE49-F238E27FC236}">
                      <a16:creationId xmlns:a16="http://schemas.microsoft.com/office/drawing/2014/main" id="{6D0786D1-FA77-E6C3-03DC-73583E6BCC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4961" y="1998766"/>
                  <a:ext cx="716034" cy="575079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FCFB59EE-8B93-B144-F563-0F1FD5A93D7E}"/>
                </a:ext>
              </a:extLst>
            </p:cNvPr>
            <p:cNvSpPr/>
            <p:nvPr/>
          </p:nvSpPr>
          <p:spPr>
            <a:xfrm flipV="1">
              <a:off x="9863362" y="1845228"/>
              <a:ext cx="139231" cy="14547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4" name="Line 27">
              <a:extLst>
                <a:ext uri="{FF2B5EF4-FFF2-40B4-BE49-F238E27FC236}">
                  <a16:creationId xmlns:a16="http://schemas.microsoft.com/office/drawing/2014/main" id="{B2EBE5EE-6D1F-14EE-8F7B-773582053B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871199" y="1790660"/>
              <a:ext cx="1235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5" name="Line 27">
              <a:extLst>
                <a:ext uri="{FF2B5EF4-FFF2-40B4-BE49-F238E27FC236}">
                  <a16:creationId xmlns:a16="http://schemas.microsoft.com/office/drawing/2014/main" id="{213A6184-8399-D4BB-710A-7C222D3580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863856" y="2634465"/>
              <a:ext cx="138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6" name="矩形 145">
                  <a:extLst>
                    <a:ext uri="{FF2B5EF4-FFF2-40B4-BE49-F238E27FC236}">
                      <a16:creationId xmlns:a16="http://schemas.microsoft.com/office/drawing/2014/main" id="{E5B7EEB6-2720-B756-4216-B84F227193F7}"/>
                    </a:ext>
                  </a:extLst>
                </p:cNvPr>
                <p:cNvSpPr/>
                <p:nvPr/>
              </p:nvSpPr>
              <p:spPr>
                <a:xfrm>
                  <a:off x="10287579" y="3128410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146" name="矩形 145">
                  <a:extLst>
                    <a:ext uri="{FF2B5EF4-FFF2-40B4-BE49-F238E27FC236}">
                      <a16:creationId xmlns:a16="http://schemas.microsoft.com/office/drawing/2014/main" id="{E5B7EEB6-2720-B756-4216-B84F227193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7579" y="3128410"/>
                  <a:ext cx="716034" cy="575079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7EB75DF9-2A4A-099D-4029-E4E9C8BA3ACE}"/>
                </a:ext>
              </a:extLst>
            </p:cNvPr>
            <p:cNvSpPr/>
            <p:nvPr/>
          </p:nvSpPr>
          <p:spPr>
            <a:xfrm flipV="1">
              <a:off x="10157224" y="3359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50" name="Line 27">
              <a:extLst>
                <a:ext uri="{FF2B5EF4-FFF2-40B4-BE49-F238E27FC236}">
                  <a16:creationId xmlns:a16="http://schemas.microsoft.com/office/drawing/2014/main" id="{D2E7AB78-E0B0-6F25-0C03-66B6A6A83C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985420" y="2475000"/>
              <a:ext cx="13253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6A5E1AA9-5E11-A5E1-5FDF-83A13900CBD0}"/>
                </a:ext>
              </a:extLst>
            </p:cNvPr>
            <p:cNvSpPr/>
            <p:nvPr/>
          </p:nvSpPr>
          <p:spPr>
            <a:xfrm flipV="1">
              <a:off x="10603671" y="223857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1" name="Line 27">
              <a:extLst>
                <a:ext uri="{FF2B5EF4-FFF2-40B4-BE49-F238E27FC236}">
                  <a16:creationId xmlns:a16="http://schemas.microsoft.com/office/drawing/2014/main" id="{4B5AC6AA-94FF-E797-21F1-BDAF7AC2CA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41604" y="3811647"/>
              <a:ext cx="216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824780BC-DBE7-2A40-30EB-CC3201EE0D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0863621" y="3698780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3" name="Line 27">
              <a:extLst>
                <a:ext uri="{FF2B5EF4-FFF2-40B4-BE49-F238E27FC236}">
                  <a16:creationId xmlns:a16="http://schemas.microsoft.com/office/drawing/2014/main" id="{6BA6B1B4-3070-9248-7069-56313089FD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01359" y="4575606"/>
              <a:ext cx="299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4" name="Line 27">
              <a:extLst>
                <a:ext uri="{FF2B5EF4-FFF2-40B4-BE49-F238E27FC236}">
                  <a16:creationId xmlns:a16="http://schemas.microsoft.com/office/drawing/2014/main" id="{AB635012-6E83-6C81-5A6A-402AB34BCE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444953" y="4576248"/>
              <a:ext cx="2993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90D1227C-C095-7E08-968A-77091EE51B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0860022" y="3692939"/>
              <a:ext cx="525541" cy="9580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6" name="Line 27">
              <a:extLst>
                <a:ext uri="{FF2B5EF4-FFF2-40B4-BE49-F238E27FC236}">
                  <a16:creationId xmlns:a16="http://schemas.microsoft.com/office/drawing/2014/main" id="{1481A143-973A-5DB4-FE62-AF4C70767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3755" y="4713379"/>
              <a:ext cx="9508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8" name="文本框 227">
                  <a:extLst>
                    <a:ext uri="{FF2B5EF4-FFF2-40B4-BE49-F238E27FC236}">
                      <a16:creationId xmlns:a16="http://schemas.microsoft.com/office/drawing/2014/main" id="{1BC6F49E-EB06-88A6-BE6B-8D16850609EA}"/>
                    </a:ext>
                  </a:extLst>
                </p:cNvPr>
                <p:cNvSpPr txBox="1"/>
                <p:nvPr/>
              </p:nvSpPr>
              <p:spPr>
                <a:xfrm>
                  <a:off x="9703877" y="13470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28" name="文本框 227">
                  <a:extLst>
                    <a:ext uri="{FF2B5EF4-FFF2-40B4-BE49-F238E27FC236}">
                      <a16:creationId xmlns:a16="http://schemas.microsoft.com/office/drawing/2014/main" id="{1BC6F49E-EB06-88A6-BE6B-8D1685060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877" y="1347039"/>
                  <a:ext cx="539355" cy="461665"/>
                </a:xfrm>
                <a:prstGeom prst="rect">
                  <a:avLst/>
                </a:prstGeom>
                <a:blipFill>
                  <a:blip r:embed="rId45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9" name="文本框 228">
                  <a:extLst>
                    <a:ext uri="{FF2B5EF4-FFF2-40B4-BE49-F238E27FC236}">
                      <a16:creationId xmlns:a16="http://schemas.microsoft.com/office/drawing/2014/main" id="{7F25E769-84D6-2D19-E11E-34335714521D}"/>
                    </a:ext>
                  </a:extLst>
                </p:cNvPr>
                <p:cNvSpPr txBox="1"/>
                <p:nvPr/>
              </p:nvSpPr>
              <p:spPr>
                <a:xfrm>
                  <a:off x="9703876" y="2652630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29" name="文本框 228">
                  <a:extLst>
                    <a:ext uri="{FF2B5EF4-FFF2-40B4-BE49-F238E27FC236}">
                      <a16:creationId xmlns:a16="http://schemas.microsoft.com/office/drawing/2014/main" id="{7F25E769-84D6-2D19-E11E-343357145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876" y="2652630"/>
                  <a:ext cx="539355" cy="461665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BF46FC60-1BE1-E542-B54E-97FA3740DADD}"/>
                </a:ext>
              </a:extLst>
            </p:cNvPr>
            <p:cNvSpPr/>
            <p:nvPr/>
          </p:nvSpPr>
          <p:spPr>
            <a:xfrm flipV="1">
              <a:off x="11549286" y="2236178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35" name="Line 27">
              <a:extLst>
                <a:ext uri="{FF2B5EF4-FFF2-40B4-BE49-F238E27FC236}">
                  <a16:creationId xmlns:a16="http://schemas.microsoft.com/office/drawing/2014/main" id="{112FA928-FA01-7F58-83E1-ACF09136CC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72145" y="3106793"/>
              <a:ext cx="16449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38" name="Line 27">
              <a:extLst>
                <a:ext uri="{FF2B5EF4-FFF2-40B4-BE49-F238E27FC236}">
                  <a16:creationId xmlns:a16="http://schemas.microsoft.com/office/drawing/2014/main" id="{CABB3479-C6FC-F7FC-67E5-42034CB66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35565" y="1800483"/>
              <a:ext cx="12197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57B81151-98DB-BE81-1E71-EF9386259935}"/>
                </a:ext>
              </a:extLst>
            </p:cNvPr>
            <p:cNvSpPr/>
            <p:nvPr/>
          </p:nvSpPr>
          <p:spPr>
            <a:xfrm flipV="1">
              <a:off x="7227867" y="187189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等腰三角形 10">
              <a:extLst>
                <a:ext uri="{FF2B5EF4-FFF2-40B4-BE49-F238E27FC236}">
                  <a16:creationId xmlns:a16="http://schemas.microsoft.com/office/drawing/2014/main" id="{F4FE3E0F-864F-BB02-913A-BDE87DB9C28D}"/>
                </a:ext>
              </a:extLst>
            </p:cNvPr>
            <p:cNvSpPr/>
            <p:nvPr/>
          </p:nvSpPr>
          <p:spPr>
            <a:xfrm rot="5400000">
              <a:off x="8235951" y="453331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98FA8EF-A7CD-B84F-B465-E4269EFDCCE8}"/>
                </a:ext>
              </a:extLst>
            </p:cNvPr>
            <p:cNvSpPr/>
            <p:nvPr/>
          </p:nvSpPr>
          <p:spPr>
            <a:xfrm flipV="1">
              <a:off x="8629527" y="4657172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070FADBA-10F4-622D-90A4-D1BD09F28138}"/>
                </a:ext>
              </a:extLst>
            </p:cNvPr>
            <p:cNvSpPr/>
            <p:nvPr/>
          </p:nvSpPr>
          <p:spPr>
            <a:xfrm rot="5400000">
              <a:off x="10916556" y="452873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C7868BF-1DF1-B769-71D8-310176084846}"/>
                </a:ext>
              </a:extLst>
            </p:cNvPr>
            <p:cNvSpPr/>
            <p:nvPr/>
          </p:nvSpPr>
          <p:spPr>
            <a:xfrm flipV="1">
              <a:off x="11310132" y="4653783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157034E-7281-F926-3B2D-34AA8EBED8A0}"/>
                </a:ext>
              </a:extLst>
            </p:cNvPr>
            <p:cNvSpPr/>
            <p:nvPr/>
          </p:nvSpPr>
          <p:spPr>
            <a:xfrm rot="5400000">
              <a:off x="10890415" y="2105647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54807841-F37D-F702-FAFA-82D9FD9BEE12}"/>
                </a:ext>
              </a:extLst>
            </p:cNvPr>
            <p:cNvSpPr/>
            <p:nvPr/>
          </p:nvSpPr>
          <p:spPr>
            <a:xfrm flipV="1">
              <a:off x="11286040" y="2230199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332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F0402-5917-98A6-43EE-57D4DA7C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文本框 421">
                <a:extLst>
                  <a:ext uri="{FF2B5EF4-FFF2-40B4-BE49-F238E27FC236}">
                    <a16:creationId xmlns:a16="http://schemas.microsoft.com/office/drawing/2014/main" id="{498B13EC-5AAB-762D-4EEF-3036BEBDF8E7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6445052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主锁存器输出保持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跳变前的状态不变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/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从锁存器输出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22" name="文本框 421">
                <a:extLst>
                  <a:ext uri="{FF2B5EF4-FFF2-40B4-BE49-F238E27FC236}">
                    <a16:creationId xmlns:a16="http://schemas.microsoft.com/office/drawing/2014/main" id="{498B13EC-5AAB-762D-4EEF-3036BEBDF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6445052" cy="830997"/>
              </a:xfrm>
              <a:prstGeom prst="rect">
                <a:avLst/>
              </a:prstGeom>
              <a:blipFill>
                <a:blip r:embed="rId3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组合 89">
            <a:extLst>
              <a:ext uri="{FF2B5EF4-FFF2-40B4-BE49-F238E27FC236}">
                <a16:creationId xmlns:a16="http://schemas.microsoft.com/office/drawing/2014/main" id="{9C533FCF-3626-3536-D7E7-B716B0AC747C}"/>
              </a:ext>
            </a:extLst>
          </p:cNvPr>
          <p:cNvGrpSpPr/>
          <p:nvPr/>
        </p:nvGrpSpPr>
        <p:grpSpPr>
          <a:xfrm>
            <a:off x="360000" y="1440000"/>
            <a:ext cx="6104299" cy="4152530"/>
            <a:chOff x="338990" y="1410132"/>
            <a:chExt cx="6104299" cy="41525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4" name="文本框 383">
                  <a:extLst>
                    <a:ext uri="{FF2B5EF4-FFF2-40B4-BE49-F238E27FC236}">
                      <a16:creationId xmlns:a16="http://schemas.microsoft.com/office/drawing/2014/main" id="{FBF7F9EA-C213-7099-8439-27AE3518B926}"/>
                    </a:ext>
                  </a:extLst>
                </p:cNvPr>
                <p:cNvSpPr txBox="1"/>
                <p:nvPr/>
              </p:nvSpPr>
              <p:spPr>
                <a:xfrm>
                  <a:off x="338990" y="1410132"/>
                  <a:ext cx="6104299" cy="8317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kumimoji="1"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当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从 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跳变为 </a:t>
                  </a:r>
                  <a14:m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1</m:t>
                      </m:r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时</a:t>
                  </a:r>
                  <a:r>
                    <a:rPr kumimoji="1"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</a:rPr>
                    <a:t>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TG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和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TG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断开，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TG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和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TG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00206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导通</a:t>
                  </a:r>
                  <a:endParaRPr lang="zh-CN" alt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84" name="文本框 383">
                  <a:extLst>
                    <a:ext uri="{FF2B5EF4-FFF2-40B4-BE49-F238E27FC236}">
                      <a16:creationId xmlns:a16="http://schemas.microsoft.com/office/drawing/2014/main" id="{FBF7F9EA-C213-7099-8439-27AE3518B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90" y="1410132"/>
                  <a:ext cx="6104299" cy="831766"/>
                </a:xfrm>
                <a:prstGeom prst="rect">
                  <a:avLst/>
                </a:prstGeom>
                <a:blipFill>
                  <a:blip r:embed="rId4"/>
                  <a:stretch>
                    <a:fillRect l="-1299" t="-6569" r="-1399" b="-145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" name="文本框 459">
                  <a:extLst>
                    <a:ext uri="{FF2B5EF4-FFF2-40B4-BE49-F238E27FC236}">
                      <a16:creationId xmlns:a16="http://schemas.microsoft.com/office/drawing/2014/main" id="{B9BF68AD-BE97-91E7-70A2-8C53CEBA00E7}"/>
                    </a:ext>
                  </a:extLst>
                </p:cNvPr>
                <p:cNvSpPr txBox="1"/>
                <p:nvPr/>
              </p:nvSpPr>
              <p:spPr>
                <a:xfrm>
                  <a:off x="2456780" y="5162552"/>
                  <a:ext cx="4322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0" name="文本框 459">
                  <a:extLst>
                    <a:ext uri="{FF2B5EF4-FFF2-40B4-BE49-F238E27FC236}">
                      <a16:creationId xmlns:a16="http://schemas.microsoft.com/office/drawing/2014/main" id="{B9BF68AD-BE97-91E7-70A2-8C53CEBA00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6780" y="5162552"/>
                  <a:ext cx="432291" cy="400110"/>
                </a:xfrm>
                <a:prstGeom prst="rect">
                  <a:avLst/>
                </a:prstGeom>
                <a:blipFill>
                  <a:blip r:embed="rId25"/>
                  <a:stretch>
                    <a:fillRect l="-11268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1" name="文本框 460">
              <a:extLst>
                <a:ext uri="{FF2B5EF4-FFF2-40B4-BE49-F238E27FC236}">
                  <a16:creationId xmlns:a16="http://schemas.microsoft.com/office/drawing/2014/main" id="{97A765E8-64F8-CCC0-29DA-4B3418A82C2F}"/>
                </a:ext>
              </a:extLst>
            </p:cNvPr>
            <p:cNvSpPr txBox="1"/>
            <p:nvPr/>
          </p:nvSpPr>
          <p:spPr>
            <a:xfrm>
              <a:off x="896417" y="2386035"/>
              <a:ext cx="161874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000" dirty="0"/>
            </a:p>
          </p:txBody>
        </p:sp>
        <p:sp>
          <p:nvSpPr>
            <p:cNvPr id="462" name="Line 27">
              <a:extLst>
                <a:ext uri="{FF2B5EF4-FFF2-40B4-BE49-F238E27FC236}">
                  <a16:creationId xmlns:a16="http://schemas.microsoft.com/office/drawing/2014/main" id="{5D3A1D51-457E-649A-8494-4382DC6A7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9285" y="3436606"/>
              <a:ext cx="17352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7E05BEF2-AEAA-AF88-765A-64BE85A1E62D}"/>
                    </a:ext>
                  </a:extLst>
                </p:cNvPr>
                <p:cNvSpPr txBox="1"/>
                <p:nvPr/>
              </p:nvSpPr>
              <p:spPr>
                <a:xfrm>
                  <a:off x="2454847" y="3044504"/>
                  <a:ext cx="432291" cy="400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3" name="文本框 462">
                  <a:extLst>
                    <a:ext uri="{FF2B5EF4-FFF2-40B4-BE49-F238E27FC236}">
                      <a16:creationId xmlns:a16="http://schemas.microsoft.com/office/drawing/2014/main" id="{7E05BEF2-AEAA-AF88-765A-64BE85A1E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847" y="3044504"/>
                  <a:ext cx="432291" cy="400815"/>
                </a:xfrm>
                <a:prstGeom prst="rect">
                  <a:avLst/>
                </a:prstGeom>
                <a:blipFill>
                  <a:blip r:embed="rId26"/>
                  <a:stretch>
                    <a:fillRect l="-12676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7" name="Line 27">
              <a:extLst>
                <a:ext uri="{FF2B5EF4-FFF2-40B4-BE49-F238E27FC236}">
                  <a16:creationId xmlns:a16="http://schemas.microsoft.com/office/drawing/2014/main" id="{F7E03133-A0D7-4C79-838E-9282EBB3B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3416" y="3439446"/>
              <a:ext cx="2511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76" name="Line 27">
              <a:extLst>
                <a:ext uri="{FF2B5EF4-FFF2-40B4-BE49-F238E27FC236}">
                  <a16:creationId xmlns:a16="http://schemas.microsoft.com/office/drawing/2014/main" id="{D664660F-C50D-2463-524D-5A3717ED2C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44935" y="4088846"/>
              <a:ext cx="13196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77" name="Line 27">
              <a:extLst>
                <a:ext uri="{FF2B5EF4-FFF2-40B4-BE49-F238E27FC236}">
                  <a16:creationId xmlns:a16="http://schemas.microsoft.com/office/drawing/2014/main" id="{4DF6F279-6848-E90A-475E-CA4AE95F0A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876190" y="4571541"/>
              <a:ext cx="415452" cy="767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78" name="Line 27">
              <a:extLst>
                <a:ext uri="{FF2B5EF4-FFF2-40B4-BE49-F238E27FC236}">
                  <a16:creationId xmlns:a16="http://schemas.microsoft.com/office/drawing/2014/main" id="{E158A443-37C1-4F64-22E1-F598604EC1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85838" y="5274314"/>
              <a:ext cx="2399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79" name="Line 27">
              <a:extLst>
                <a:ext uri="{FF2B5EF4-FFF2-40B4-BE49-F238E27FC236}">
                  <a16:creationId xmlns:a16="http://schemas.microsoft.com/office/drawing/2014/main" id="{D376C746-25F6-B932-46CD-8D422C3E10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42125" y="5273874"/>
              <a:ext cx="2399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80" name="Line 27">
              <a:extLst>
                <a:ext uri="{FF2B5EF4-FFF2-40B4-BE49-F238E27FC236}">
                  <a16:creationId xmlns:a16="http://schemas.microsoft.com/office/drawing/2014/main" id="{68A516D0-E8B0-C47A-FE88-94351BD72D6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873305" y="4566859"/>
              <a:ext cx="421219" cy="7678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81" name="Line 27">
              <a:extLst>
                <a:ext uri="{FF2B5EF4-FFF2-40B4-BE49-F238E27FC236}">
                  <a16:creationId xmlns:a16="http://schemas.microsoft.com/office/drawing/2014/main" id="{BDCAC515-BDE7-C674-E57A-574EA199D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968" y="5384738"/>
              <a:ext cx="244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82" name="Line 27">
              <a:extLst>
                <a:ext uri="{FF2B5EF4-FFF2-40B4-BE49-F238E27FC236}">
                  <a16:creationId xmlns:a16="http://schemas.microsoft.com/office/drawing/2014/main" id="{3264BDB1-30F2-4B38-C49E-9C25CA86D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9862" y="5383786"/>
              <a:ext cx="1380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88" name="椭圆 487">
              <a:extLst>
                <a:ext uri="{FF2B5EF4-FFF2-40B4-BE49-F238E27FC236}">
                  <a16:creationId xmlns:a16="http://schemas.microsoft.com/office/drawing/2014/main" id="{3F898B2D-0C7F-2EB2-FAAC-B42DCA32F169}"/>
                </a:ext>
              </a:extLst>
            </p:cNvPr>
            <p:cNvSpPr/>
            <p:nvPr/>
          </p:nvSpPr>
          <p:spPr>
            <a:xfrm flipV="1">
              <a:off x="2425748" y="3399270"/>
              <a:ext cx="73230" cy="7651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89" name="Line 27">
              <a:extLst>
                <a:ext uri="{FF2B5EF4-FFF2-40B4-BE49-F238E27FC236}">
                  <a16:creationId xmlns:a16="http://schemas.microsoft.com/office/drawing/2014/main" id="{61D41B04-29D5-745C-DF33-BAB391C548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38135" y="4191744"/>
              <a:ext cx="2599728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90" name="等腰三角形 489">
              <a:extLst>
                <a:ext uri="{FF2B5EF4-FFF2-40B4-BE49-F238E27FC236}">
                  <a16:creationId xmlns:a16="http://schemas.microsoft.com/office/drawing/2014/main" id="{B1288104-5DF5-DAFD-6B76-BBED7BDC3857}"/>
                </a:ext>
              </a:extLst>
            </p:cNvPr>
            <p:cNvSpPr/>
            <p:nvPr/>
          </p:nvSpPr>
          <p:spPr>
            <a:xfrm rot="5400000">
              <a:off x="1921008" y="5235884"/>
              <a:ext cx="342104" cy="294917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91" name="椭圆 490">
              <a:extLst>
                <a:ext uri="{FF2B5EF4-FFF2-40B4-BE49-F238E27FC236}">
                  <a16:creationId xmlns:a16="http://schemas.microsoft.com/office/drawing/2014/main" id="{D9A811A4-6C7D-0C14-BD7B-380705ECF44B}"/>
                </a:ext>
              </a:extLst>
            </p:cNvPr>
            <p:cNvSpPr/>
            <p:nvPr/>
          </p:nvSpPr>
          <p:spPr>
            <a:xfrm flipV="1">
              <a:off x="2239519" y="5336148"/>
              <a:ext cx="93600" cy="9439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92" name="Line 27">
              <a:extLst>
                <a:ext uri="{FF2B5EF4-FFF2-40B4-BE49-F238E27FC236}">
                  <a16:creationId xmlns:a16="http://schemas.microsoft.com/office/drawing/2014/main" id="{E860C76F-41C7-3A02-FBFB-3A84670602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02872" y="4097065"/>
              <a:ext cx="13184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93" name="等腰三角形 492">
              <a:extLst>
                <a:ext uri="{FF2B5EF4-FFF2-40B4-BE49-F238E27FC236}">
                  <a16:creationId xmlns:a16="http://schemas.microsoft.com/office/drawing/2014/main" id="{0F4FFADB-C70D-B069-ACA4-F8C32CAF2B42}"/>
                </a:ext>
              </a:extLst>
            </p:cNvPr>
            <p:cNvSpPr/>
            <p:nvPr/>
          </p:nvSpPr>
          <p:spPr>
            <a:xfrm rot="5400000">
              <a:off x="1920432" y="3291989"/>
              <a:ext cx="342104" cy="294917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ACE816C2-90ED-CD58-35CA-248DC0C1E433}"/>
                </a:ext>
              </a:extLst>
            </p:cNvPr>
            <p:cNvSpPr/>
            <p:nvPr/>
          </p:nvSpPr>
          <p:spPr>
            <a:xfrm flipV="1">
              <a:off x="2238943" y="3390132"/>
              <a:ext cx="93600" cy="9439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5" name="文本框 494">
                  <a:extLst>
                    <a:ext uri="{FF2B5EF4-FFF2-40B4-BE49-F238E27FC236}">
                      <a16:creationId xmlns:a16="http://schemas.microsoft.com/office/drawing/2014/main" id="{F423CB66-027E-1D4F-7AFB-45512A2369C9}"/>
                    </a:ext>
                  </a:extLst>
                </p:cNvPr>
                <p:cNvSpPr txBox="1"/>
                <p:nvPr/>
              </p:nvSpPr>
              <p:spPr>
                <a:xfrm>
                  <a:off x="4729432" y="3249644"/>
                  <a:ext cx="4322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5" name="文本框 494">
                  <a:extLst>
                    <a:ext uri="{FF2B5EF4-FFF2-40B4-BE49-F238E27FC236}">
                      <a16:creationId xmlns:a16="http://schemas.microsoft.com/office/drawing/2014/main" id="{F423CB66-027E-1D4F-7AFB-45512A236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9432" y="3249644"/>
                  <a:ext cx="432291" cy="400110"/>
                </a:xfrm>
                <a:prstGeom prst="rect">
                  <a:avLst/>
                </a:prstGeom>
                <a:blipFill>
                  <a:blip r:embed="rId27"/>
                  <a:stretch>
                    <a:fillRect l="-2817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6" name="文本框 495">
              <a:extLst>
                <a:ext uri="{FF2B5EF4-FFF2-40B4-BE49-F238E27FC236}">
                  <a16:creationId xmlns:a16="http://schemas.microsoft.com/office/drawing/2014/main" id="{400CB5D5-96F0-8A6E-A2DE-513F85D1251F}"/>
                </a:ext>
              </a:extLst>
            </p:cNvPr>
            <p:cNvSpPr txBox="1"/>
            <p:nvPr/>
          </p:nvSpPr>
          <p:spPr>
            <a:xfrm>
              <a:off x="3016946" y="2383148"/>
              <a:ext cx="161874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000" dirty="0"/>
            </a:p>
          </p:txBody>
        </p:sp>
        <p:sp>
          <p:nvSpPr>
            <p:cNvPr id="497" name="Line 27">
              <a:extLst>
                <a:ext uri="{FF2B5EF4-FFF2-40B4-BE49-F238E27FC236}">
                  <a16:creationId xmlns:a16="http://schemas.microsoft.com/office/drawing/2014/main" id="{0559DD12-1E15-C69F-80D6-3F8AF4512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0390" y="3435163"/>
              <a:ext cx="3411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DAED9DEB-B717-C75B-A28A-FA0EC888F6FF}"/>
                    </a:ext>
                  </a:extLst>
                </p:cNvPr>
                <p:cNvSpPr txBox="1"/>
                <p:nvPr/>
              </p:nvSpPr>
              <p:spPr>
                <a:xfrm>
                  <a:off x="4729432" y="2861374"/>
                  <a:ext cx="432291" cy="400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DAED9DEB-B717-C75B-A28A-FA0EC888F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9432" y="2861374"/>
                  <a:ext cx="432291" cy="400815"/>
                </a:xfrm>
                <a:prstGeom prst="rect">
                  <a:avLst/>
                </a:prstGeom>
                <a:blipFill>
                  <a:blip r:embed="rId28"/>
                  <a:stretch>
                    <a:fillRect l="-2817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8" name="Line 27">
              <a:extLst>
                <a:ext uri="{FF2B5EF4-FFF2-40B4-BE49-F238E27FC236}">
                  <a16:creationId xmlns:a16="http://schemas.microsoft.com/office/drawing/2014/main" id="{5476737E-8E01-EDDE-E69F-3DAB88D289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34010" y="3246630"/>
              <a:ext cx="3799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09" name="椭圆 508">
              <a:extLst>
                <a:ext uri="{FF2B5EF4-FFF2-40B4-BE49-F238E27FC236}">
                  <a16:creationId xmlns:a16="http://schemas.microsoft.com/office/drawing/2014/main" id="{FAB7C0C3-AE54-142F-6BE4-52CE4EC6E0F7}"/>
                </a:ext>
              </a:extLst>
            </p:cNvPr>
            <p:cNvSpPr/>
            <p:nvPr/>
          </p:nvSpPr>
          <p:spPr>
            <a:xfrm flipV="1">
              <a:off x="3788369" y="3398302"/>
              <a:ext cx="73230" cy="7651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511" name="Line 27">
              <a:extLst>
                <a:ext uri="{FF2B5EF4-FFF2-40B4-BE49-F238E27FC236}">
                  <a16:creationId xmlns:a16="http://schemas.microsoft.com/office/drawing/2014/main" id="{7648DAB3-99CC-0333-6D26-92C13FDCFD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3996718" y="4568654"/>
              <a:ext cx="415452" cy="7679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46543BC9-5815-B3BB-F0C7-F4578A33B0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06366" y="5271427"/>
              <a:ext cx="23990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4" name="Line 27">
              <a:extLst>
                <a:ext uri="{FF2B5EF4-FFF2-40B4-BE49-F238E27FC236}">
                  <a16:creationId xmlns:a16="http://schemas.microsoft.com/office/drawing/2014/main" id="{B1C9525C-0D14-B86A-FF23-7E4FE55F9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496" y="5381851"/>
              <a:ext cx="2446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09AA131C-62D4-8839-C3A3-4CC5959A2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0390" y="5380899"/>
              <a:ext cx="1380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3255D61C-1EF3-B6E4-0FE7-6262F4C656E1}"/>
                </a:ext>
              </a:extLst>
            </p:cNvPr>
            <p:cNvSpPr/>
            <p:nvPr/>
          </p:nvSpPr>
          <p:spPr>
            <a:xfrm flipV="1">
              <a:off x="4546276" y="3396383"/>
              <a:ext cx="73230" cy="7651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:a16="http://schemas.microsoft.com/office/drawing/2014/main" id="{C9106B94-61C5-593C-4BB9-53133F69535C}"/>
                </a:ext>
              </a:extLst>
            </p:cNvPr>
            <p:cNvSpPr/>
            <p:nvPr/>
          </p:nvSpPr>
          <p:spPr>
            <a:xfrm rot="5400000">
              <a:off x="4039790" y="5232997"/>
              <a:ext cx="342104" cy="294917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3EDBB284-594A-2BA9-F46F-2B46A0BBEC6C}"/>
                </a:ext>
              </a:extLst>
            </p:cNvPr>
            <p:cNvSpPr/>
            <p:nvPr/>
          </p:nvSpPr>
          <p:spPr>
            <a:xfrm flipV="1">
              <a:off x="4360047" y="5333261"/>
              <a:ext cx="93600" cy="9439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3" name="Line 27">
              <a:extLst>
                <a:ext uri="{FF2B5EF4-FFF2-40B4-BE49-F238E27FC236}">
                  <a16:creationId xmlns:a16="http://schemas.microsoft.com/office/drawing/2014/main" id="{654D51B8-8663-E60E-E00E-4B2CA82135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23400" y="4094178"/>
              <a:ext cx="13184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4" name="等腰三角形 83">
              <a:extLst>
                <a:ext uri="{FF2B5EF4-FFF2-40B4-BE49-F238E27FC236}">
                  <a16:creationId xmlns:a16="http://schemas.microsoft.com/office/drawing/2014/main" id="{CAC8FA67-DAA1-DE62-641C-15BF556E3B19}"/>
                </a:ext>
              </a:extLst>
            </p:cNvPr>
            <p:cNvSpPr/>
            <p:nvPr/>
          </p:nvSpPr>
          <p:spPr>
            <a:xfrm rot="5400000">
              <a:off x="4040960" y="3289102"/>
              <a:ext cx="342104" cy="294917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FFA3573E-7C25-E9C2-742E-34FA0A759290}"/>
                </a:ext>
              </a:extLst>
            </p:cNvPr>
            <p:cNvSpPr/>
            <p:nvPr/>
          </p:nvSpPr>
          <p:spPr>
            <a:xfrm flipV="1">
              <a:off x="4359471" y="3389365"/>
              <a:ext cx="93600" cy="9439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3DC318C3-24F6-FBB5-4F2F-10E17977A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3932" y="3047175"/>
              <a:ext cx="9775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3998A737-C433-64C8-E481-B467848C0EF0}"/>
                    </a:ext>
                  </a:extLst>
                </p:cNvPr>
                <p:cNvSpPr txBox="1"/>
                <p:nvPr/>
              </p:nvSpPr>
              <p:spPr>
                <a:xfrm>
                  <a:off x="338990" y="3254126"/>
                  <a:ext cx="43229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3998A737-C433-64C8-E481-B467848C0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990" y="3254126"/>
                  <a:ext cx="432291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5083D935-832D-89EE-EA33-0918462A0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188" y="3439446"/>
              <a:ext cx="3005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B66D2F2-9A00-1D42-23B3-D8859EC9ED5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6051A168-AFA2-6BE9-AF39-6947E547AF8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2" name="箭头: 五边形 11">
                <a:extLst>
                  <a:ext uri="{FF2B5EF4-FFF2-40B4-BE49-F238E27FC236}">
                    <a16:creationId xmlns:a16="http://schemas.microsoft.com/office/drawing/2014/main" id="{5E35C542-8383-5916-F4E5-F53C8652F27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" name="箭头: V 形 12">
                <a:extLst>
                  <a:ext uri="{FF2B5EF4-FFF2-40B4-BE49-F238E27FC236}">
                    <a16:creationId xmlns:a16="http://schemas.microsoft.com/office/drawing/2014/main" id="{F9956B7E-D88E-B1B1-2DE6-7C58E0DD037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灯片编号占位符 3">
              <a:extLst>
                <a:ext uri="{FF2B5EF4-FFF2-40B4-BE49-F238E27FC236}">
                  <a16:creationId xmlns:a16="http://schemas.microsoft.com/office/drawing/2014/main" id="{F346CD82-5086-68FA-D9D9-885DC45EF6A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CA2C770-1C80-BAD0-158A-00669FC913F6}"/>
              </a:ext>
            </a:extLst>
          </p:cNvPr>
          <p:cNvGrpSpPr/>
          <p:nvPr/>
        </p:nvGrpSpPr>
        <p:grpSpPr>
          <a:xfrm>
            <a:off x="6896607" y="5170445"/>
            <a:ext cx="2768756" cy="940815"/>
            <a:chOff x="1091909" y="5064002"/>
            <a:chExt cx="2768756" cy="94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A3981B9-992B-D8A2-FE03-65634D26BAEC}"/>
                    </a:ext>
                  </a:extLst>
                </p:cNvPr>
                <p:cNvSpPr txBox="1"/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6A3981B9-992B-D8A2-FE03-65634D26B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1909" y="5542383"/>
                  <a:ext cx="539355" cy="462434"/>
                </a:xfrm>
                <a:prstGeom prst="rect">
                  <a:avLst/>
                </a:prstGeom>
                <a:blipFill>
                  <a:blip r:embed="rId30"/>
                  <a:stretch>
                    <a:fillRect l="-89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B30CE997-9D16-B871-3C19-3DADFC81B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409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AB106BA0-B07A-90D9-DF6C-831DD92C4784}"/>
                </a:ext>
              </a:extLst>
            </p:cNvPr>
            <p:cNvSpPr/>
            <p:nvPr/>
          </p:nvSpPr>
          <p:spPr>
            <a:xfrm rot="5400000">
              <a:off x="1894516" y="5607422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E4ED1CFD-0814-2219-E882-71B4DDA928CC}"/>
                </a:ext>
              </a:extLst>
            </p:cNvPr>
            <p:cNvSpPr/>
            <p:nvPr/>
          </p:nvSpPr>
          <p:spPr>
            <a:xfrm flipV="1">
              <a:off x="2291911" y="5732517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EC7B9189-013F-0FF3-1A46-77CB22460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081" y="5791401"/>
              <a:ext cx="3895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372A6DA6-5AE7-AF34-4212-817F10C01517}"/>
                </a:ext>
              </a:extLst>
            </p:cNvPr>
            <p:cNvSpPr/>
            <p:nvPr/>
          </p:nvSpPr>
          <p:spPr>
            <a:xfrm rot="5400000">
              <a:off x="2766188" y="5607423"/>
              <a:ext cx="426831" cy="367958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681EC66-68E5-400B-68E2-06C807C25933}"/>
                </a:ext>
              </a:extLst>
            </p:cNvPr>
            <p:cNvSpPr/>
            <p:nvPr/>
          </p:nvSpPr>
          <p:spPr>
            <a:xfrm flipV="1">
              <a:off x="3163583" y="5732518"/>
              <a:ext cx="112716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C11A2609-FE91-96E7-3E59-72E54C0A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299" y="5791401"/>
              <a:ext cx="2953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8" name="Line 27">
              <a:extLst>
                <a:ext uri="{FF2B5EF4-FFF2-40B4-BE49-F238E27FC236}">
                  <a16:creationId xmlns:a16="http://schemas.microsoft.com/office/drawing/2014/main" id="{BC3ABB3E-BD35-FCA8-30F4-B0B9752BF5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415899" y="5617376"/>
              <a:ext cx="3454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" name="椭圆 448">
              <a:extLst>
                <a:ext uri="{FF2B5EF4-FFF2-40B4-BE49-F238E27FC236}">
                  <a16:creationId xmlns:a16="http://schemas.microsoft.com/office/drawing/2014/main" id="{30F278CB-F02F-914C-82AD-98A15B16B1F0}"/>
                </a:ext>
              </a:extLst>
            </p:cNvPr>
            <p:cNvSpPr/>
            <p:nvPr/>
          </p:nvSpPr>
          <p:spPr>
            <a:xfrm flipV="1">
              <a:off x="2542922" y="5742351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50" name="Line 27">
              <a:extLst>
                <a:ext uri="{FF2B5EF4-FFF2-40B4-BE49-F238E27FC236}">
                  <a16:creationId xmlns:a16="http://schemas.microsoft.com/office/drawing/2014/main" id="{E1EEF087-141B-050E-DBFE-BFCB26F450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383379" y="5620991"/>
              <a:ext cx="35264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1" name="文本框 450">
                  <a:extLst>
                    <a:ext uri="{FF2B5EF4-FFF2-40B4-BE49-F238E27FC236}">
                      <a16:creationId xmlns:a16="http://schemas.microsoft.com/office/drawing/2014/main" id="{42B24470-51EB-677B-CF18-B76A862F4673}"/>
                    </a:ext>
                  </a:extLst>
                </p:cNvPr>
                <p:cNvSpPr txBox="1"/>
                <p:nvPr/>
              </p:nvSpPr>
              <p:spPr>
                <a:xfrm>
                  <a:off x="2348269" y="506400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1" name="文本框 450">
                  <a:extLst>
                    <a:ext uri="{FF2B5EF4-FFF2-40B4-BE49-F238E27FC236}">
                      <a16:creationId xmlns:a16="http://schemas.microsoft.com/office/drawing/2014/main" id="{42B24470-51EB-677B-CF18-B76A862F4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8269" y="5064002"/>
                  <a:ext cx="539355" cy="462434"/>
                </a:xfrm>
                <a:prstGeom prst="rect">
                  <a:avLst/>
                </a:prstGeom>
                <a:blipFill>
                  <a:blip r:embed="rId31"/>
                  <a:stretch>
                    <a:fillRect r="-22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2" name="文本框 451">
                  <a:extLst>
                    <a:ext uri="{FF2B5EF4-FFF2-40B4-BE49-F238E27FC236}">
                      <a16:creationId xmlns:a16="http://schemas.microsoft.com/office/drawing/2014/main" id="{33B41B1D-189A-AB92-062D-E060E2791EB5}"/>
                    </a:ext>
                  </a:extLst>
                </p:cNvPr>
                <p:cNvSpPr txBox="1"/>
                <p:nvPr/>
              </p:nvSpPr>
              <p:spPr>
                <a:xfrm>
                  <a:off x="3321310" y="506400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2" name="文本框 451">
                  <a:extLst>
                    <a:ext uri="{FF2B5EF4-FFF2-40B4-BE49-F238E27FC236}">
                      <a16:creationId xmlns:a16="http://schemas.microsoft.com/office/drawing/2014/main" id="{33B41B1D-189A-AB92-062D-E060E2791E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1310" y="5064002"/>
                  <a:ext cx="539355" cy="46166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54D50A-8EED-AAD8-586E-61ABA76D300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02DE31-194C-D7B6-94B0-0D5EFE80F536}"/>
              </a:ext>
            </a:extLst>
          </p:cNvPr>
          <p:cNvSpPr txBox="1"/>
          <p:nvPr/>
        </p:nvSpPr>
        <p:spPr>
          <a:xfrm>
            <a:off x="360000" y="828000"/>
            <a:ext cx="57570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5" name="组合 384">
            <a:extLst>
              <a:ext uri="{FF2B5EF4-FFF2-40B4-BE49-F238E27FC236}">
                <a16:creationId xmlns:a16="http://schemas.microsoft.com/office/drawing/2014/main" id="{D2CDFDD7-2FD6-9E6F-C9E0-C6C47A05A142}"/>
              </a:ext>
            </a:extLst>
          </p:cNvPr>
          <p:cNvGrpSpPr/>
          <p:nvPr/>
        </p:nvGrpSpPr>
        <p:grpSpPr>
          <a:xfrm>
            <a:off x="6300000" y="972000"/>
            <a:ext cx="6017158" cy="3958706"/>
            <a:chOff x="6300000" y="972000"/>
            <a:chExt cx="6017158" cy="39587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03437064-8BE9-0D5A-60F1-A62ACD377446}"/>
                    </a:ext>
                  </a:extLst>
                </p:cNvPr>
                <p:cNvSpPr txBox="1"/>
                <p:nvPr/>
              </p:nvSpPr>
              <p:spPr>
                <a:xfrm>
                  <a:off x="11032420" y="3183444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03437064-8BE9-0D5A-60F1-A62ACD3774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2420" y="3183444"/>
                  <a:ext cx="539355" cy="461665"/>
                </a:xfrm>
                <a:prstGeom prst="rect">
                  <a:avLst/>
                </a:prstGeom>
                <a:blipFill>
                  <a:blip r:embed="rId33"/>
                  <a:stretch>
                    <a:fillRect r="-2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7" name="Line 27">
              <a:extLst>
                <a:ext uri="{FF2B5EF4-FFF2-40B4-BE49-F238E27FC236}">
                  <a16:creationId xmlns:a16="http://schemas.microsoft.com/office/drawing/2014/main" id="{27096DF7-B466-C35F-A14C-E445EC69C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7063" y="3415949"/>
              <a:ext cx="11131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B1CE16E1-2B45-0DB3-2E61-3CE81ECB98F2}"/>
                    </a:ext>
                  </a:extLst>
                </p:cNvPr>
                <p:cNvSpPr txBox="1"/>
                <p:nvPr/>
              </p:nvSpPr>
              <p:spPr>
                <a:xfrm>
                  <a:off x="9671012" y="318649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B1CE16E1-2B45-0DB3-2E61-3CE81ECB9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71012" y="3186492"/>
                  <a:ext cx="539355" cy="46166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" name="文本框 388">
                  <a:extLst>
                    <a:ext uri="{FF2B5EF4-FFF2-40B4-BE49-F238E27FC236}">
                      <a16:creationId xmlns:a16="http://schemas.microsoft.com/office/drawing/2014/main" id="{C547B802-6339-33F8-CAB1-733DF30592DB}"/>
                    </a:ext>
                  </a:extLst>
                </p:cNvPr>
                <p:cNvSpPr txBox="1"/>
                <p:nvPr/>
              </p:nvSpPr>
              <p:spPr>
                <a:xfrm>
                  <a:off x="8939882" y="4434748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89" name="文本框 388">
                  <a:extLst>
                    <a:ext uri="{FF2B5EF4-FFF2-40B4-BE49-F238E27FC236}">
                      <a16:creationId xmlns:a16="http://schemas.microsoft.com/office/drawing/2014/main" id="{C547B802-6339-33F8-CAB1-733DF3059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9882" y="4434748"/>
                  <a:ext cx="539355" cy="462434"/>
                </a:xfrm>
                <a:prstGeom prst="rect">
                  <a:avLst/>
                </a:prstGeom>
                <a:blipFill>
                  <a:blip r:embed="rId35"/>
                  <a:stretch>
                    <a:fillRect l="-11364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0" name="Line 27">
              <a:extLst>
                <a:ext uri="{FF2B5EF4-FFF2-40B4-BE49-F238E27FC236}">
                  <a16:creationId xmlns:a16="http://schemas.microsoft.com/office/drawing/2014/main" id="{62FF5929-5A91-6752-0579-676852645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0674" y="3419551"/>
              <a:ext cx="1118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7661DFF0-7C54-3522-2A47-F8AA1034DF73}"/>
                    </a:ext>
                  </a:extLst>
                </p:cNvPr>
                <p:cNvSpPr txBox="1"/>
                <p:nvPr/>
              </p:nvSpPr>
              <p:spPr>
                <a:xfrm>
                  <a:off x="8386710" y="3187046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7661DFF0-7C54-3522-2A47-F8AA1034D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6710" y="3187046"/>
                  <a:ext cx="539355" cy="461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2" name="文本框 391">
                  <a:extLst>
                    <a:ext uri="{FF2B5EF4-FFF2-40B4-BE49-F238E27FC236}">
                      <a16:creationId xmlns:a16="http://schemas.microsoft.com/office/drawing/2014/main" id="{5ED2005C-1A29-5080-0BA4-FBCD149F72DB}"/>
                    </a:ext>
                  </a:extLst>
                </p:cNvPr>
                <p:cNvSpPr txBox="1"/>
                <p:nvPr/>
              </p:nvSpPr>
              <p:spPr>
                <a:xfrm>
                  <a:off x="7017589" y="3196682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92" name="文本框 391">
                  <a:extLst>
                    <a:ext uri="{FF2B5EF4-FFF2-40B4-BE49-F238E27FC236}">
                      <a16:creationId xmlns:a16="http://schemas.microsoft.com/office/drawing/2014/main" id="{5ED2005C-1A29-5080-0BA4-FBCD149F7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589" y="3196682"/>
                  <a:ext cx="539355" cy="462434"/>
                </a:xfrm>
                <a:prstGeom prst="rect">
                  <a:avLst/>
                </a:prstGeom>
                <a:blipFill>
                  <a:blip r:embed="rId37"/>
                  <a:stretch>
                    <a:fillRect r="-22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3" name="Line 27">
              <a:extLst>
                <a:ext uri="{FF2B5EF4-FFF2-40B4-BE49-F238E27FC236}">
                  <a16:creationId xmlns:a16="http://schemas.microsoft.com/office/drawing/2014/main" id="{8D08EBD7-6EAF-3D99-8D24-6463B35B09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27516" y="2235764"/>
              <a:ext cx="9195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4" name="文本框 393">
                  <a:extLst>
                    <a:ext uri="{FF2B5EF4-FFF2-40B4-BE49-F238E27FC236}">
                      <a16:creationId xmlns:a16="http://schemas.microsoft.com/office/drawing/2014/main" id="{3AB40564-E644-A7E6-C5E3-0E39CEE5A128}"/>
                    </a:ext>
                  </a:extLst>
                </p:cNvPr>
                <p:cNvSpPr txBox="1"/>
                <p:nvPr/>
              </p:nvSpPr>
              <p:spPr>
                <a:xfrm>
                  <a:off x="7058167" y="1350641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94" name="文本框 393">
                  <a:extLst>
                    <a:ext uri="{FF2B5EF4-FFF2-40B4-BE49-F238E27FC236}">
                      <a16:creationId xmlns:a16="http://schemas.microsoft.com/office/drawing/2014/main" id="{3AB40564-E644-A7E6-C5E3-0E39CEE5A1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167" y="1350641"/>
                  <a:ext cx="539355" cy="46166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5" name="文本框 394">
              <a:extLst>
                <a:ext uri="{FF2B5EF4-FFF2-40B4-BE49-F238E27FC236}">
                  <a16:creationId xmlns:a16="http://schemas.microsoft.com/office/drawing/2014/main" id="{85D08562-3A82-294B-DC7A-BAD287293489}"/>
                </a:ext>
              </a:extLst>
            </p:cNvPr>
            <p:cNvSpPr txBox="1"/>
            <p:nvPr/>
          </p:nvSpPr>
          <p:spPr>
            <a:xfrm>
              <a:off x="6995483" y="975602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B17DD79D-507D-B486-52B5-2FE38D33E083}"/>
                    </a:ext>
                  </a:extLst>
                </p:cNvPr>
                <p:cNvSpPr txBox="1"/>
                <p:nvPr/>
              </p:nvSpPr>
              <p:spPr>
                <a:xfrm>
                  <a:off x="8939882" y="1845700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B17DD79D-507D-B486-52B5-2FE38D33E0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39882" y="1845700"/>
                  <a:ext cx="539355" cy="462434"/>
                </a:xfrm>
                <a:prstGeom prst="rect">
                  <a:avLst/>
                </a:prstGeom>
                <a:blipFill>
                  <a:blip r:embed="rId39"/>
                  <a:stretch>
                    <a:fillRect l="-909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7" name="矩形 396">
                  <a:extLst>
                    <a:ext uri="{FF2B5EF4-FFF2-40B4-BE49-F238E27FC236}">
                      <a16:creationId xmlns:a16="http://schemas.microsoft.com/office/drawing/2014/main" id="{69E98400-7DC9-8E56-4D4E-35EC82D53460}"/>
                    </a:ext>
                  </a:extLst>
                </p:cNvPr>
                <p:cNvSpPr/>
                <p:nvPr/>
              </p:nvSpPr>
              <p:spPr>
                <a:xfrm>
                  <a:off x="6929251" y="2002368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ar-AE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ar-AE" dirty="0"/>
                </a:p>
              </p:txBody>
            </p:sp>
          </mc:Choice>
          <mc:Fallback>
            <p:sp>
              <p:nvSpPr>
                <p:cNvPr id="397" name="矩形 396">
                  <a:extLst>
                    <a:ext uri="{FF2B5EF4-FFF2-40B4-BE49-F238E27FC236}">
                      <a16:creationId xmlns:a16="http://schemas.microsoft.com/office/drawing/2014/main" id="{69E98400-7DC9-8E56-4D4E-35EC82D534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9251" y="2002368"/>
                  <a:ext cx="716034" cy="575079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8" name="Line 27">
              <a:extLst>
                <a:ext uri="{FF2B5EF4-FFF2-40B4-BE49-F238E27FC236}">
                  <a16:creationId xmlns:a16="http://schemas.microsoft.com/office/drawing/2014/main" id="{87EF4BF3-9BBA-8122-AE67-9B3D380F8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9573" y="2289907"/>
              <a:ext cx="26967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399" name="Line 27">
              <a:extLst>
                <a:ext uri="{FF2B5EF4-FFF2-40B4-BE49-F238E27FC236}">
                  <a16:creationId xmlns:a16="http://schemas.microsoft.com/office/drawing/2014/main" id="{4B054CB9-4B4D-2474-6D07-5242E8FC3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5285" y="2289907"/>
              <a:ext cx="42099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0" name="矩形 399">
                  <a:extLst>
                    <a:ext uri="{FF2B5EF4-FFF2-40B4-BE49-F238E27FC236}">
                      <a16:creationId xmlns:a16="http://schemas.microsoft.com/office/drawing/2014/main" id="{5FD94315-250A-8B21-2F3D-9DF6C1AAA126}"/>
                    </a:ext>
                  </a:extLst>
                </p:cNvPr>
                <p:cNvSpPr/>
                <p:nvPr/>
              </p:nvSpPr>
              <p:spPr>
                <a:xfrm>
                  <a:off x="7641869" y="3132012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400" name="矩形 399">
                  <a:extLst>
                    <a:ext uri="{FF2B5EF4-FFF2-40B4-BE49-F238E27FC236}">
                      <a16:creationId xmlns:a16="http://schemas.microsoft.com/office/drawing/2014/main" id="{5FD94315-250A-8B21-2F3D-9DF6C1AAA1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1869" y="3132012"/>
                  <a:ext cx="716034" cy="575079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1" name="椭圆 400">
              <a:extLst>
                <a:ext uri="{FF2B5EF4-FFF2-40B4-BE49-F238E27FC236}">
                  <a16:creationId xmlns:a16="http://schemas.microsoft.com/office/drawing/2014/main" id="{0CED5E8F-1214-D05F-5CA8-056696B98778}"/>
                </a:ext>
              </a:extLst>
            </p:cNvPr>
            <p:cNvSpPr/>
            <p:nvPr/>
          </p:nvSpPr>
          <p:spPr>
            <a:xfrm flipV="1">
              <a:off x="7509667" y="3359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02" name="Line 27">
              <a:extLst>
                <a:ext uri="{FF2B5EF4-FFF2-40B4-BE49-F238E27FC236}">
                  <a16:creationId xmlns:a16="http://schemas.microsoft.com/office/drawing/2014/main" id="{7F654A25-849A-698F-546D-3159739C017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575839" y="2714730"/>
              <a:ext cx="8531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03" name="椭圆 402">
              <a:extLst>
                <a:ext uri="{FF2B5EF4-FFF2-40B4-BE49-F238E27FC236}">
                  <a16:creationId xmlns:a16="http://schemas.microsoft.com/office/drawing/2014/main" id="{973ECB05-5F97-4062-294E-F36BF1923095}"/>
                </a:ext>
              </a:extLst>
            </p:cNvPr>
            <p:cNvSpPr/>
            <p:nvPr/>
          </p:nvSpPr>
          <p:spPr>
            <a:xfrm flipV="1">
              <a:off x="7957961" y="2242175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04" name="Line 27">
              <a:extLst>
                <a:ext uri="{FF2B5EF4-FFF2-40B4-BE49-F238E27FC236}">
                  <a16:creationId xmlns:a16="http://schemas.microsoft.com/office/drawing/2014/main" id="{E2BD8D7F-759B-F073-E22A-E29F1C7658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95894" y="3815249"/>
              <a:ext cx="216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05" name="Line 27">
              <a:extLst>
                <a:ext uri="{FF2B5EF4-FFF2-40B4-BE49-F238E27FC236}">
                  <a16:creationId xmlns:a16="http://schemas.microsoft.com/office/drawing/2014/main" id="{C6B97D66-B671-3FEF-94DF-6D2C4810C7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217911" y="3702382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06" name="Line 27">
              <a:extLst>
                <a:ext uri="{FF2B5EF4-FFF2-40B4-BE49-F238E27FC236}">
                  <a16:creationId xmlns:a16="http://schemas.microsoft.com/office/drawing/2014/main" id="{F2E58AC2-6ED0-444C-658C-F5AF3C4742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55649" y="4579208"/>
              <a:ext cx="299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07" name="Line 27">
              <a:extLst>
                <a:ext uri="{FF2B5EF4-FFF2-40B4-BE49-F238E27FC236}">
                  <a16:creationId xmlns:a16="http://schemas.microsoft.com/office/drawing/2014/main" id="{63673CAE-E1CC-6766-CCE2-CA023CD169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806474" y="4578623"/>
              <a:ext cx="2969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08" name="Line 27">
              <a:extLst>
                <a:ext uri="{FF2B5EF4-FFF2-40B4-BE49-F238E27FC236}">
                  <a16:creationId xmlns:a16="http://schemas.microsoft.com/office/drawing/2014/main" id="{7C894B96-C247-ABF8-F5CB-FD9EE55524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8219076" y="3696541"/>
              <a:ext cx="525541" cy="9580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09" name="Line 27">
              <a:extLst>
                <a:ext uri="{FF2B5EF4-FFF2-40B4-BE49-F238E27FC236}">
                  <a16:creationId xmlns:a16="http://schemas.microsoft.com/office/drawing/2014/main" id="{7F5F81CF-2560-4BB2-4558-132605604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8044" y="4716981"/>
              <a:ext cx="9673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5F5E0936-76A6-4499-C571-9ADAA277A209}"/>
                    </a:ext>
                  </a:extLst>
                </p:cNvPr>
                <p:cNvSpPr txBox="1"/>
                <p:nvPr/>
              </p:nvSpPr>
              <p:spPr>
                <a:xfrm>
                  <a:off x="7058166" y="2656232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5F5E0936-76A6-4499-C571-9ADAA277A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8166" y="2656232"/>
                  <a:ext cx="539355" cy="461665"/>
                </a:xfrm>
                <a:prstGeom prst="rect">
                  <a:avLst/>
                </a:prstGeom>
                <a:blipFill>
                  <a:blip r:embed="rId42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1" name="文本框 410">
                  <a:extLst>
                    <a:ext uri="{FF2B5EF4-FFF2-40B4-BE49-F238E27FC236}">
                      <a16:creationId xmlns:a16="http://schemas.microsoft.com/office/drawing/2014/main" id="{AB635564-D296-BE62-8F16-F55F9A9984F7}"/>
                    </a:ext>
                  </a:extLst>
                </p:cNvPr>
                <p:cNvSpPr txBox="1"/>
                <p:nvPr/>
              </p:nvSpPr>
              <p:spPr>
                <a:xfrm>
                  <a:off x="6300000" y="2058689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11" name="文本框 410">
                  <a:extLst>
                    <a:ext uri="{FF2B5EF4-FFF2-40B4-BE49-F238E27FC236}">
                      <a16:creationId xmlns:a16="http://schemas.microsoft.com/office/drawing/2014/main" id="{AB635564-D296-BE62-8F16-F55F9A9984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0000" y="2058689"/>
                  <a:ext cx="539355" cy="462434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2" name="椭圆 411">
              <a:extLst>
                <a:ext uri="{FF2B5EF4-FFF2-40B4-BE49-F238E27FC236}">
                  <a16:creationId xmlns:a16="http://schemas.microsoft.com/office/drawing/2014/main" id="{86A63734-6DFD-4A8B-426B-55EA9DE3ABD9}"/>
                </a:ext>
              </a:extLst>
            </p:cNvPr>
            <p:cNvSpPr/>
            <p:nvPr/>
          </p:nvSpPr>
          <p:spPr>
            <a:xfrm flipV="1">
              <a:off x="8903576" y="2239780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13" name="Line 27">
              <a:extLst>
                <a:ext uri="{FF2B5EF4-FFF2-40B4-BE49-F238E27FC236}">
                  <a16:creationId xmlns:a16="http://schemas.microsoft.com/office/drawing/2014/main" id="{DB057560-A2DF-90C6-70B3-2EA33C1BDF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96132" y="3228523"/>
              <a:ext cx="3243591" cy="0"/>
            </a:xfrm>
            <a:prstGeom prst="line">
              <a:avLst/>
            </a:prstGeom>
            <a:noFill/>
            <a:ln w="2540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14" name="Line 27">
              <a:extLst>
                <a:ext uri="{FF2B5EF4-FFF2-40B4-BE49-F238E27FC236}">
                  <a16:creationId xmlns:a16="http://schemas.microsoft.com/office/drawing/2014/main" id="{FFB03291-1D5C-1793-39DA-CC005DD5EC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26435" y="3110395"/>
              <a:ext cx="16449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15" name="等腰三角形 414">
              <a:extLst>
                <a:ext uri="{FF2B5EF4-FFF2-40B4-BE49-F238E27FC236}">
                  <a16:creationId xmlns:a16="http://schemas.microsoft.com/office/drawing/2014/main" id="{C664E1DE-8DD2-64D3-7372-EA9612525623}"/>
                </a:ext>
              </a:extLst>
            </p:cNvPr>
            <p:cNvSpPr/>
            <p:nvPr/>
          </p:nvSpPr>
          <p:spPr>
            <a:xfrm rot="5400000">
              <a:off x="8239770" y="2105929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16" name="椭圆 415">
              <a:extLst>
                <a:ext uri="{FF2B5EF4-FFF2-40B4-BE49-F238E27FC236}">
                  <a16:creationId xmlns:a16="http://schemas.microsoft.com/office/drawing/2014/main" id="{578D446A-41E0-16C1-3813-16CB49670389}"/>
                </a:ext>
              </a:extLst>
            </p:cNvPr>
            <p:cNvSpPr/>
            <p:nvPr/>
          </p:nvSpPr>
          <p:spPr>
            <a:xfrm flipV="1">
              <a:off x="8633346" y="2230221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7" name="文本框 416">
                  <a:extLst>
                    <a:ext uri="{FF2B5EF4-FFF2-40B4-BE49-F238E27FC236}">
                      <a16:creationId xmlns:a16="http://schemas.microsoft.com/office/drawing/2014/main" id="{8905743E-ECD6-6BAF-0A5A-8007F3F853BC}"/>
                    </a:ext>
                  </a:extLst>
                </p:cNvPr>
                <p:cNvSpPr txBox="1"/>
                <p:nvPr/>
              </p:nvSpPr>
              <p:spPr>
                <a:xfrm>
                  <a:off x="11777803" y="2053097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17" name="文本框 416">
                  <a:extLst>
                    <a:ext uri="{FF2B5EF4-FFF2-40B4-BE49-F238E27FC236}">
                      <a16:creationId xmlns:a16="http://schemas.microsoft.com/office/drawing/2014/main" id="{8905743E-ECD6-6BAF-0A5A-8007F3F85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77803" y="2053097"/>
                  <a:ext cx="539355" cy="462434"/>
                </a:xfrm>
                <a:prstGeom prst="rect">
                  <a:avLst/>
                </a:prstGeom>
                <a:blipFill>
                  <a:blip r:embed="rId44"/>
                  <a:stretch>
                    <a:fillRect l="-1124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8" name="文本框 417">
              <a:extLst>
                <a:ext uri="{FF2B5EF4-FFF2-40B4-BE49-F238E27FC236}">
                  <a16:creationId xmlns:a16="http://schemas.microsoft.com/office/drawing/2014/main" id="{AD42586C-2964-BA84-2F54-405B35C04FF6}"/>
                </a:ext>
              </a:extLst>
            </p:cNvPr>
            <p:cNvSpPr txBox="1"/>
            <p:nvPr/>
          </p:nvSpPr>
          <p:spPr>
            <a:xfrm>
              <a:off x="9641193" y="972000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9" name="文本框 418">
                  <a:extLst>
                    <a:ext uri="{FF2B5EF4-FFF2-40B4-BE49-F238E27FC236}">
                      <a16:creationId xmlns:a16="http://schemas.microsoft.com/office/drawing/2014/main" id="{9188DEC7-AB8F-0701-0400-DB564F01B4F9}"/>
                    </a:ext>
                  </a:extLst>
                </p:cNvPr>
                <p:cNvSpPr txBox="1"/>
                <p:nvPr/>
              </p:nvSpPr>
              <p:spPr>
                <a:xfrm>
                  <a:off x="11777803" y="1568665"/>
                  <a:ext cx="53935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19" name="文本框 418">
                  <a:extLst>
                    <a:ext uri="{FF2B5EF4-FFF2-40B4-BE49-F238E27FC236}">
                      <a16:creationId xmlns:a16="http://schemas.microsoft.com/office/drawing/2014/main" id="{9188DEC7-AB8F-0701-0400-DB564F01B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77803" y="1568665"/>
                  <a:ext cx="539355" cy="462434"/>
                </a:xfrm>
                <a:prstGeom prst="rect">
                  <a:avLst/>
                </a:prstGeom>
                <a:blipFill>
                  <a:blip r:embed="rId45"/>
                  <a:stretch>
                    <a:fillRect l="-1124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0" name="矩形 419">
                  <a:extLst>
                    <a:ext uri="{FF2B5EF4-FFF2-40B4-BE49-F238E27FC236}">
                      <a16:creationId xmlns:a16="http://schemas.microsoft.com/office/drawing/2014/main" id="{FA15228C-31C0-3DF1-F9E7-097B378480A8}"/>
                    </a:ext>
                  </a:extLst>
                </p:cNvPr>
                <p:cNvSpPr/>
                <p:nvPr/>
              </p:nvSpPr>
              <p:spPr>
                <a:xfrm>
                  <a:off x="9574961" y="1998766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baseline="-25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420" name="矩形 419">
                  <a:extLst>
                    <a:ext uri="{FF2B5EF4-FFF2-40B4-BE49-F238E27FC236}">
                      <a16:creationId xmlns:a16="http://schemas.microsoft.com/office/drawing/2014/main" id="{FA15228C-31C0-3DF1-F9E7-097B378480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4961" y="1998766"/>
                  <a:ext cx="716034" cy="575079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1" name="椭圆 420">
              <a:extLst>
                <a:ext uri="{FF2B5EF4-FFF2-40B4-BE49-F238E27FC236}">
                  <a16:creationId xmlns:a16="http://schemas.microsoft.com/office/drawing/2014/main" id="{D7C81F5F-6F47-EBF7-52E4-0C673325F70F}"/>
                </a:ext>
              </a:extLst>
            </p:cNvPr>
            <p:cNvSpPr/>
            <p:nvPr/>
          </p:nvSpPr>
          <p:spPr>
            <a:xfrm flipV="1">
              <a:off x="9863362" y="1845228"/>
              <a:ext cx="139231" cy="14547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3" name="Line 27">
              <a:extLst>
                <a:ext uri="{FF2B5EF4-FFF2-40B4-BE49-F238E27FC236}">
                  <a16:creationId xmlns:a16="http://schemas.microsoft.com/office/drawing/2014/main" id="{E810E689-7235-1A59-4B38-2F57A36840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871199" y="1790660"/>
              <a:ext cx="1235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24" name="Line 27">
              <a:extLst>
                <a:ext uri="{FF2B5EF4-FFF2-40B4-BE49-F238E27FC236}">
                  <a16:creationId xmlns:a16="http://schemas.microsoft.com/office/drawing/2014/main" id="{8A125B2F-E241-885A-C009-4DE07D8E4F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863856" y="2634465"/>
              <a:ext cx="1382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5" name="矩形 424">
                  <a:extLst>
                    <a:ext uri="{FF2B5EF4-FFF2-40B4-BE49-F238E27FC236}">
                      <a16:creationId xmlns:a16="http://schemas.microsoft.com/office/drawing/2014/main" id="{F86C64FA-730C-8242-D6DE-5DF6A81FF86F}"/>
                    </a:ext>
                  </a:extLst>
                </p:cNvPr>
                <p:cNvSpPr/>
                <p:nvPr/>
              </p:nvSpPr>
              <p:spPr>
                <a:xfrm>
                  <a:off x="10287579" y="3128410"/>
                  <a:ext cx="716034" cy="575079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TG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>
            <p:sp>
              <p:nvSpPr>
                <p:cNvPr id="425" name="矩形 424">
                  <a:extLst>
                    <a:ext uri="{FF2B5EF4-FFF2-40B4-BE49-F238E27FC236}">
                      <a16:creationId xmlns:a16="http://schemas.microsoft.com/office/drawing/2014/main" id="{F86C64FA-730C-8242-D6DE-5DF6A81FF8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7579" y="3128410"/>
                  <a:ext cx="716034" cy="575079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  <a:ln w="254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9D09C2F8-A03B-ECF2-67A1-D279838362EF}"/>
                </a:ext>
              </a:extLst>
            </p:cNvPr>
            <p:cNvSpPr/>
            <p:nvPr/>
          </p:nvSpPr>
          <p:spPr>
            <a:xfrm flipV="1">
              <a:off x="10157224" y="3359966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7" name="Line 27">
              <a:extLst>
                <a:ext uri="{FF2B5EF4-FFF2-40B4-BE49-F238E27FC236}">
                  <a16:creationId xmlns:a16="http://schemas.microsoft.com/office/drawing/2014/main" id="{B1AF90D9-D2A2-C01C-E36C-4F92E356D3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985420" y="2475000"/>
              <a:ext cx="132538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28" name="椭圆 427">
              <a:extLst>
                <a:ext uri="{FF2B5EF4-FFF2-40B4-BE49-F238E27FC236}">
                  <a16:creationId xmlns:a16="http://schemas.microsoft.com/office/drawing/2014/main" id="{EC51059F-8438-F433-B03B-579DB4CB3919}"/>
                </a:ext>
              </a:extLst>
            </p:cNvPr>
            <p:cNvSpPr/>
            <p:nvPr/>
          </p:nvSpPr>
          <p:spPr>
            <a:xfrm flipV="1">
              <a:off x="10603671" y="2238573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9" name="Line 27">
              <a:extLst>
                <a:ext uri="{FF2B5EF4-FFF2-40B4-BE49-F238E27FC236}">
                  <a16:creationId xmlns:a16="http://schemas.microsoft.com/office/drawing/2014/main" id="{184FA494-DD23-CD36-8F46-622875DEE2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41604" y="3811647"/>
              <a:ext cx="216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30" name="Line 27">
              <a:extLst>
                <a:ext uri="{FF2B5EF4-FFF2-40B4-BE49-F238E27FC236}">
                  <a16:creationId xmlns:a16="http://schemas.microsoft.com/office/drawing/2014/main" id="{55D44EC7-C2FA-6DF7-F14E-63C500A37A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0863621" y="3698780"/>
              <a:ext cx="518345" cy="95808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31" name="Line 27">
              <a:extLst>
                <a:ext uri="{FF2B5EF4-FFF2-40B4-BE49-F238E27FC236}">
                  <a16:creationId xmlns:a16="http://schemas.microsoft.com/office/drawing/2014/main" id="{B33F5896-3AFC-54CF-70A7-BF8EF55EA5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01359" y="4575606"/>
              <a:ext cx="29932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32" name="Line 27">
              <a:extLst>
                <a:ext uri="{FF2B5EF4-FFF2-40B4-BE49-F238E27FC236}">
                  <a16:creationId xmlns:a16="http://schemas.microsoft.com/office/drawing/2014/main" id="{BFB6DCFB-D4F3-B09A-107F-A6659FEECB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444953" y="4576248"/>
              <a:ext cx="2993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33" name="Line 27">
              <a:extLst>
                <a:ext uri="{FF2B5EF4-FFF2-40B4-BE49-F238E27FC236}">
                  <a16:creationId xmlns:a16="http://schemas.microsoft.com/office/drawing/2014/main" id="{E0FC4F8E-9610-E22C-2791-A0F8E56A5E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0860022" y="3692939"/>
              <a:ext cx="525541" cy="9580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34" name="Line 27">
              <a:extLst>
                <a:ext uri="{FF2B5EF4-FFF2-40B4-BE49-F238E27FC236}">
                  <a16:creationId xmlns:a16="http://schemas.microsoft.com/office/drawing/2014/main" id="{0A798992-A3E1-A66E-BAF9-9CFFD711E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3755" y="4713379"/>
              <a:ext cx="9508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5" name="文本框 434">
                  <a:extLst>
                    <a:ext uri="{FF2B5EF4-FFF2-40B4-BE49-F238E27FC236}">
                      <a16:creationId xmlns:a16="http://schemas.microsoft.com/office/drawing/2014/main" id="{590D6FEF-C09E-CB01-CC5B-11931D88785B}"/>
                    </a:ext>
                  </a:extLst>
                </p:cNvPr>
                <p:cNvSpPr txBox="1"/>
                <p:nvPr/>
              </p:nvSpPr>
              <p:spPr>
                <a:xfrm>
                  <a:off x="9703877" y="1347039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35" name="文本框 434">
                  <a:extLst>
                    <a:ext uri="{FF2B5EF4-FFF2-40B4-BE49-F238E27FC236}">
                      <a16:creationId xmlns:a16="http://schemas.microsoft.com/office/drawing/2014/main" id="{590D6FEF-C09E-CB01-CC5B-11931D887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877" y="1347039"/>
                  <a:ext cx="539355" cy="461665"/>
                </a:xfrm>
                <a:prstGeom prst="rect">
                  <a:avLst/>
                </a:prstGeom>
                <a:blipFill>
                  <a:blip r:embed="rId48"/>
                  <a:stretch>
                    <a:fillRect r="-34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6" name="文本框 435">
                  <a:extLst>
                    <a:ext uri="{FF2B5EF4-FFF2-40B4-BE49-F238E27FC236}">
                      <a16:creationId xmlns:a16="http://schemas.microsoft.com/office/drawing/2014/main" id="{E49CCEBF-E05E-29C8-8EFB-A84F8D1F7931}"/>
                    </a:ext>
                  </a:extLst>
                </p:cNvPr>
                <p:cNvSpPr txBox="1"/>
                <p:nvPr/>
              </p:nvSpPr>
              <p:spPr>
                <a:xfrm>
                  <a:off x="9703876" y="2652630"/>
                  <a:ext cx="53935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36" name="文本框 435">
                  <a:extLst>
                    <a:ext uri="{FF2B5EF4-FFF2-40B4-BE49-F238E27FC236}">
                      <a16:creationId xmlns:a16="http://schemas.microsoft.com/office/drawing/2014/main" id="{E49CCEBF-E05E-29C8-8EFB-A84F8D1F7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876" y="2652630"/>
                  <a:ext cx="539355" cy="461665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7" name="椭圆 436">
              <a:extLst>
                <a:ext uri="{FF2B5EF4-FFF2-40B4-BE49-F238E27FC236}">
                  <a16:creationId xmlns:a16="http://schemas.microsoft.com/office/drawing/2014/main" id="{27D0FBAB-6B75-BBD9-53F2-F7766715F836}"/>
                </a:ext>
              </a:extLst>
            </p:cNvPr>
            <p:cNvSpPr/>
            <p:nvPr/>
          </p:nvSpPr>
          <p:spPr>
            <a:xfrm flipV="1">
              <a:off x="11549286" y="2236178"/>
              <a:ext cx="91367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38" name="Line 27">
              <a:extLst>
                <a:ext uri="{FF2B5EF4-FFF2-40B4-BE49-F238E27FC236}">
                  <a16:creationId xmlns:a16="http://schemas.microsoft.com/office/drawing/2014/main" id="{39AA8BF5-522C-61E6-46E1-CDA5756DE3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72145" y="3106793"/>
              <a:ext cx="16449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439" name="Line 27">
              <a:extLst>
                <a:ext uri="{FF2B5EF4-FFF2-40B4-BE49-F238E27FC236}">
                  <a16:creationId xmlns:a16="http://schemas.microsoft.com/office/drawing/2014/main" id="{D7B21712-B872-8C49-A6F0-D8704C739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35565" y="1800483"/>
              <a:ext cx="121970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dirty="0"/>
            </a:p>
          </p:txBody>
        </p:sp>
        <p:sp>
          <p:nvSpPr>
            <p:cNvPr id="440" name="椭圆 439">
              <a:extLst>
                <a:ext uri="{FF2B5EF4-FFF2-40B4-BE49-F238E27FC236}">
                  <a16:creationId xmlns:a16="http://schemas.microsoft.com/office/drawing/2014/main" id="{77426C6F-97AC-0E84-5D69-A6B27DD913F2}"/>
                </a:ext>
              </a:extLst>
            </p:cNvPr>
            <p:cNvSpPr/>
            <p:nvPr/>
          </p:nvSpPr>
          <p:spPr>
            <a:xfrm flipV="1">
              <a:off x="7227867" y="187189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41" name="等腰三角形 440">
              <a:extLst>
                <a:ext uri="{FF2B5EF4-FFF2-40B4-BE49-F238E27FC236}">
                  <a16:creationId xmlns:a16="http://schemas.microsoft.com/office/drawing/2014/main" id="{2D5EBFCB-3086-3439-6E0F-FE2B42DCC82E}"/>
                </a:ext>
              </a:extLst>
            </p:cNvPr>
            <p:cNvSpPr/>
            <p:nvPr/>
          </p:nvSpPr>
          <p:spPr>
            <a:xfrm rot="5400000">
              <a:off x="8235951" y="453331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42" name="椭圆 441">
              <a:extLst>
                <a:ext uri="{FF2B5EF4-FFF2-40B4-BE49-F238E27FC236}">
                  <a16:creationId xmlns:a16="http://schemas.microsoft.com/office/drawing/2014/main" id="{3EFE12EB-5111-9129-EC8D-1E2E19AC69E6}"/>
                </a:ext>
              </a:extLst>
            </p:cNvPr>
            <p:cNvSpPr/>
            <p:nvPr/>
          </p:nvSpPr>
          <p:spPr>
            <a:xfrm flipV="1">
              <a:off x="8629527" y="4657172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43" name="等腰三角形 442">
              <a:extLst>
                <a:ext uri="{FF2B5EF4-FFF2-40B4-BE49-F238E27FC236}">
                  <a16:creationId xmlns:a16="http://schemas.microsoft.com/office/drawing/2014/main" id="{B3421297-9452-2F51-6A64-139FED774291}"/>
                </a:ext>
              </a:extLst>
            </p:cNvPr>
            <p:cNvSpPr/>
            <p:nvPr/>
          </p:nvSpPr>
          <p:spPr>
            <a:xfrm rot="5400000">
              <a:off x="10916556" y="4528732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A27682A6-F49A-C0E7-BB32-1F0D256AAFBA}"/>
                </a:ext>
              </a:extLst>
            </p:cNvPr>
            <p:cNvSpPr/>
            <p:nvPr/>
          </p:nvSpPr>
          <p:spPr>
            <a:xfrm flipV="1">
              <a:off x="11310132" y="4653783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45" name="等腰三角形 444">
              <a:extLst>
                <a:ext uri="{FF2B5EF4-FFF2-40B4-BE49-F238E27FC236}">
                  <a16:creationId xmlns:a16="http://schemas.microsoft.com/office/drawing/2014/main" id="{8C02E39A-EB90-F0FC-1DBB-1F33B585956C}"/>
                </a:ext>
              </a:extLst>
            </p:cNvPr>
            <p:cNvSpPr/>
            <p:nvPr/>
          </p:nvSpPr>
          <p:spPr>
            <a:xfrm rot="5400000">
              <a:off x="10890415" y="2105647"/>
              <a:ext cx="426831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46" name="椭圆 445">
              <a:extLst>
                <a:ext uri="{FF2B5EF4-FFF2-40B4-BE49-F238E27FC236}">
                  <a16:creationId xmlns:a16="http://schemas.microsoft.com/office/drawing/2014/main" id="{A7431D50-C844-486F-B397-758186681561}"/>
                </a:ext>
              </a:extLst>
            </p:cNvPr>
            <p:cNvSpPr/>
            <p:nvPr/>
          </p:nvSpPr>
          <p:spPr>
            <a:xfrm flipV="1">
              <a:off x="11286040" y="2230199"/>
              <a:ext cx="118800" cy="11776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843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B0BB-EBA3-B42C-33B3-1522FA543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2">
            <a:extLst>
              <a:ext uri="{FF2B5EF4-FFF2-40B4-BE49-F238E27FC236}">
                <a16:creationId xmlns:a16="http://schemas.microsoft.com/office/drawing/2014/main" id="{B90DFC77-D30D-D0B1-654A-030B3E02969D}"/>
              </a:ext>
            </a:extLst>
          </p:cNvPr>
          <p:cNvGrpSpPr>
            <a:grpSpLocks/>
          </p:cNvGrpSpPr>
          <p:nvPr/>
        </p:nvGrpSpPr>
        <p:grpSpPr bwMode="auto">
          <a:xfrm>
            <a:off x="1985584" y="2145600"/>
            <a:ext cx="3757613" cy="3501956"/>
            <a:chOff x="2462" y="1380"/>
            <a:chExt cx="2367" cy="561"/>
          </a:xfrm>
        </p:grpSpPr>
        <p:sp>
          <p:nvSpPr>
            <p:cNvPr id="34" name="Line 3">
              <a:extLst>
                <a:ext uri="{FF2B5EF4-FFF2-40B4-BE49-F238E27FC236}">
                  <a16:creationId xmlns:a16="http://schemas.microsoft.com/office/drawing/2014/main" id="{6BFCB19A-78A7-4B09-A28D-C58A74F3C0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2" y="1380"/>
              <a:ext cx="0" cy="56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4">
              <a:extLst>
                <a:ext uri="{FF2B5EF4-FFF2-40B4-BE49-F238E27FC236}">
                  <a16:creationId xmlns:a16="http://schemas.microsoft.com/office/drawing/2014/main" id="{891B2F4D-83F3-F777-5109-7BBDF2513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5" y="1380"/>
              <a:ext cx="0" cy="56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5">
              <a:extLst>
                <a:ext uri="{FF2B5EF4-FFF2-40B4-BE49-F238E27FC236}">
                  <a16:creationId xmlns:a16="http://schemas.microsoft.com/office/drawing/2014/main" id="{81128E79-1E78-511D-C74D-8094DCC9F6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9" y="1380"/>
              <a:ext cx="0" cy="56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6">
              <a:extLst>
                <a:ext uri="{FF2B5EF4-FFF2-40B4-BE49-F238E27FC236}">
                  <a16:creationId xmlns:a16="http://schemas.microsoft.com/office/drawing/2014/main" id="{B2847750-1F18-6C8B-1CBB-25147968BE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2" y="1380"/>
              <a:ext cx="0" cy="56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73BCBEC1-6953-B1B7-59D9-A2E6ECFA04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1380"/>
              <a:ext cx="0" cy="56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8">
              <a:extLst>
                <a:ext uri="{FF2B5EF4-FFF2-40B4-BE49-F238E27FC236}">
                  <a16:creationId xmlns:a16="http://schemas.microsoft.com/office/drawing/2014/main" id="{7F28B76E-4306-CA7A-3620-5A450BB03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9" y="1380"/>
              <a:ext cx="0" cy="561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587F651-5270-C73D-3029-67C7F44BFC9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6890758-869D-C52B-9C10-ED8516A120A7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E078AA16-3FB3-A1C4-BC3D-89E16519D35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FEB2B7D5-E4EE-2506-4D66-0AA853FF396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C0AEB685-92FD-3A50-DFCB-F2582283F73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2ACF9952-6179-0956-2645-1B69DE57B065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59204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特性方程为：</a:t>
                </a:r>
                <a:r>
                  <a:rPr lang="en-US" altLang="zh-CN" sz="24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4" name="文本框 383">
                <a:extLst>
                  <a:ext uri="{FF2B5EF4-FFF2-40B4-BE49-F238E27FC236}">
                    <a16:creationId xmlns:a16="http://schemas.microsoft.com/office/drawing/2014/main" id="{2ACF9952-6179-0956-2645-1B69DE57B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5920408" cy="461665"/>
              </a:xfrm>
              <a:prstGeom prst="rect">
                <a:avLst/>
              </a:prstGeom>
              <a:blipFill>
                <a:blip r:embed="rId3"/>
                <a:stretch>
                  <a:fillRect l="-1339"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FF52D94B-1911-1439-CB4F-1EAC19591508}"/>
              </a:ext>
            </a:extLst>
          </p:cNvPr>
          <p:cNvGrpSpPr/>
          <p:nvPr/>
        </p:nvGrpSpPr>
        <p:grpSpPr>
          <a:xfrm>
            <a:off x="6746591" y="966939"/>
            <a:ext cx="5155575" cy="2868649"/>
            <a:chOff x="6746591" y="966939"/>
            <a:chExt cx="5155575" cy="2868649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E1528F1-1B5C-131A-0677-3C7EAD67B970}"/>
                </a:ext>
              </a:extLst>
            </p:cNvPr>
            <p:cNvSpPr txBox="1"/>
            <p:nvPr/>
          </p:nvSpPr>
          <p:spPr>
            <a:xfrm>
              <a:off x="6994800" y="970541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主锁存器</a:t>
              </a:r>
              <a:endParaRPr lang="zh-CN" altLang="en-US" sz="2400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79C48929-564B-BA26-26BD-76FE98919A90}"/>
                </a:ext>
              </a:extLst>
            </p:cNvPr>
            <p:cNvSpPr txBox="1"/>
            <p:nvPr/>
          </p:nvSpPr>
          <p:spPr>
            <a:xfrm>
              <a:off x="9640800" y="966939"/>
              <a:ext cx="20196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从锁存器</a:t>
              </a:r>
              <a:endParaRPr lang="zh-CN" altLang="en-US" sz="2400" dirty="0"/>
            </a:p>
          </p:txBody>
        </p:sp>
        <p:sp>
          <p:nvSpPr>
            <p:cNvPr id="466" name="Line 27">
              <a:extLst>
                <a:ext uri="{FF2B5EF4-FFF2-40B4-BE49-F238E27FC236}">
                  <a16:creationId xmlns:a16="http://schemas.microsoft.com/office/drawing/2014/main" id="{2416D8B5-72DE-1296-0926-7573B85DBF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24377" y="3123397"/>
              <a:ext cx="9619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5F12787-8EA4-1F51-9500-1998A0650CEC}"/>
                    </a:ext>
                  </a:extLst>
                </p:cNvPr>
                <p:cNvSpPr txBox="1"/>
                <p:nvPr/>
              </p:nvSpPr>
              <p:spPr>
                <a:xfrm>
                  <a:off x="6746591" y="3373154"/>
                  <a:ext cx="597720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25F12787-8EA4-1F51-9500-1998A0650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6591" y="3373154"/>
                  <a:ext cx="597720" cy="462434"/>
                </a:xfrm>
                <a:prstGeom prst="rect">
                  <a:avLst/>
                </a:prstGeom>
                <a:blipFill>
                  <a:blip r:embed="rId4"/>
                  <a:stretch>
                    <a:fillRect l="-40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F4441714-9300-B05D-2445-9A769A0989D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9062516" y="3136734"/>
              <a:ext cx="98233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CB62F95E-2652-DBEE-6ACF-433D7FFA0ADA}"/>
                </a:ext>
              </a:extLst>
            </p:cNvPr>
            <p:cNvSpPr/>
            <p:nvPr/>
          </p:nvSpPr>
          <p:spPr>
            <a:xfrm rot="10800000" flipV="1">
              <a:off x="7467597" y="2930961"/>
              <a:ext cx="473019" cy="367958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D4A3267-2210-D13D-490B-B96198C97F7B}"/>
                </a:ext>
              </a:extLst>
            </p:cNvPr>
            <p:cNvSpPr/>
            <p:nvPr/>
          </p:nvSpPr>
          <p:spPr>
            <a:xfrm rot="16200000">
              <a:off x="7648001" y="2818802"/>
              <a:ext cx="112716" cy="111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8363F35-AF5B-6608-8E30-1EF89635D5ED}"/>
                </a:ext>
              </a:extLst>
            </p:cNvPr>
            <p:cNvSpPr/>
            <p:nvPr/>
          </p:nvSpPr>
          <p:spPr>
            <a:xfrm>
              <a:off x="8045335" y="1574878"/>
              <a:ext cx="1039280" cy="137815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A05831BD-5DA3-1EC2-D55E-283365772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3680" y="1883439"/>
              <a:ext cx="811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0C9B9A66-66B1-8C82-AE5B-9313B734C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95098" y="2653527"/>
              <a:ext cx="350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8" name="文本框 447">
                  <a:extLst>
                    <a:ext uri="{FF2B5EF4-FFF2-40B4-BE49-F238E27FC236}">
                      <a16:creationId xmlns:a16="http://schemas.microsoft.com/office/drawing/2014/main" id="{31D9067D-A066-0E67-F1E5-AEF7A0AB2D17}"/>
                    </a:ext>
                  </a:extLst>
                </p:cNvPr>
                <p:cNvSpPr txBox="1"/>
                <p:nvPr/>
              </p:nvSpPr>
              <p:spPr>
                <a:xfrm>
                  <a:off x="8101989" y="1629978"/>
                  <a:ext cx="4968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48" name="文本框 447">
                  <a:extLst>
                    <a:ext uri="{FF2B5EF4-FFF2-40B4-BE49-F238E27FC236}">
                      <a16:creationId xmlns:a16="http://schemas.microsoft.com/office/drawing/2014/main" id="{31D9067D-A066-0E67-F1E5-AEF7A0AB2D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1989" y="1629978"/>
                  <a:ext cx="496868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170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9" name="文本框 448">
                  <a:extLst>
                    <a:ext uri="{FF2B5EF4-FFF2-40B4-BE49-F238E27FC236}">
                      <a16:creationId xmlns:a16="http://schemas.microsoft.com/office/drawing/2014/main" id="{910CAA71-3D33-A9FF-09F3-771872539924}"/>
                    </a:ext>
                  </a:extLst>
                </p:cNvPr>
                <p:cNvSpPr txBox="1"/>
                <p:nvPr/>
              </p:nvSpPr>
              <p:spPr>
                <a:xfrm>
                  <a:off x="8095495" y="2422694"/>
                  <a:ext cx="4968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49" name="文本框 448">
                  <a:extLst>
                    <a:ext uri="{FF2B5EF4-FFF2-40B4-BE49-F238E27FC236}">
                      <a16:creationId xmlns:a16="http://schemas.microsoft.com/office/drawing/2014/main" id="{910CAA71-3D33-A9FF-09F3-7718725399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5495" y="2422694"/>
                  <a:ext cx="49686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46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0" name="Line 27">
              <a:extLst>
                <a:ext uri="{FF2B5EF4-FFF2-40B4-BE49-F238E27FC236}">
                  <a16:creationId xmlns:a16="http://schemas.microsoft.com/office/drawing/2014/main" id="{79A27F70-4336-0512-8491-F7D4EE7CB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91191" y="1883439"/>
              <a:ext cx="1027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51" name="Line 27">
              <a:extLst>
                <a:ext uri="{FF2B5EF4-FFF2-40B4-BE49-F238E27FC236}">
                  <a16:creationId xmlns:a16="http://schemas.microsoft.com/office/drawing/2014/main" id="{43D547BF-D196-1EE5-3708-20118AE2B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41669" y="2653526"/>
              <a:ext cx="5767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52" name="椭圆 451">
              <a:extLst>
                <a:ext uri="{FF2B5EF4-FFF2-40B4-BE49-F238E27FC236}">
                  <a16:creationId xmlns:a16="http://schemas.microsoft.com/office/drawing/2014/main" id="{5C9F78EB-3EBD-A2EA-A764-2C036A2B7A66}"/>
                </a:ext>
              </a:extLst>
            </p:cNvPr>
            <p:cNvSpPr/>
            <p:nvPr/>
          </p:nvSpPr>
          <p:spPr>
            <a:xfrm flipV="1">
              <a:off x="9091192" y="2592881"/>
              <a:ext cx="111600" cy="1116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3" name="文本框 452">
                  <a:extLst>
                    <a:ext uri="{FF2B5EF4-FFF2-40B4-BE49-F238E27FC236}">
                      <a16:creationId xmlns:a16="http://schemas.microsoft.com/office/drawing/2014/main" id="{7A8182F9-F48C-2DD3-873A-345F70C0BECB}"/>
                    </a:ext>
                  </a:extLst>
                </p:cNvPr>
                <p:cNvSpPr txBox="1"/>
                <p:nvPr/>
              </p:nvSpPr>
              <p:spPr>
                <a:xfrm>
                  <a:off x="6844169" y="1649570"/>
                  <a:ext cx="4968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3" name="文本框 452">
                  <a:extLst>
                    <a:ext uri="{FF2B5EF4-FFF2-40B4-BE49-F238E27FC236}">
                      <a16:creationId xmlns:a16="http://schemas.microsoft.com/office/drawing/2014/main" id="{7A8182F9-F48C-2DD3-873A-345F70C0BE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4169" y="1649570"/>
                  <a:ext cx="496868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23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4" name="矩形 453">
              <a:extLst>
                <a:ext uri="{FF2B5EF4-FFF2-40B4-BE49-F238E27FC236}">
                  <a16:creationId xmlns:a16="http://schemas.microsoft.com/office/drawing/2014/main" id="{3A0B5558-7D59-6C99-D20B-AE551938A7CD}"/>
                </a:ext>
              </a:extLst>
            </p:cNvPr>
            <p:cNvSpPr/>
            <p:nvPr/>
          </p:nvSpPr>
          <p:spPr>
            <a:xfrm>
              <a:off x="10118415" y="1574878"/>
              <a:ext cx="1039280" cy="137815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5" name="文本框 454">
                  <a:extLst>
                    <a:ext uri="{FF2B5EF4-FFF2-40B4-BE49-F238E27FC236}">
                      <a16:creationId xmlns:a16="http://schemas.microsoft.com/office/drawing/2014/main" id="{AC4E4779-8318-FD4C-F8AD-0E8E3EC76DD7}"/>
                    </a:ext>
                  </a:extLst>
                </p:cNvPr>
                <p:cNvSpPr txBox="1"/>
                <p:nvPr/>
              </p:nvSpPr>
              <p:spPr>
                <a:xfrm>
                  <a:off x="10175069" y="1629978"/>
                  <a:ext cx="4968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55" name="文本框 454">
                  <a:extLst>
                    <a:ext uri="{FF2B5EF4-FFF2-40B4-BE49-F238E27FC236}">
                      <a16:creationId xmlns:a16="http://schemas.microsoft.com/office/drawing/2014/main" id="{AC4E4779-8318-FD4C-F8AD-0E8E3EC76D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5069" y="1629978"/>
                  <a:ext cx="496868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70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6" name="文本框 455">
                  <a:extLst>
                    <a:ext uri="{FF2B5EF4-FFF2-40B4-BE49-F238E27FC236}">
                      <a16:creationId xmlns:a16="http://schemas.microsoft.com/office/drawing/2014/main" id="{13DD780C-6F42-5A92-858F-5456862851D2}"/>
                    </a:ext>
                  </a:extLst>
                </p:cNvPr>
                <p:cNvSpPr txBox="1"/>
                <p:nvPr/>
              </p:nvSpPr>
              <p:spPr>
                <a:xfrm>
                  <a:off x="10168575" y="2422694"/>
                  <a:ext cx="49686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56" name="文本框 455">
                  <a:extLst>
                    <a:ext uri="{FF2B5EF4-FFF2-40B4-BE49-F238E27FC236}">
                      <a16:creationId xmlns:a16="http://schemas.microsoft.com/office/drawing/2014/main" id="{13DD780C-6F42-5A92-858F-5456862851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8575" y="2422694"/>
                  <a:ext cx="496868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34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7" name="Line 27">
              <a:extLst>
                <a:ext uri="{FF2B5EF4-FFF2-40B4-BE49-F238E27FC236}">
                  <a16:creationId xmlns:a16="http://schemas.microsoft.com/office/drawing/2014/main" id="{DC589BBD-55AD-8AF0-8AC7-BF0DED187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57695" y="1883439"/>
              <a:ext cx="289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58" name="Line 27">
              <a:extLst>
                <a:ext uri="{FF2B5EF4-FFF2-40B4-BE49-F238E27FC236}">
                  <a16:creationId xmlns:a16="http://schemas.microsoft.com/office/drawing/2014/main" id="{339B9EFA-D534-E9BB-7CBA-4C01DEA20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57695" y="2653526"/>
              <a:ext cx="2896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59" name="椭圆 458">
              <a:extLst>
                <a:ext uri="{FF2B5EF4-FFF2-40B4-BE49-F238E27FC236}">
                  <a16:creationId xmlns:a16="http://schemas.microsoft.com/office/drawing/2014/main" id="{D33D8D02-62CB-FE65-E881-C9994FE87A83}"/>
                </a:ext>
              </a:extLst>
            </p:cNvPr>
            <p:cNvSpPr/>
            <p:nvPr/>
          </p:nvSpPr>
          <p:spPr>
            <a:xfrm flipV="1">
              <a:off x="11164272" y="2592881"/>
              <a:ext cx="128649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4" name="文本框 463">
                  <a:extLst>
                    <a:ext uri="{FF2B5EF4-FFF2-40B4-BE49-F238E27FC236}">
                      <a16:creationId xmlns:a16="http://schemas.microsoft.com/office/drawing/2014/main" id="{6E78ED61-94B6-07FB-DF0D-7C39C587F942}"/>
                    </a:ext>
                  </a:extLst>
                </p:cNvPr>
                <p:cNvSpPr txBox="1"/>
                <p:nvPr/>
              </p:nvSpPr>
              <p:spPr>
                <a:xfrm>
                  <a:off x="11394522" y="1624461"/>
                  <a:ext cx="507644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4" name="文本框 463">
                  <a:extLst>
                    <a:ext uri="{FF2B5EF4-FFF2-40B4-BE49-F238E27FC236}">
                      <a16:creationId xmlns:a16="http://schemas.microsoft.com/office/drawing/2014/main" id="{6E78ED61-94B6-07FB-DF0D-7C39C587F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4522" y="1624461"/>
                  <a:ext cx="507644" cy="462434"/>
                </a:xfrm>
                <a:prstGeom prst="rect">
                  <a:avLst/>
                </a:prstGeom>
                <a:blipFill>
                  <a:blip r:embed="rId10"/>
                  <a:stretch>
                    <a:fillRect l="-4819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DBE627B0-A8BE-4A7F-CB9A-8815BF97E47E}"/>
                    </a:ext>
                  </a:extLst>
                </p:cNvPr>
                <p:cNvSpPr txBox="1"/>
                <p:nvPr/>
              </p:nvSpPr>
              <p:spPr>
                <a:xfrm>
                  <a:off x="11393528" y="2422308"/>
                  <a:ext cx="507644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5" name="文本框 464">
                  <a:extLst>
                    <a:ext uri="{FF2B5EF4-FFF2-40B4-BE49-F238E27FC236}">
                      <a16:creationId xmlns:a16="http://schemas.microsoft.com/office/drawing/2014/main" id="{DBE627B0-A8BE-4A7F-CB9A-8815BF97E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3528" y="2422308"/>
                  <a:ext cx="507644" cy="462434"/>
                </a:xfrm>
                <a:prstGeom prst="rect">
                  <a:avLst/>
                </a:prstGeom>
                <a:blipFill>
                  <a:blip r:embed="rId11"/>
                  <a:stretch>
                    <a:fillRect l="-4819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8" name="Line 27">
              <a:extLst>
                <a:ext uri="{FF2B5EF4-FFF2-40B4-BE49-F238E27FC236}">
                  <a16:creationId xmlns:a16="http://schemas.microsoft.com/office/drawing/2014/main" id="{1C3494E0-85C3-8F2B-2514-9B8A220FA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3680" y="3616134"/>
              <a:ext cx="2322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69" name="椭圆 468">
              <a:extLst>
                <a:ext uri="{FF2B5EF4-FFF2-40B4-BE49-F238E27FC236}">
                  <a16:creationId xmlns:a16="http://schemas.microsoft.com/office/drawing/2014/main" id="{D7894603-760D-24A9-1D2E-5504249890AD}"/>
                </a:ext>
              </a:extLst>
            </p:cNvPr>
            <p:cNvSpPr/>
            <p:nvPr/>
          </p:nvSpPr>
          <p:spPr>
            <a:xfrm flipV="1">
              <a:off x="7654723" y="3567744"/>
              <a:ext cx="101254" cy="95462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0" name="文本框 469">
                  <a:extLst>
                    <a:ext uri="{FF2B5EF4-FFF2-40B4-BE49-F238E27FC236}">
                      <a16:creationId xmlns:a16="http://schemas.microsoft.com/office/drawing/2014/main" id="{F4D63520-28BC-6279-4C94-B818D4486F5E}"/>
                    </a:ext>
                  </a:extLst>
                </p:cNvPr>
                <p:cNvSpPr txBox="1"/>
                <p:nvPr/>
              </p:nvSpPr>
              <p:spPr>
                <a:xfrm>
                  <a:off x="9230750" y="1463067"/>
                  <a:ext cx="507644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0" name="文本框 469">
                  <a:extLst>
                    <a:ext uri="{FF2B5EF4-FFF2-40B4-BE49-F238E27FC236}">
                      <a16:creationId xmlns:a16="http://schemas.microsoft.com/office/drawing/2014/main" id="{F4D63520-28BC-6279-4C94-B818D4486F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0750" y="1463067"/>
                  <a:ext cx="507644" cy="462434"/>
                </a:xfrm>
                <a:prstGeom prst="rect">
                  <a:avLst/>
                </a:prstGeom>
                <a:blipFill>
                  <a:blip r:embed="rId12"/>
                  <a:stretch>
                    <a:fillRect l="-14286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2" name="组合 471">
            <a:extLst>
              <a:ext uri="{FF2B5EF4-FFF2-40B4-BE49-F238E27FC236}">
                <a16:creationId xmlns:a16="http://schemas.microsoft.com/office/drawing/2014/main" id="{5177E0E2-CB7D-474E-17C3-4CBA971A03E4}"/>
              </a:ext>
            </a:extLst>
          </p:cNvPr>
          <p:cNvGrpSpPr/>
          <p:nvPr/>
        </p:nvGrpSpPr>
        <p:grpSpPr>
          <a:xfrm>
            <a:off x="10349013" y="4228428"/>
            <a:ext cx="1870904" cy="1378151"/>
            <a:chOff x="9893672" y="3097485"/>
            <a:chExt cx="1870904" cy="1378151"/>
          </a:xfrm>
        </p:grpSpPr>
        <p:sp>
          <p:nvSpPr>
            <p:cNvPr id="473" name="矩形 472">
              <a:extLst>
                <a:ext uri="{FF2B5EF4-FFF2-40B4-BE49-F238E27FC236}">
                  <a16:creationId xmlns:a16="http://schemas.microsoft.com/office/drawing/2014/main" id="{34243A47-D2EB-2A26-347B-9FAC8AF135B3}"/>
                </a:ext>
              </a:extLst>
            </p:cNvPr>
            <p:cNvSpPr/>
            <p:nvPr/>
          </p:nvSpPr>
          <p:spPr>
            <a:xfrm>
              <a:off x="10155000" y="3097485"/>
              <a:ext cx="937799" cy="137815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4" name="Line 27">
              <a:extLst>
                <a:ext uri="{FF2B5EF4-FFF2-40B4-BE49-F238E27FC236}">
                  <a16:creationId xmlns:a16="http://schemas.microsoft.com/office/drawing/2014/main" id="{D70213C6-7CCB-9F41-AB7F-7DF1FC281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3672" y="3406046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5" name="Line 27">
              <a:extLst>
                <a:ext uri="{FF2B5EF4-FFF2-40B4-BE49-F238E27FC236}">
                  <a16:creationId xmlns:a16="http://schemas.microsoft.com/office/drawing/2014/main" id="{EB6C32C1-C17C-D695-5EC9-53E8308EA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93672" y="4176134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8B283FF7-E984-B6B2-07FF-A5AF34AB5D20}"/>
                    </a:ext>
                  </a:extLst>
                </p:cNvPr>
                <p:cNvSpPr txBox="1"/>
                <p:nvPr/>
              </p:nvSpPr>
              <p:spPr>
                <a:xfrm>
                  <a:off x="10206122" y="3152585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3" name="文本框 482">
                  <a:extLst>
                    <a:ext uri="{FF2B5EF4-FFF2-40B4-BE49-F238E27FC236}">
                      <a16:creationId xmlns:a16="http://schemas.microsoft.com/office/drawing/2014/main" id="{EE81027B-FC7D-0998-2178-19950E2A0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6122" y="3152585"/>
                  <a:ext cx="448351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24658" r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文本框 483">
                  <a:extLst>
                    <a:ext uri="{FF2B5EF4-FFF2-40B4-BE49-F238E27FC236}">
                      <a16:creationId xmlns:a16="http://schemas.microsoft.com/office/drawing/2014/main" id="{CAEC9395-FDF4-4A5D-0256-00D732C48021}"/>
                    </a:ext>
                  </a:extLst>
                </p:cNvPr>
                <p:cNvSpPr txBox="1"/>
                <p:nvPr/>
              </p:nvSpPr>
              <p:spPr>
                <a:xfrm>
                  <a:off x="10282240" y="3945301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84" name="文本框 483">
                  <a:extLst>
                    <a:ext uri="{FF2B5EF4-FFF2-40B4-BE49-F238E27FC236}">
                      <a16:creationId xmlns:a16="http://schemas.microsoft.com/office/drawing/2014/main" id="{37F4C0EF-7170-9558-47AD-4EDD11B04D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240" y="3945301"/>
                  <a:ext cx="448351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0270" r="-270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5" name="Line 27">
              <a:extLst>
                <a:ext uri="{FF2B5EF4-FFF2-40B4-BE49-F238E27FC236}">
                  <a16:creationId xmlns:a16="http://schemas.microsoft.com/office/drawing/2014/main" id="{7FC1E884-3511-270E-DA62-B87E05A02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92799" y="3406046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86" name="Line 27">
              <a:extLst>
                <a:ext uri="{FF2B5EF4-FFF2-40B4-BE49-F238E27FC236}">
                  <a16:creationId xmlns:a16="http://schemas.microsoft.com/office/drawing/2014/main" id="{28070613-5DFE-08A3-A31D-A0E3E5843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92799" y="4176133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17DC079F-6EE1-5AC2-3108-36BD1585048D}"/>
                </a:ext>
              </a:extLst>
            </p:cNvPr>
            <p:cNvSpPr/>
            <p:nvPr/>
          </p:nvSpPr>
          <p:spPr>
            <a:xfrm flipV="1">
              <a:off x="11103805" y="4115488"/>
              <a:ext cx="118800" cy="1188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0120644F-C0A8-8D2F-5D14-BDF45A53C726}"/>
                    </a:ext>
                  </a:extLst>
                </p:cNvPr>
                <p:cNvSpPr txBox="1"/>
                <p:nvPr/>
              </p:nvSpPr>
              <p:spPr>
                <a:xfrm>
                  <a:off x="11306501" y="3147068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文本框 498">
                  <a:extLst>
                    <a:ext uri="{FF2B5EF4-FFF2-40B4-BE49-F238E27FC236}">
                      <a16:creationId xmlns:a16="http://schemas.microsoft.com/office/drawing/2014/main" id="{8C1EBDA0-502F-3344-9EEC-18E9B41FD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6501" y="3147068"/>
                  <a:ext cx="458075" cy="462434"/>
                </a:xfrm>
                <a:prstGeom prst="rect">
                  <a:avLst/>
                </a:prstGeom>
                <a:blipFill>
                  <a:blip r:embed="rId15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文本框 499">
                  <a:extLst>
                    <a:ext uri="{FF2B5EF4-FFF2-40B4-BE49-F238E27FC236}">
                      <a16:creationId xmlns:a16="http://schemas.microsoft.com/office/drawing/2014/main" id="{F36032FE-C55F-2D22-CEBA-8DEB64315F6F}"/>
                    </a:ext>
                  </a:extLst>
                </p:cNvPr>
                <p:cNvSpPr txBox="1"/>
                <p:nvPr/>
              </p:nvSpPr>
              <p:spPr>
                <a:xfrm>
                  <a:off x="11305604" y="394491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00" name="文本框 499">
                  <a:extLst>
                    <a:ext uri="{FF2B5EF4-FFF2-40B4-BE49-F238E27FC236}">
                      <a16:creationId xmlns:a16="http://schemas.microsoft.com/office/drawing/2014/main" id="{4F63382F-7A18-544D-287F-D38E1B635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5604" y="3944915"/>
                  <a:ext cx="458075" cy="462434"/>
                </a:xfrm>
                <a:prstGeom prst="rect">
                  <a:avLst/>
                </a:prstGeom>
                <a:blipFill>
                  <a:blip r:embed="rId16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1" name="等腰三角形 500">
              <a:extLst>
                <a:ext uri="{FF2B5EF4-FFF2-40B4-BE49-F238E27FC236}">
                  <a16:creationId xmlns:a16="http://schemas.microsoft.com/office/drawing/2014/main" id="{0178285A-0BAB-E938-8C35-80ECBF6FF113}"/>
                </a:ext>
              </a:extLst>
            </p:cNvPr>
            <p:cNvSpPr/>
            <p:nvPr/>
          </p:nvSpPr>
          <p:spPr>
            <a:xfrm rot="5400000">
              <a:off x="10116580" y="4128176"/>
              <a:ext cx="174212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2" name="文本框 501">
            <a:extLst>
              <a:ext uri="{FF2B5EF4-FFF2-40B4-BE49-F238E27FC236}">
                <a16:creationId xmlns:a16="http://schemas.microsoft.com/office/drawing/2014/main" id="{3C54C0BC-2F51-59BF-2847-0C5853AB9896}"/>
              </a:ext>
            </a:extLst>
          </p:cNvPr>
          <p:cNvSpPr txBox="1"/>
          <p:nvPr/>
        </p:nvSpPr>
        <p:spPr>
          <a:xfrm>
            <a:off x="10296000" y="5760000"/>
            <a:ext cx="1568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3" name="表格 502">
                <a:extLst>
                  <a:ext uri="{FF2B5EF4-FFF2-40B4-BE49-F238E27FC236}">
                    <a16:creationId xmlns:a16="http://schemas.microsoft.com/office/drawing/2014/main" id="{D91A9FA0-8A50-A2A3-DCD2-FC77713695D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923935" y="4401332"/>
              <a:ext cx="3083442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57375">
                      <a:extLst>
                        <a:ext uri="{9D8B030D-6E8A-4147-A177-3AD203B41FA5}">
                          <a16:colId xmlns:a16="http://schemas.microsoft.com/office/drawing/2014/main" val="3397748407"/>
                        </a:ext>
                      </a:extLst>
                    </a:gridCol>
                    <a:gridCol w="1226067">
                      <a:extLst>
                        <a:ext uri="{9D8B030D-6E8A-4147-A177-3AD203B41FA5}">
                          <a16:colId xmlns:a16="http://schemas.microsoft.com/office/drawing/2014/main" val="1715057578"/>
                        </a:ext>
                      </a:extLst>
                    </a:gridCol>
                  </a:tblGrid>
                  <a:tr h="3403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oMath>
                          </a14:m>
                          <a:r>
                            <a:rPr lang="zh-CN" altLang="en-US" sz="2400" i="0" dirty="0">
                              <a:solidFill>
                                <a:srgbClr val="002060"/>
                              </a:solidFill>
                            </a:rPr>
                            <a:t> 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1" lang="zh-CN" altLang="en-US" sz="2400" i="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4812214"/>
                      </a:ext>
                    </a:extLst>
                  </a:tr>
                  <a:tr h="42170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i="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    x</a:t>
                          </a:r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D</m:t>
                                </m:r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8947557"/>
                      </a:ext>
                    </a:extLst>
                  </a:tr>
                  <a:tr h="42170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i="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others   x    </a:t>
                          </a:r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74952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3" name="表格 502">
                <a:extLst>
                  <a:ext uri="{FF2B5EF4-FFF2-40B4-BE49-F238E27FC236}">
                    <a16:creationId xmlns:a16="http://schemas.microsoft.com/office/drawing/2014/main" id="{92188C27-F218-CFD5-A186-D605CC6F56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1399609"/>
                  </p:ext>
                </p:extLst>
              </p:nvPr>
            </p:nvGraphicFramePr>
            <p:xfrm>
              <a:off x="6923935" y="4401332"/>
              <a:ext cx="3083442" cy="13716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857375">
                      <a:extLst>
                        <a:ext uri="{9D8B030D-6E8A-4147-A177-3AD203B41FA5}">
                          <a16:colId xmlns:a16="http://schemas.microsoft.com/office/drawing/2014/main" val="3397748407"/>
                        </a:ext>
                      </a:extLst>
                    </a:gridCol>
                    <a:gridCol w="1226067">
                      <a:extLst>
                        <a:ext uri="{9D8B030D-6E8A-4147-A177-3AD203B41FA5}">
                          <a16:colId xmlns:a16="http://schemas.microsoft.com/office/drawing/2014/main" val="171505757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  <a:stretch>
                            <a:fillRect l="-328" t="-2667" r="-66885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  <a:stretch>
                            <a:fillRect l="-151485" t="-2667" r="-990" b="-2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48122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i="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    x</a:t>
                          </a:r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  <a:stretch>
                            <a:fillRect l="-151485" t="-101316" r="-990" b="-1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894755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400" i="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others   x    </a:t>
                          </a:r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17"/>
                          <a:stretch>
                            <a:fillRect l="-151485" t="-204000" r="-990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74952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4" name="文本框 503">
            <a:extLst>
              <a:ext uri="{FF2B5EF4-FFF2-40B4-BE49-F238E27FC236}">
                <a16:creationId xmlns:a16="http://schemas.microsoft.com/office/drawing/2014/main" id="{5873EA5B-386C-7673-439E-C402A7D3B19F}"/>
              </a:ext>
            </a:extLst>
          </p:cNvPr>
          <p:cNvSpPr txBox="1"/>
          <p:nvPr/>
        </p:nvSpPr>
        <p:spPr>
          <a:xfrm>
            <a:off x="6923934" y="3942854"/>
            <a:ext cx="30834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505" name="Line 25">
            <a:extLst>
              <a:ext uri="{FF2B5EF4-FFF2-40B4-BE49-F238E27FC236}">
                <a16:creationId xmlns:a16="http://schemas.microsoft.com/office/drawing/2014/main" id="{FFDB919C-2F9A-4B47-C000-FEF136898D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2972" y="4929529"/>
            <a:ext cx="0" cy="288925"/>
          </a:xfrm>
          <a:prstGeom prst="line">
            <a:avLst/>
          </a:prstGeom>
          <a:noFill/>
          <a:ln w="28575">
            <a:solidFill>
              <a:srgbClr val="00206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6" name="Group 2">
            <a:extLst>
              <a:ext uri="{FF2B5EF4-FFF2-40B4-BE49-F238E27FC236}">
                <a16:creationId xmlns:a16="http://schemas.microsoft.com/office/drawing/2014/main" id="{AEE37914-8B69-94FD-9DFE-C477D33E824D}"/>
              </a:ext>
            </a:extLst>
          </p:cNvPr>
          <p:cNvGrpSpPr>
            <a:grpSpLocks/>
          </p:cNvGrpSpPr>
          <p:nvPr/>
        </p:nvGrpSpPr>
        <p:grpSpPr bwMode="auto">
          <a:xfrm>
            <a:off x="1610934" y="2146106"/>
            <a:ext cx="3757613" cy="3501956"/>
            <a:chOff x="2462" y="1380"/>
            <a:chExt cx="2367" cy="561"/>
          </a:xfrm>
        </p:grpSpPr>
        <p:sp>
          <p:nvSpPr>
            <p:cNvPr id="507" name="Line 3">
              <a:extLst>
                <a:ext uri="{FF2B5EF4-FFF2-40B4-BE49-F238E27FC236}">
                  <a16:creationId xmlns:a16="http://schemas.microsoft.com/office/drawing/2014/main" id="{0DC2CCB9-3096-AF20-A16D-87FB1A996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2" y="1380"/>
              <a:ext cx="0" cy="561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0" name="Line 4">
              <a:extLst>
                <a:ext uri="{FF2B5EF4-FFF2-40B4-BE49-F238E27FC236}">
                  <a16:creationId xmlns:a16="http://schemas.microsoft.com/office/drawing/2014/main" id="{84826ECE-B0C6-A0D3-F679-1E9AC722BC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5" y="1380"/>
              <a:ext cx="0" cy="561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5">
              <a:extLst>
                <a:ext uri="{FF2B5EF4-FFF2-40B4-BE49-F238E27FC236}">
                  <a16:creationId xmlns:a16="http://schemas.microsoft.com/office/drawing/2014/main" id="{B8CC76B5-1D0A-9D16-5C3E-09521F62D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9" y="1380"/>
              <a:ext cx="0" cy="561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6">
              <a:extLst>
                <a:ext uri="{FF2B5EF4-FFF2-40B4-BE49-F238E27FC236}">
                  <a16:creationId xmlns:a16="http://schemas.microsoft.com/office/drawing/2014/main" id="{AE355D3E-009D-2D66-CBF1-DAD93B143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2" y="1380"/>
              <a:ext cx="0" cy="561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7">
              <a:extLst>
                <a:ext uri="{FF2B5EF4-FFF2-40B4-BE49-F238E27FC236}">
                  <a16:creationId xmlns:a16="http://schemas.microsoft.com/office/drawing/2014/main" id="{5340018E-71B9-92F0-7740-BF6EBEBC6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6" y="1380"/>
              <a:ext cx="0" cy="561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8">
              <a:extLst>
                <a:ext uri="{FF2B5EF4-FFF2-40B4-BE49-F238E27FC236}">
                  <a16:creationId xmlns:a16="http://schemas.microsoft.com/office/drawing/2014/main" id="{A248E830-7EAC-3CFC-3568-85587DFD79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29" y="1380"/>
              <a:ext cx="0" cy="561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" name="Line 11">
            <a:extLst>
              <a:ext uri="{FF2B5EF4-FFF2-40B4-BE49-F238E27FC236}">
                <a16:creationId xmlns:a16="http://schemas.microsoft.com/office/drawing/2014/main" id="{23DAF02F-4A1C-4587-E169-DA0EEF233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4697" y="3507936"/>
            <a:ext cx="220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Line 12">
            <a:extLst>
              <a:ext uri="{FF2B5EF4-FFF2-40B4-BE49-F238E27FC236}">
                <a16:creationId xmlns:a16="http://schemas.microsoft.com/office/drawing/2014/main" id="{EAD26467-CAF7-978E-A224-8ABC096963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8534" y="3185674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Line 13">
            <a:extLst>
              <a:ext uri="{FF2B5EF4-FFF2-40B4-BE49-F238E27FC236}">
                <a16:creationId xmlns:a16="http://schemas.microsoft.com/office/drawing/2014/main" id="{B66733E4-BD46-74A2-6D66-D08AFEE4E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3772" y="3185674"/>
            <a:ext cx="14176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Line 14">
            <a:extLst>
              <a:ext uri="{FF2B5EF4-FFF2-40B4-BE49-F238E27FC236}">
                <a16:creationId xmlns:a16="http://schemas.microsoft.com/office/drawing/2014/main" id="{61556C09-54A0-A2A5-FDD1-94B42E6EA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1884" y="3185674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Line 15">
            <a:extLst>
              <a:ext uri="{FF2B5EF4-FFF2-40B4-BE49-F238E27FC236}">
                <a16:creationId xmlns:a16="http://schemas.microsoft.com/office/drawing/2014/main" id="{400A1689-3F2B-8650-CCB3-388A2A587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8709" y="3507936"/>
            <a:ext cx="1608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Line 16">
            <a:extLst>
              <a:ext uri="{FF2B5EF4-FFF2-40B4-BE49-F238E27FC236}">
                <a16:creationId xmlns:a16="http://schemas.microsoft.com/office/drawing/2014/main" id="{CCBC89B8-4043-263B-ED9E-C817E5DDB4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66847" y="3185674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Line 17">
            <a:extLst>
              <a:ext uri="{FF2B5EF4-FFF2-40B4-BE49-F238E27FC236}">
                <a16:creationId xmlns:a16="http://schemas.microsoft.com/office/drawing/2014/main" id="{34CBD6AF-8DDA-463D-CCD8-52668B455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6847" y="3185674"/>
            <a:ext cx="300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Line 18">
            <a:extLst>
              <a:ext uri="{FF2B5EF4-FFF2-40B4-BE49-F238E27FC236}">
                <a16:creationId xmlns:a16="http://schemas.microsoft.com/office/drawing/2014/main" id="{D2427EB6-BC3D-AC01-9FAF-4D4B81024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6884" y="3185674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Line 19">
            <a:extLst>
              <a:ext uri="{FF2B5EF4-FFF2-40B4-BE49-F238E27FC236}">
                <a16:creationId xmlns:a16="http://schemas.microsoft.com/office/drawing/2014/main" id="{E4D81DEB-D447-174A-D14D-0D44FA90CE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6885" y="3507936"/>
            <a:ext cx="3190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Line 20">
            <a:extLst>
              <a:ext uri="{FF2B5EF4-FFF2-40B4-BE49-F238E27FC236}">
                <a16:creationId xmlns:a16="http://schemas.microsoft.com/office/drawing/2014/main" id="{90FDF112-BDCD-1C00-574B-40839471EE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3159" y="3185674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Line 21">
            <a:extLst>
              <a:ext uri="{FF2B5EF4-FFF2-40B4-BE49-F238E27FC236}">
                <a16:creationId xmlns:a16="http://schemas.microsoft.com/office/drawing/2014/main" id="{A50A4075-26BC-A1E1-0281-16CC53D2C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3159" y="3185674"/>
            <a:ext cx="1508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Line 22">
            <a:extLst>
              <a:ext uri="{FF2B5EF4-FFF2-40B4-BE49-F238E27FC236}">
                <a16:creationId xmlns:a16="http://schemas.microsoft.com/office/drawing/2014/main" id="{0058A4D0-3600-E794-EF39-07ABAA3095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3972" y="3185674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Line 23">
            <a:extLst>
              <a:ext uri="{FF2B5EF4-FFF2-40B4-BE49-F238E27FC236}">
                <a16:creationId xmlns:a16="http://schemas.microsoft.com/office/drawing/2014/main" id="{E83E7C0D-813C-DCDB-2363-CC7FE1348B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3972" y="3507936"/>
            <a:ext cx="525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4" name="Group 24">
            <a:extLst>
              <a:ext uri="{FF2B5EF4-FFF2-40B4-BE49-F238E27FC236}">
                <a16:creationId xmlns:a16="http://schemas.microsoft.com/office/drawing/2014/main" id="{9310DB1D-BDE3-9D15-5030-E569F45A0D2E}"/>
              </a:ext>
            </a:extLst>
          </p:cNvPr>
          <p:cNvGrpSpPr>
            <a:grpSpLocks/>
          </p:cNvGrpSpPr>
          <p:nvPr/>
        </p:nvGrpSpPr>
        <p:grpSpPr bwMode="auto">
          <a:xfrm>
            <a:off x="1234697" y="2390336"/>
            <a:ext cx="4884737" cy="319088"/>
            <a:chOff x="2169" y="1672"/>
            <a:chExt cx="3077" cy="142"/>
          </a:xfrm>
        </p:grpSpPr>
        <p:sp>
          <p:nvSpPr>
            <p:cNvPr id="95" name="Line 25">
              <a:extLst>
                <a:ext uri="{FF2B5EF4-FFF2-40B4-BE49-F238E27FC236}">
                  <a16:creationId xmlns:a16="http://schemas.microsoft.com/office/drawing/2014/main" id="{8809AA6B-568E-BA5C-44D1-DEBC8B357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9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26">
              <a:extLst>
                <a:ext uri="{FF2B5EF4-FFF2-40B4-BE49-F238E27FC236}">
                  <a16:creationId xmlns:a16="http://schemas.microsoft.com/office/drawing/2014/main" id="{E24B49C2-F4A8-9FC8-6C7B-3CA41B353D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6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795FB480-BE68-C27C-0DC5-37F4B8BC6A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6" y="1672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60358964-BFF9-E346-71A1-952C4D81FA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Line 29">
              <a:extLst>
                <a:ext uri="{FF2B5EF4-FFF2-40B4-BE49-F238E27FC236}">
                  <a16:creationId xmlns:a16="http://schemas.microsoft.com/office/drawing/2014/main" id="{C169B1A5-596D-66E3-3150-E790410C0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3" y="1814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Line 30">
              <a:extLst>
                <a:ext uri="{FF2B5EF4-FFF2-40B4-BE49-F238E27FC236}">
                  <a16:creationId xmlns:a16="http://schemas.microsoft.com/office/drawing/2014/main" id="{73E80B97-F5B7-59C4-9F55-DFFB574A9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9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Line 31">
              <a:extLst>
                <a:ext uri="{FF2B5EF4-FFF2-40B4-BE49-F238E27FC236}">
                  <a16:creationId xmlns:a16="http://schemas.microsoft.com/office/drawing/2014/main" id="{3E6CBE4B-659B-8A5C-1AC7-ADF2B559B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1672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Line 32">
              <a:extLst>
                <a:ext uri="{FF2B5EF4-FFF2-40B4-BE49-F238E27FC236}">
                  <a16:creationId xmlns:a16="http://schemas.microsoft.com/office/drawing/2014/main" id="{3CE784E2-18A9-95C9-FF91-864B4FB59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33">
              <a:extLst>
                <a:ext uri="{FF2B5EF4-FFF2-40B4-BE49-F238E27FC236}">
                  <a16:creationId xmlns:a16="http://schemas.microsoft.com/office/drawing/2014/main" id="{0E1648C7-2FA6-74B3-523B-2FF5A0530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Line 34">
              <a:extLst>
                <a:ext uri="{FF2B5EF4-FFF2-40B4-BE49-F238E27FC236}">
                  <a16:creationId xmlns:a16="http://schemas.microsoft.com/office/drawing/2014/main" id="{39997940-A825-450F-578A-123D8BED27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3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35">
              <a:extLst>
                <a:ext uri="{FF2B5EF4-FFF2-40B4-BE49-F238E27FC236}">
                  <a16:creationId xmlns:a16="http://schemas.microsoft.com/office/drawing/2014/main" id="{7BAAA294-D284-D1A6-3C46-C002B2A09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3" y="1672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36">
              <a:extLst>
                <a:ext uri="{FF2B5EF4-FFF2-40B4-BE49-F238E27FC236}">
                  <a16:creationId xmlns:a16="http://schemas.microsoft.com/office/drawing/2014/main" id="{25F4A93D-69AE-4872-7A5E-76894973CA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37">
              <a:extLst>
                <a:ext uri="{FF2B5EF4-FFF2-40B4-BE49-F238E27FC236}">
                  <a16:creationId xmlns:a16="http://schemas.microsoft.com/office/drawing/2014/main" id="{1F5C17A2-DEBC-EBBF-1B74-BD32B5F17C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38">
              <a:extLst>
                <a:ext uri="{FF2B5EF4-FFF2-40B4-BE49-F238E27FC236}">
                  <a16:creationId xmlns:a16="http://schemas.microsoft.com/office/drawing/2014/main" id="{2BC41AC7-FF20-033C-7773-7F8655FE6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6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39">
              <a:extLst>
                <a:ext uri="{FF2B5EF4-FFF2-40B4-BE49-F238E27FC236}">
                  <a16:creationId xmlns:a16="http://schemas.microsoft.com/office/drawing/2014/main" id="{117AAC3B-B609-6120-ACF7-BF7841361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6" y="1672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Line 40">
              <a:extLst>
                <a:ext uri="{FF2B5EF4-FFF2-40B4-BE49-F238E27FC236}">
                  <a16:creationId xmlns:a16="http://schemas.microsoft.com/office/drawing/2014/main" id="{F3895A48-7481-A396-94BD-8E8008BEE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3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41">
              <a:extLst>
                <a:ext uri="{FF2B5EF4-FFF2-40B4-BE49-F238E27FC236}">
                  <a16:creationId xmlns:a16="http://schemas.microsoft.com/office/drawing/2014/main" id="{9BE75E62-54E8-F9A5-79DD-6F9E44F12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3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" name="Line 42">
              <a:extLst>
                <a:ext uri="{FF2B5EF4-FFF2-40B4-BE49-F238E27FC236}">
                  <a16:creationId xmlns:a16="http://schemas.microsoft.com/office/drawing/2014/main" id="{9E5D30D7-9C46-27FF-C229-67552E96D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0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" name="Line 43">
              <a:extLst>
                <a:ext uri="{FF2B5EF4-FFF2-40B4-BE49-F238E27FC236}">
                  <a16:creationId xmlns:a16="http://schemas.microsoft.com/office/drawing/2014/main" id="{BD8BCA99-0291-9D10-3F43-6B2A73C9D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1672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Line 44">
              <a:extLst>
                <a:ext uri="{FF2B5EF4-FFF2-40B4-BE49-F238E27FC236}">
                  <a16:creationId xmlns:a16="http://schemas.microsoft.com/office/drawing/2014/main" id="{1BCE42A0-01E9-95A3-C793-576F48E4E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" name="Line 45">
              <a:extLst>
                <a:ext uri="{FF2B5EF4-FFF2-40B4-BE49-F238E27FC236}">
                  <a16:creationId xmlns:a16="http://schemas.microsoft.com/office/drawing/2014/main" id="{427D881B-2471-F373-1144-49C0325F7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1814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" name="Line 46">
              <a:extLst>
                <a:ext uri="{FF2B5EF4-FFF2-40B4-BE49-F238E27FC236}">
                  <a16:creationId xmlns:a16="http://schemas.microsoft.com/office/drawing/2014/main" id="{5F852163-3861-B874-D7F9-B3FE155D5B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" name="Line 47">
              <a:extLst>
                <a:ext uri="{FF2B5EF4-FFF2-40B4-BE49-F238E27FC236}">
                  <a16:creationId xmlns:a16="http://schemas.microsoft.com/office/drawing/2014/main" id="{04E151BF-AFB9-C1CE-759D-04BFFA501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3" y="1672"/>
              <a:ext cx="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Line 48">
              <a:extLst>
                <a:ext uri="{FF2B5EF4-FFF2-40B4-BE49-F238E27FC236}">
                  <a16:creationId xmlns:a16="http://schemas.microsoft.com/office/drawing/2014/main" id="{B75E4F94-F805-96A2-4521-FB7760A6B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672"/>
              <a:ext cx="0" cy="1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49">
              <a:extLst>
                <a:ext uri="{FF2B5EF4-FFF2-40B4-BE49-F238E27FC236}">
                  <a16:creationId xmlns:a16="http://schemas.microsoft.com/office/drawing/2014/main" id="{A43BFFED-801D-29F7-668B-F00C9865AE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1814"/>
              <a:ext cx="2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1" name="Line 51">
            <a:extLst>
              <a:ext uri="{FF2B5EF4-FFF2-40B4-BE49-F238E27FC236}">
                <a16:creationId xmlns:a16="http://schemas.microsoft.com/office/drawing/2014/main" id="{94D443D5-6EB6-25F6-4A48-AA17E1ABAA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2316" y="4333436"/>
            <a:ext cx="37861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Line 52">
            <a:extLst>
              <a:ext uri="{FF2B5EF4-FFF2-40B4-BE49-F238E27FC236}">
                <a16:creationId xmlns:a16="http://schemas.microsoft.com/office/drawing/2014/main" id="{56852A81-D9A8-6700-2A00-922969A6F3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0934" y="4014349"/>
            <a:ext cx="0" cy="319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" name="Line 53">
            <a:extLst>
              <a:ext uri="{FF2B5EF4-FFF2-40B4-BE49-F238E27FC236}">
                <a16:creationId xmlns:a16="http://schemas.microsoft.com/office/drawing/2014/main" id="{CD597F9D-7E66-4E95-257D-52945092E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0934" y="4014349"/>
            <a:ext cx="1503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" name="Line 54">
            <a:extLst>
              <a:ext uri="{FF2B5EF4-FFF2-40B4-BE49-F238E27FC236}">
                <a16:creationId xmlns:a16="http://schemas.microsoft.com/office/drawing/2014/main" id="{03580AE0-AF9E-EB71-72F2-EF77133C67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297" y="4014349"/>
            <a:ext cx="0" cy="319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5" name="Line 55">
            <a:extLst>
              <a:ext uri="{FF2B5EF4-FFF2-40B4-BE49-F238E27FC236}">
                <a16:creationId xmlns:a16="http://schemas.microsoft.com/office/drawing/2014/main" id="{90C31162-C25C-02F6-0555-51166D5F9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4297" y="4333436"/>
            <a:ext cx="15033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6" name="Line 56">
            <a:extLst>
              <a:ext uri="{FF2B5EF4-FFF2-40B4-BE49-F238E27FC236}">
                <a16:creationId xmlns:a16="http://schemas.microsoft.com/office/drawing/2014/main" id="{1928A640-DF0A-C425-6B51-1E9E0807D5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7659" y="4014349"/>
            <a:ext cx="0" cy="319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" name="Line 57">
            <a:extLst>
              <a:ext uri="{FF2B5EF4-FFF2-40B4-BE49-F238E27FC236}">
                <a16:creationId xmlns:a16="http://schemas.microsoft.com/office/drawing/2014/main" id="{3A466806-CDB6-5179-3084-EC9C2670B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7659" y="4014349"/>
            <a:ext cx="7508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Line 58">
            <a:extLst>
              <a:ext uri="{FF2B5EF4-FFF2-40B4-BE49-F238E27FC236}">
                <a16:creationId xmlns:a16="http://schemas.microsoft.com/office/drawing/2014/main" id="{BFEAE406-C45E-4195-98C0-6A3A02716C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8547" y="4014349"/>
            <a:ext cx="0" cy="3190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" name="Line 59">
            <a:extLst>
              <a:ext uri="{FF2B5EF4-FFF2-40B4-BE49-F238E27FC236}">
                <a16:creationId xmlns:a16="http://schemas.microsoft.com/office/drawing/2014/main" id="{1B67E43D-9B33-07FD-14F9-D8758FA1C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8547" y="4333436"/>
            <a:ext cx="748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4" name="Line 61">
            <a:extLst>
              <a:ext uri="{FF2B5EF4-FFF2-40B4-BE49-F238E27FC236}">
                <a16:creationId xmlns:a16="http://schemas.microsoft.com/office/drawing/2014/main" id="{02199FB5-AA72-0FDB-E3AE-81F0BFE16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2316" y="5122424"/>
            <a:ext cx="23346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5" name="Line 62">
            <a:extLst>
              <a:ext uri="{FF2B5EF4-FFF2-40B4-BE49-F238E27FC236}">
                <a16:creationId xmlns:a16="http://schemas.microsoft.com/office/drawing/2014/main" id="{32E982C7-B634-4381-1D80-60D7BB8906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58156" y="4803336"/>
            <a:ext cx="0" cy="319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" name="Line 63">
            <a:extLst>
              <a:ext uri="{FF2B5EF4-FFF2-40B4-BE49-F238E27FC236}">
                <a16:creationId xmlns:a16="http://schemas.microsoft.com/office/drawing/2014/main" id="{9F9C5FE0-E0DA-A4B7-29D7-FDDEE6AD6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3773" y="4803336"/>
            <a:ext cx="141763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57" name="Line 64">
            <a:extLst>
              <a:ext uri="{FF2B5EF4-FFF2-40B4-BE49-F238E27FC236}">
                <a16:creationId xmlns:a16="http://schemas.microsoft.com/office/drawing/2014/main" id="{924E74C6-ACDA-9387-F13F-52273CEAF3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79" y="4803336"/>
            <a:ext cx="0" cy="3190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8" name="Line 65">
            <a:extLst>
              <a:ext uri="{FF2B5EF4-FFF2-40B4-BE49-F238E27FC236}">
                <a16:creationId xmlns:a16="http://schemas.microsoft.com/office/drawing/2014/main" id="{BCE15829-CE40-35A5-8F54-79465E780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8710" y="5122424"/>
            <a:ext cx="16081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 Box 98">
                <a:extLst>
                  <a:ext uri="{FF2B5EF4-FFF2-40B4-BE49-F238E27FC236}">
                    <a16:creationId xmlns:a16="http://schemas.microsoft.com/office/drawing/2014/main" id="{F595AB58-59AD-ABF4-1202-46E1EAECA6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37" y="2323822"/>
                <a:ext cx="623060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7" name="Text Box 98">
                <a:extLst>
                  <a:ext uri="{FF2B5EF4-FFF2-40B4-BE49-F238E27FC236}">
                    <a16:creationId xmlns:a16="http://schemas.microsoft.com/office/drawing/2014/main" id="{007D6BE2-D179-08D1-47B4-0A0792945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637" y="2323822"/>
                <a:ext cx="623060" cy="5355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 Box 98">
                <a:extLst>
                  <a:ext uri="{FF2B5EF4-FFF2-40B4-BE49-F238E27FC236}">
                    <a16:creationId xmlns:a16="http://schemas.microsoft.com/office/drawing/2014/main" id="{CF551117-0970-0334-CCD5-B9D58EEC85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256" y="3127118"/>
                <a:ext cx="623060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8" name="Text Box 98">
                <a:extLst>
                  <a:ext uri="{FF2B5EF4-FFF2-40B4-BE49-F238E27FC236}">
                    <a16:creationId xmlns:a16="http://schemas.microsoft.com/office/drawing/2014/main" id="{4AAEE06B-3378-835F-F3EE-456175398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256" y="3127118"/>
                <a:ext cx="623060" cy="53553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 Box 98">
                <a:extLst>
                  <a:ext uri="{FF2B5EF4-FFF2-40B4-BE49-F238E27FC236}">
                    <a16:creationId xmlns:a16="http://schemas.microsoft.com/office/drawing/2014/main" id="{F9CCE341-6A01-1E12-D70A-CFCCE3E982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256" y="3927014"/>
                <a:ext cx="623060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9" name="Text Box 98">
                <a:extLst>
                  <a:ext uri="{FF2B5EF4-FFF2-40B4-BE49-F238E27FC236}">
                    <a16:creationId xmlns:a16="http://schemas.microsoft.com/office/drawing/2014/main" id="{4033C82E-2003-445C-90A8-9A2081A67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256" y="3927014"/>
                <a:ext cx="623060" cy="5355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 Box 98">
                <a:extLst>
                  <a:ext uri="{FF2B5EF4-FFF2-40B4-BE49-F238E27FC236}">
                    <a16:creationId xmlns:a16="http://schemas.microsoft.com/office/drawing/2014/main" id="{48CB8811-050F-F5DF-9639-7BF69EF2A9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9256" y="4730310"/>
                <a:ext cx="623060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0" name="Text Box 98">
                <a:extLst>
                  <a:ext uri="{FF2B5EF4-FFF2-40B4-BE49-F238E27FC236}">
                    <a16:creationId xmlns:a16="http://schemas.microsoft.com/office/drawing/2014/main" id="{93B55457-D10E-43CD-BCA7-ACA3448B8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256" y="4730310"/>
                <a:ext cx="623060" cy="5355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" name="文本框 170">
            <a:extLst>
              <a:ext uri="{FF2B5EF4-FFF2-40B4-BE49-F238E27FC236}">
                <a16:creationId xmlns:a16="http://schemas.microsoft.com/office/drawing/2014/main" id="{E1017372-E62B-E0C5-1867-C13D06C43438}"/>
              </a:ext>
            </a:extLst>
          </p:cNvPr>
          <p:cNvSpPr txBox="1"/>
          <p:nvPr/>
        </p:nvSpPr>
        <p:spPr>
          <a:xfrm>
            <a:off x="920786" y="5968130"/>
            <a:ext cx="3989378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如果是下降沿触发会怎样？</a:t>
            </a:r>
            <a:endParaRPr kumimoji="1"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FB84DF-8876-D599-FA5E-D32D31AD9176}"/>
              </a:ext>
            </a:extLst>
          </p:cNvPr>
          <p:cNvSpPr txBox="1"/>
          <p:nvPr/>
        </p:nvSpPr>
        <p:spPr>
          <a:xfrm>
            <a:off x="360000" y="3814069"/>
            <a:ext cx="4714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012293-57D7-8A4E-99F2-04ADE5FB72DD}"/>
              </a:ext>
            </a:extLst>
          </p:cNvPr>
          <p:cNvSpPr txBox="1"/>
          <p:nvPr/>
        </p:nvSpPr>
        <p:spPr>
          <a:xfrm>
            <a:off x="360000" y="4611925"/>
            <a:ext cx="47141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313E040-A737-ADAD-98F8-64E5C9B0EA8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EB9ED7-62CB-2CB2-6E50-DD739DC07046}"/>
              </a:ext>
            </a:extLst>
          </p:cNvPr>
          <p:cNvSpPr txBox="1"/>
          <p:nvPr/>
        </p:nvSpPr>
        <p:spPr>
          <a:xfrm>
            <a:off x="360000" y="828000"/>
            <a:ext cx="57570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19EC669E-E326-AD37-C828-6BC02625F4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66847" y="4799729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AB76441E-665A-A876-11A4-2B3DD242B3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6847" y="4799729"/>
            <a:ext cx="52506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18">
            <a:extLst>
              <a:ext uri="{FF2B5EF4-FFF2-40B4-BE49-F238E27FC236}">
                <a16:creationId xmlns:a16="http://schemas.microsoft.com/office/drawing/2014/main" id="{8FB4C336-006B-0178-803E-CC42C9F5E7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911" y="4799729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19">
            <a:extLst>
              <a:ext uri="{FF2B5EF4-FFF2-40B4-BE49-F238E27FC236}">
                <a16:creationId xmlns:a16="http://schemas.microsoft.com/office/drawing/2014/main" id="{1678F12A-31AA-6337-1192-CCD1C898A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3481" y="5121991"/>
            <a:ext cx="9209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0">
            <a:extLst>
              <a:ext uri="{FF2B5EF4-FFF2-40B4-BE49-F238E27FC236}">
                <a16:creationId xmlns:a16="http://schemas.microsoft.com/office/drawing/2014/main" id="{E99AFC8E-B210-866C-2CDD-9715439225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6765" y="4799317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1">
            <a:extLst>
              <a:ext uri="{FF2B5EF4-FFF2-40B4-BE49-F238E27FC236}">
                <a16:creationId xmlns:a16="http://schemas.microsoft.com/office/drawing/2014/main" id="{B97BC2D4-0984-A505-E295-1B556DB77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5574" y="4799317"/>
            <a:ext cx="1508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D85D515E-8A48-9D33-32A9-8DF245B14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6387" y="4799317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23">
            <a:extLst>
              <a:ext uri="{FF2B5EF4-FFF2-40B4-BE49-F238E27FC236}">
                <a16:creationId xmlns:a16="http://schemas.microsoft.com/office/drawing/2014/main" id="{F68EC54F-1B3F-C8A2-9372-8186849AB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6386" y="5121579"/>
            <a:ext cx="88062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20">
            <a:extLst>
              <a:ext uri="{FF2B5EF4-FFF2-40B4-BE49-F238E27FC236}">
                <a16:creationId xmlns:a16="http://schemas.microsoft.com/office/drawing/2014/main" id="{6133D98E-CC86-3385-6B29-8224F7C4FC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5956" y="3185670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21">
            <a:extLst>
              <a:ext uri="{FF2B5EF4-FFF2-40B4-BE49-F238E27FC236}">
                <a16:creationId xmlns:a16="http://schemas.microsoft.com/office/drawing/2014/main" id="{1BF1A855-B8B1-161A-58E5-1A8446828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5956" y="3185670"/>
            <a:ext cx="1508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22">
            <a:extLst>
              <a:ext uri="{FF2B5EF4-FFF2-40B4-BE49-F238E27FC236}">
                <a16:creationId xmlns:a16="http://schemas.microsoft.com/office/drawing/2014/main" id="{D57C08FF-5220-9413-D1E2-02B522DBC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6769" y="3185670"/>
            <a:ext cx="0" cy="322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23">
            <a:extLst>
              <a:ext uri="{FF2B5EF4-FFF2-40B4-BE49-F238E27FC236}">
                <a16:creationId xmlns:a16="http://schemas.microsoft.com/office/drawing/2014/main" id="{B301CD9C-270D-A1BF-40FA-0273BD43F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6769" y="3507932"/>
            <a:ext cx="20639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58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9715241F-140C-C2A2-CEA4-9FF09189E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36" y="1548000"/>
            <a:ext cx="11386727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800FAEBE-4A99-EA63-C364-AC155AA9DAC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主从结构的英文命名（题外话）</a:t>
            </a:r>
            <a:endParaRPr lang="en-US" altLang="zh-CN" sz="3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286AB8-1F95-F18D-0915-D02FAE741357}"/>
              </a:ext>
            </a:extLst>
          </p:cNvPr>
          <p:cNvSpPr txBox="1"/>
          <p:nvPr/>
        </p:nvSpPr>
        <p:spPr>
          <a:xfrm>
            <a:off x="1800000" y="5076000"/>
            <a:ext cx="155863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Master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066E38-F298-F80A-B121-7EA00D47486D}"/>
              </a:ext>
            </a:extLst>
          </p:cNvPr>
          <p:cNvSpPr txBox="1"/>
          <p:nvPr/>
        </p:nvSpPr>
        <p:spPr>
          <a:xfrm>
            <a:off x="9000000" y="5076000"/>
            <a:ext cx="155863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Slave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288E5E-E19A-8E58-A27D-B5D1542A966A}"/>
              </a:ext>
            </a:extLst>
          </p:cNvPr>
          <p:cNvSpPr txBox="1"/>
          <p:nvPr/>
        </p:nvSpPr>
        <p:spPr>
          <a:xfrm>
            <a:off x="1799999" y="5760000"/>
            <a:ext cx="155863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Leader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15DB0C-AD74-F86F-0BC1-7093E0357720}"/>
              </a:ext>
            </a:extLst>
          </p:cNvPr>
          <p:cNvSpPr txBox="1"/>
          <p:nvPr/>
        </p:nvSpPr>
        <p:spPr>
          <a:xfrm>
            <a:off x="8775599" y="5760000"/>
            <a:ext cx="200743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Follower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C5A8ADAB-421E-9F0E-7E0B-38E2128FBA95}"/>
              </a:ext>
            </a:extLst>
          </p:cNvPr>
          <p:cNvCxnSpPr/>
          <p:nvPr/>
        </p:nvCxnSpPr>
        <p:spPr>
          <a:xfrm>
            <a:off x="1059871" y="5400000"/>
            <a:ext cx="1007225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2E18BC7E-D33E-F8EF-FDDC-7BD1EFE43B20}"/>
              </a:ext>
            </a:extLst>
          </p:cNvPr>
          <p:cNvSpPr txBox="1"/>
          <p:nvPr/>
        </p:nvSpPr>
        <p:spPr>
          <a:xfrm>
            <a:off x="360000" y="828000"/>
            <a:ext cx="79496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机器人遥操作（</a:t>
            </a:r>
            <a:r>
              <a:rPr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Teleoperation</a:t>
            </a: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）的主从结构：</a:t>
            </a:r>
          </a:p>
        </p:txBody>
      </p:sp>
    </p:spTree>
    <p:extLst>
      <p:ext uri="{BB962C8B-B14F-4D97-AF65-F5344CB8AC3E}">
        <p14:creationId xmlns:p14="http://schemas.microsoft.com/office/powerpoint/2010/main" val="396607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文本框 476">
            <a:extLst>
              <a:ext uri="{FF2B5EF4-FFF2-40B4-BE49-F238E27FC236}">
                <a16:creationId xmlns:a16="http://schemas.microsoft.com/office/drawing/2014/main" id="{DA80958C-E143-334B-D985-CEAD22FA8C12}"/>
              </a:ext>
            </a:extLst>
          </p:cNvPr>
          <p:cNvSpPr txBox="1"/>
          <p:nvPr/>
        </p:nvSpPr>
        <p:spPr>
          <a:xfrm>
            <a:off x="360000" y="828000"/>
            <a:ext cx="57570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维持阻塞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6" name="组合 385">
            <a:extLst>
              <a:ext uri="{FF2B5EF4-FFF2-40B4-BE49-F238E27FC236}">
                <a16:creationId xmlns:a16="http://schemas.microsoft.com/office/drawing/2014/main" id="{DD2556E6-CEEA-7C71-DBA7-72BD68A4F09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87" name="组合 386">
              <a:extLst>
                <a:ext uri="{FF2B5EF4-FFF2-40B4-BE49-F238E27FC236}">
                  <a16:creationId xmlns:a16="http://schemas.microsoft.com/office/drawing/2014/main" id="{C5D8595B-796A-FF2E-8EE4-4A6F6E6E7EE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89" name="箭头: 五边形 388">
                <a:extLst>
                  <a:ext uri="{FF2B5EF4-FFF2-40B4-BE49-F238E27FC236}">
                    <a16:creationId xmlns:a16="http://schemas.microsoft.com/office/drawing/2014/main" id="{C6083734-3587-CDB3-727E-8781A55995B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0" name="箭头: V 形 389">
                <a:extLst>
                  <a:ext uri="{FF2B5EF4-FFF2-40B4-BE49-F238E27FC236}">
                    <a16:creationId xmlns:a16="http://schemas.microsoft.com/office/drawing/2014/main" id="{A008DD6E-F452-D345-DBBE-57A01D6FF1E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88" name="灯片编号占位符 3">
              <a:extLst>
                <a:ext uri="{FF2B5EF4-FFF2-40B4-BE49-F238E27FC236}">
                  <a16:creationId xmlns:a16="http://schemas.microsoft.com/office/drawing/2014/main" id="{249D8611-519F-D897-AF78-0E18025A024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405" name="组合 404">
            <a:extLst>
              <a:ext uri="{FF2B5EF4-FFF2-40B4-BE49-F238E27FC236}">
                <a16:creationId xmlns:a16="http://schemas.microsoft.com/office/drawing/2014/main" id="{70F96D80-158D-0D08-E2DF-7C0ECD9AC81E}"/>
              </a:ext>
            </a:extLst>
          </p:cNvPr>
          <p:cNvGrpSpPr/>
          <p:nvPr/>
        </p:nvGrpSpPr>
        <p:grpSpPr>
          <a:xfrm>
            <a:off x="7370333" y="1810982"/>
            <a:ext cx="4758409" cy="4333316"/>
            <a:chOff x="6675618" y="1542087"/>
            <a:chExt cx="4758409" cy="4333316"/>
          </a:xfrm>
        </p:grpSpPr>
        <p:sp>
          <p:nvSpPr>
            <p:cNvPr id="480" name="Line 27">
              <a:extLst>
                <a:ext uri="{FF2B5EF4-FFF2-40B4-BE49-F238E27FC236}">
                  <a16:creationId xmlns:a16="http://schemas.microsoft.com/office/drawing/2014/main" id="{8F26E681-605B-5E4D-B812-8EF675888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33341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" name="Line 27">
              <a:extLst>
                <a:ext uri="{FF2B5EF4-FFF2-40B4-BE49-F238E27FC236}">
                  <a16:creationId xmlns:a16="http://schemas.microsoft.com/office/drawing/2014/main" id="{BE99514A-E735-909B-9FFD-037315583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3184648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文本框 481">
                  <a:extLst>
                    <a:ext uri="{FF2B5EF4-FFF2-40B4-BE49-F238E27FC236}">
                      <a16:creationId xmlns:a16="http://schemas.microsoft.com/office/drawing/2014/main" id="{C968A8C9-2205-D2DF-E760-3BCF96EB6E90}"/>
                    </a:ext>
                  </a:extLst>
                </p:cNvPr>
                <p:cNvSpPr txBox="1"/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2" name="文本框 481">
                  <a:extLst>
                    <a:ext uri="{FF2B5EF4-FFF2-40B4-BE49-F238E27FC236}">
                      <a16:creationId xmlns:a16="http://schemas.microsoft.com/office/drawing/2014/main" id="{C968A8C9-2205-D2DF-E760-3BCF96EB6E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5BE734D8-2C70-590C-1C86-A599FF7584B0}"/>
                </a:ext>
              </a:extLst>
            </p:cNvPr>
            <p:cNvSpPr/>
            <p:nvPr/>
          </p:nvSpPr>
          <p:spPr>
            <a:xfrm flipV="1">
              <a:off x="10436914" y="31230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84" name="Line 27">
              <a:extLst>
                <a:ext uri="{FF2B5EF4-FFF2-40B4-BE49-F238E27FC236}">
                  <a16:creationId xmlns:a16="http://schemas.microsoft.com/office/drawing/2014/main" id="{927634A9-454D-AE24-3254-82A826F793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41151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86" name="Line 27">
              <a:extLst>
                <a:ext uri="{FF2B5EF4-FFF2-40B4-BE49-F238E27FC236}">
                  <a16:creationId xmlns:a16="http://schemas.microsoft.com/office/drawing/2014/main" id="{0582C8CC-E1FF-C831-6A4D-401957A0B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4265106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5AE7EFE0-4905-C4C5-8764-99950BBBEABE}"/>
                </a:ext>
              </a:extLst>
            </p:cNvPr>
            <p:cNvSpPr/>
            <p:nvPr/>
          </p:nvSpPr>
          <p:spPr>
            <a:xfrm flipV="1">
              <a:off x="10436914" y="420346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88" name="Line 27">
              <a:extLst>
                <a:ext uri="{FF2B5EF4-FFF2-40B4-BE49-F238E27FC236}">
                  <a16:creationId xmlns:a16="http://schemas.microsoft.com/office/drawing/2014/main" id="{3480C577-01A4-3365-1097-3BD8E5E024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44936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9" name="Line 27">
              <a:extLst>
                <a:ext uri="{FF2B5EF4-FFF2-40B4-BE49-F238E27FC236}">
                  <a16:creationId xmlns:a16="http://schemas.microsoft.com/office/drawing/2014/main" id="{A03995BD-52F1-DE5A-EF10-4C69105449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9994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" name="Line 27">
              <a:extLst>
                <a:ext uri="{FF2B5EF4-FFF2-40B4-BE49-F238E27FC236}">
                  <a16:creationId xmlns:a16="http://schemas.microsoft.com/office/drawing/2014/main" id="{436DAC3D-2907-CDCD-05EF-4C4BB6A3BB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332376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" name="Line 27">
              <a:extLst>
                <a:ext uri="{FF2B5EF4-FFF2-40B4-BE49-F238E27FC236}">
                  <a16:creationId xmlns:a16="http://schemas.microsoft.com/office/drawing/2014/main" id="{28AD75E3-5FDA-2983-A507-5823D56F57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412642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" name="Line 27">
              <a:extLst>
                <a:ext uri="{FF2B5EF4-FFF2-40B4-BE49-F238E27FC236}">
                  <a16:creationId xmlns:a16="http://schemas.microsoft.com/office/drawing/2014/main" id="{20C198E4-3C4D-B321-2620-62E9D34E9C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9958185" y="325338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3" name="Line 27">
              <a:extLst>
                <a:ext uri="{FF2B5EF4-FFF2-40B4-BE49-F238E27FC236}">
                  <a16:creationId xmlns:a16="http://schemas.microsoft.com/office/drawing/2014/main" id="{AEAF0BF5-A710-7FAC-2BC7-A6409FF72D4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956994" y="312410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B61CE496-D825-3D68-615C-FA00BD21A14B}"/>
                </a:ext>
              </a:extLst>
            </p:cNvPr>
            <p:cNvSpPr/>
            <p:nvPr/>
          </p:nvSpPr>
          <p:spPr>
            <a:xfrm flipV="1">
              <a:off x="10660496" y="313673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39E83FE1-FD75-73FF-8010-C84300EF1C9A}"/>
                </a:ext>
              </a:extLst>
            </p:cNvPr>
            <p:cNvSpPr/>
            <p:nvPr/>
          </p:nvSpPr>
          <p:spPr>
            <a:xfrm flipV="1">
              <a:off x="10660496" y="4216277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文本框 495">
                  <a:extLst>
                    <a:ext uri="{FF2B5EF4-FFF2-40B4-BE49-F238E27FC236}">
                      <a16:creationId xmlns:a16="http://schemas.microsoft.com/office/drawing/2014/main" id="{D3D7225D-1A8A-4A96-D23C-84C9FC1C77DB}"/>
                    </a:ext>
                  </a:extLst>
                </p:cNvPr>
                <p:cNvSpPr txBox="1"/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6" name="文本框 495">
                  <a:extLst>
                    <a:ext uri="{FF2B5EF4-FFF2-40B4-BE49-F238E27FC236}">
                      <a16:creationId xmlns:a16="http://schemas.microsoft.com/office/drawing/2014/main" id="{D3D7225D-1A8A-4A96-D23C-84C9FC1C7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文本框 496">
                  <a:extLst>
                    <a:ext uri="{FF2B5EF4-FFF2-40B4-BE49-F238E27FC236}">
                      <a16:creationId xmlns:a16="http://schemas.microsoft.com/office/drawing/2014/main" id="{27BF8EC1-05FE-B4F1-48EE-FCCD45DF4B27}"/>
                    </a:ext>
                  </a:extLst>
                </p:cNvPr>
                <p:cNvSpPr txBox="1"/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文本框 496">
                  <a:extLst>
                    <a:ext uri="{FF2B5EF4-FFF2-40B4-BE49-F238E27FC236}">
                      <a16:creationId xmlns:a16="http://schemas.microsoft.com/office/drawing/2014/main" id="{27BF8EC1-05FE-B4F1-48EE-FCCD45DF4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blipFill>
                  <a:blip r:embed="rId5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9B1F0A89-B499-C778-55AC-BB77DD6C27BF}"/>
                    </a:ext>
                  </a:extLst>
                </p:cNvPr>
                <p:cNvSpPr txBox="1"/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9B1F0A89-B499-C778-55AC-BB77DD6C2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9211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9" name="流程图: 延期 498">
              <a:extLst>
                <a:ext uri="{FF2B5EF4-FFF2-40B4-BE49-F238E27FC236}">
                  <a16:creationId xmlns:a16="http://schemas.microsoft.com/office/drawing/2014/main" id="{75DF36D3-06ED-D12A-2F7C-C4726B36A4B9}"/>
                </a:ext>
              </a:extLst>
            </p:cNvPr>
            <p:cNvSpPr/>
            <p:nvPr/>
          </p:nvSpPr>
          <p:spPr>
            <a:xfrm>
              <a:off x="9892543" y="291015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00" name="流程图: 延期 499">
              <a:extLst>
                <a:ext uri="{FF2B5EF4-FFF2-40B4-BE49-F238E27FC236}">
                  <a16:creationId xmlns:a16="http://schemas.microsoft.com/office/drawing/2014/main" id="{F9A5BDF9-508F-CAC2-4CA4-C2685B9746D6}"/>
                </a:ext>
              </a:extLst>
            </p:cNvPr>
            <p:cNvSpPr/>
            <p:nvPr/>
          </p:nvSpPr>
          <p:spPr>
            <a:xfrm>
              <a:off x="9892543" y="399414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01" name="Line 27">
              <a:extLst>
                <a:ext uri="{FF2B5EF4-FFF2-40B4-BE49-F238E27FC236}">
                  <a16:creationId xmlns:a16="http://schemas.microsoft.com/office/drawing/2014/main" id="{10CB4B6C-F774-836C-F475-4BBA7C3BB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1804204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2" name="Line 27">
              <a:extLst>
                <a:ext uri="{FF2B5EF4-FFF2-40B4-BE49-F238E27FC236}">
                  <a16:creationId xmlns:a16="http://schemas.microsoft.com/office/drawing/2014/main" id="{3C600887-3A90-D097-3AE6-ADC5CCBEC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1037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" name="Line 27">
              <a:extLst>
                <a:ext uri="{FF2B5EF4-FFF2-40B4-BE49-F238E27FC236}">
                  <a16:creationId xmlns:a16="http://schemas.microsoft.com/office/drawing/2014/main" id="{0C0BDCF0-5200-4F9A-B7A4-657A70C6E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4021" y="1954197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653E7DAC-3D05-1672-F60B-193A2ABEF166}"/>
                </a:ext>
              </a:extLst>
            </p:cNvPr>
            <p:cNvSpPr/>
            <p:nvPr/>
          </p:nvSpPr>
          <p:spPr>
            <a:xfrm flipV="1">
              <a:off x="8571973" y="1892552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05" name="Line 27">
              <a:extLst>
                <a:ext uri="{FF2B5EF4-FFF2-40B4-BE49-F238E27FC236}">
                  <a16:creationId xmlns:a16="http://schemas.microsoft.com/office/drawing/2014/main" id="{33E6E333-781A-D736-A8BF-4C625B8C7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88466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6" name="Line 27">
              <a:extLst>
                <a:ext uri="{FF2B5EF4-FFF2-40B4-BE49-F238E27FC236}">
                  <a16:creationId xmlns:a16="http://schemas.microsoft.com/office/drawing/2014/main" id="{AB88571D-3C74-2047-A5B7-EE082FCEB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3184165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7" name="Line 27">
              <a:extLst>
                <a:ext uri="{FF2B5EF4-FFF2-40B4-BE49-F238E27FC236}">
                  <a16:creationId xmlns:a16="http://schemas.microsoft.com/office/drawing/2014/main" id="{8E800360-2518-C7FE-D6DF-7AA01D699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1639" y="3034655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44BF7333-1A57-0B1F-1F7B-3851CA56F8F7}"/>
                </a:ext>
              </a:extLst>
            </p:cNvPr>
            <p:cNvSpPr/>
            <p:nvPr/>
          </p:nvSpPr>
          <p:spPr>
            <a:xfrm flipV="1">
              <a:off x="8571973" y="297301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09" name="Line 27">
              <a:extLst>
                <a:ext uri="{FF2B5EF4-FFF2-40B4-BE49-F238E27FC236}">
                  <a16:creationId xmlns:a16="http://schemas.microsoft.com/office/drawing/2014/main" id="{36C6C41E-A913-2EDB-32BC-F767736552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2189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0" name="Line 27">
              <a:extLst>
                <a:ext uri="{FF2B5EF4-FFF2-40B4-BE49-F238E27FC236}">
                  <a16:creationId xmlns:a16="http://schemas.microsoft.com/office/drawing/2014/main" id="{428032B8-9123-0B09-EF0A-D5BF26E5EE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7690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1" name="Line 27">
              <a:extLst>
                <a:ext uri="{FF2B5EF4-FFF2-40B4-BE49-F238E27FC236}">
                  <a16:creationId xmlns:a16="http://schemas.microsoft.com/office/drawing/2014/main" id="{A15BD734-B4C3-851E-CAE3-9603BF991E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03362" y="2081043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Line 27">
              <a:extLst>
                <a:ext uri="{FF2B5EF4-FFF2-40B4-BE49-F238E27FC236}">
                  <a16:creationId xmlns:a16="http://schemas.microsoft.com/office/drawing/2014/main" id="{6C2E36C9-6F31-32AB-F418-EA8479124E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0281" y="2901331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27">
              <a:extLst>
                <a:ext uri="{FF2B5EF4-FFF2-40B4-BE49-F238E27FC236}">
                  <a16:creationId xmlns:a16="http://schemas.microsoft.com/office/drawing/2014/main" id="{6BFA1E97-05B6-2360-9675-052E0A0283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093244" y="2022936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Line 27">
              <a:extLst>
                <a:ext uri="{FF2B5EF4-FFF2-40B4-BE49-F238E27FC236}">
                  <a16:creationId xmlns:a16="http://schemas.microsoft.com/office/drawing/2014/main" id="{92CE776B-B17E-EF4C-BA08-06F3553B17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92053" y="1893651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2FAB301A-0DF1-B168-3261-ADDFC2C5F901}"/>
                </a:ext>
              </a:extLst>
            </p:cNvPr>
            <p:cNvSpPr/>
            <p:nvPr/>
          </p:nvSpPr>
          <p:spPr>
            <a:xfrm flipV="1">
              <a:off x="8795555" y="2985826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97" name="流程图: 延期 196">
              <a:extLst>
                <a:ext uri="{FF2B5EF4-FFF2-40B4-BE49-F238E27FC236}">
                  <a16:creationId xmlns:a16="http://schemas.microsoft.com/office/drawing/2014/main" id="{198A40B3-4036-1937-4AA4-F4BC00FC6433}"/>
                </a:ext>
              </a:extLst>
            </p:cNvPr>
            <p:cNvSpPr/>
            <p:nvPr/>
          </p:nvSpPr>
          <p:spPr>
            <a:xfrm>
              <a:off x="8027602" y="167970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98" name="流程图: 延期 197">
              <a:extLst>
                <a:ext uri="{FF2B5EF4-FFF2-40B4-BE49-F238E27FC236}">
                  <a16:creationId xmlns:a16="http://schemas.microsoft.com/office/drawing/2014/main" id="{4CDDF76B-5892-236A-A0CC-4CB40E49A828}"/>
                </a:ext>
              </a:extLst>
            </p:cNvPr>
            <p:cNvSpPr/>
            <p:nvPr/>
          </p:nvSpPr>
          <p:spPr>
            <a:xfrm>
              <a:off x="8027602" y="276369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99" name="Line 27">
              <a:extLst>
                <a:ext uri="{FF2B5EF4-FFF2-40B4-BE49-F238E27FC236}">
                  <a16:creationId xmlns:a16="http://schemas.microsoft.com/office/drawing/2014/main" id="{1C88ADC8-78C7-FAEA-5E2A-29DF0974C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8740" y="4264610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0" name="Line 27">
              <a:extLst>
                <a:ext uri="{FF2B5EF4-FFF2-40B4-BE49-F238E27FC236}">
                  <a16:creationId xmlns:a16="http://schemas.microsoft.com/office/drawing/2014/main" id="{0124B4C4-B521-AF95-3A10-3B8F1F83DF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4564113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Line 27">
              <a:extLst>
                <a:ext uri="{FF2B5EF4-FFF2-40B4-BE49-F238E27FC236}">
                  <a16:creationId xmlns:a16="http://schemas.microsoft.com/office/drawing/2014/main" id="{284A3F2F-D8CB-C392-96A6-EFF77CD985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4567" y="4414603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1B18AD9B-9867-D5C6-51A1-D3B3E433C1CE}"/>
                </a:ext>
              </a:extLst>
            </p:cNvPr>
            <p:cNvSpPr/>
            <p:nvPr/>
          </p:nvSpPr>
          <p:spPr>
            <a:xfrm flipV="1">
              <a:off x="8584901" y="435295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03" name="Line 27">
              <a:extLst>
                <a:ext uri="{FF2B5EF4-FFF2-40B4-BE49-F238E27FC236}">
                  <a16:creationId xmlns:a16="http://schemas.microsoft.com/office/drawing/2014/main" id="{237DF44E-F9C7-EA96-49F7-BA7DAF231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596" y="534506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4" name="Line 27">
              <a:extLst>
                <a:ext uri="{FF2B5EF4-FFF2-40B4-BE49-F238E27FC236}">
                  <a16:creationId xmlns:a16="http://schemas.microsoft.com/office/drawing/2014/main" id="{73A0080A-A7A0-0619-A956-63D121EA7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201" y="5644571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Line 27">
              <a:extLst>
                <a:ext uri="{FF2B5EF4-FFF2-40B4-BE49-F238E27FC236}">
                  <a16:creationId xmlns:a16="http://schemas.microsoft.com/office/drawing/2014/main" id="{2F4D6445-7532-36D9-6F2C-EB1A734D67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6949" y="5495061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8946E4B6-5C74-9CB8-E852-316BC6E93F0E}"/>
                </a:ext>
              </a:extLst>
            </p:cNvPr>
            <p:cNvSpPr/>
            <p:nvPr/>
          </p:nvSpPr>
          <p:spPr>
            <a:xfrm flipV="1">
              <a:off x="8584901" y="543341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20" name="Line 27">
              <a:extLst>
                <a:ext uri="{FF2B5EF4-FFF2-40B4-BE49-F238E27FC236}">
                  <a16:creationId xmlns:a16="http://schemas.microsoft.com/office/drawing/2014/main" id="{A12C9BB3-7B6E-9A95-F6FB-8080077701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467931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" name="Line 27">
              <a:extLst>
                <a:ext uri="{FF2B5EF4-FFF2-40B4-BE49-F238E27FC236}">
                  <a16:creationId xmlns:a16="http://schemas.microsoft.com/office/drawing/2014/main" id="{9B88E0C7-AC23-2DC5-6732-E7D1A4E4A9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52294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D954ABF1-FCA5-4C01-E78A-DC1861D1A4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28566" y="455372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" name="Line 27">
              <a:extLst>
                <a:ext uri="{FF2B5EF4-FFF2-40B4-BE49-F238E27FC236}">
                  <a16:creationId xmlns:a16="http://schemas.microsoft.com/office/drawing/2014/main" id="{7FD4C10E-EAB2-FCAE-34F1-D43D5B147B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6919" y="5368027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" name="Line 27">
              <a:extLst>
                <a:ext uri="{FF2B5EF4-FFF2-40B4-BE49-F238E27FC236}">
                  <a16:creationId xmlns:a16="http://schemas.microsoft.com/office/drawing/2014/main" id="{CDEB02B3-B666-7A9E-C999-41D42329F6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106172" y="448334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7BCD7D43-096B-D7ED-D6A4-D9C1608B9C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104981" y="435405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7D855EE0-0715-EE14-06EF-BC336C12AEA1}"/>
                </a:ext>
              </a:extLst>
            </p:cNvPr>
            <p:cNvSpPr/>
            <p:nvPr/>
          </p:nvSpPr>
          <p:spPr>
            <a:xfrm flipV="1">
              <a:off x="8808483" y="436669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28" name="流程图: 延期 227">
              <a:extLst>
                <a:ext uri="{FF2B5EF4-FFF2-40B4-BE49-F238E27FC236}">
                  <a16:creationId xmlns:a16="http://schemas.microsoft.com/office/drawing/2014/main" id="{A20BFB18-8F46-8C69-2348-731C49C4FB04}"/>
                </a:ext>
              </a:extLst>
            </p:cNvPr>
            <p:cNvSpPr/>
            <p:nvPr/>
          </p:nvSpPr>
          <p:spPr>
            <a:xfrm>
              <a:off x="8040530" y="414011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29" name="流程图: 延期 228">
              <a:extLst>
                <a:ext uri="{FF2B5EF4-FFF2-40B4-BE49-F238E27FC236}">
                  <a16:creationId xmlns:a16="http://schemas.microsoft.com/office/drawing/2014/main" id="{B4FDDB6A-0433-ABAB-C2C3-549376325F79}"/>
                </a:ext>
              </a:extLst>
            </p:cNvPr>
            <p:cNvSpPr/>
            <p:nvPr/>
          </p:nvSpPr>
          <p:spPr>
            <a:xfrm>
              <a:off x="8040530" y="522410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30" name="Line 27">
              <a:extLst>
                <a:ext uri="{FF2B5EF4-FFF2-40B4-BE49-F238E27FC236}">
                  <a16:creationId xmlns:a16="http://schemas.microsoft.com/office/drawing/2014/main" id="{26F4F3F8-C963-2654-D90A-ADADBDF722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49948" y="3184158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2927E93B-5495-7233-132D-ED1FA470D072}"/>
                </a:ext>
              </a:extLst>
            </p:cNvPr>
            <p:cNvSpPr/>
            <p:nvPr/>
          </p:nvSpPr>
          <p:spPr>
            <a:xfrm flipV="1">
              <a:off x="7751690" y="451495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32" name="Line 27">
              <a:extLst>
                <a:ext uri="{FF2B5EF4-FFF2-40B4-BE49-F238E27FC236}">
                  <a16:creationId xmlns:a16="http://schemas.microsoft.com/office/drawing/2014/main" id="{49050C60-67F4-9961-3B43-931F4E2DD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4413602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FFC95262-896F-FB88-229A-CA91F352BB55}"/>
                </a:ext>
              </a:extLst>
            </p:cNvPr>
            <p:cNvGrpSpPr/>
            <p:nvPr/>
          </p:nvGrpSpPr>
          <p:grpSpPr>
            <a:xfrm>
              <a:off x="7792408" y="3033653"/>
              <a:ext cx="1053994" cy="1243050"/>
              <a:chOff x="7322851" y="2737091"/>
              <a:chExt cx="1053994" cy="1243050"/>
            </a:xfrm>
          </p:grpSpPr>
          <p:sp>
            <p:nvSpPr>
              <p:cNvPr id="233" name="Line 27">
                <a:extLst>
                  <a:ext uri="{FF2B5EF4-FFF2-40B4-BE49-F238E27FC236}">
                    <a16:creationId xmlns:a16="http://schemas.microsoft.com/office/drawing/2014/main" id="{B571BFD3-01A0-3A17-66F3-21DD88DA3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Line 27">
                <a:extLst>
                  <a:ext uri="{FF2B5EF4-FFF2-40B4-BE49-F238E27FC236}">
                    <a16:creationId xmlns:a16="http://schemas.microsoft.com/office/drawing/2014/main" id="{1FF57857-17DD-0985-B984-C82086272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Line 27">
                <a:extLst>
                  <a:ext uri="{FF2B5EF4-FFF2-40B4-BE49-F238E27FC236}">
                    <a16:creationId xmlns:a16="http://schemas.microsoft.com/office/drawing/2014/main" id="{6952F29E-5CB0-0669-B6DE-5BC560ED2D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9" name="Line 27">
              <a:extLst>
                <a:ext uri="{FF2B5EF4-FFF2-40B4-BE49-F238E27FC236}">
                  <a16:creationId xmlns:a16="http://schemas.microsoft.com/office/drawing/2014/main" id="{3FD0FAF4-C52C-5B33-BC2A-A49C5454AD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24625" y="3793409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2DE81A32-BD05-28B8-20F6-2400EAA99D1C}"/>
                </a:ext>
              </a:extLst>
            </p:cNvPr>
            <p:cNvSpPr/>
            <p:nvPr/>
          </p:nvSpPr>
          <p:spPr>
            <a:xfrm flipV="1">
              <a:off x="7297771" y="374972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85" name="Line 27">
              <a:extLst>
                <a:ext uri="{FF2B5EF4-FFF2-40B4-BE49-F238E27FC236}">
                  <a16:creationId xmlns:a16="http://schemas.microsoft.com/office/drawing/2014/main" id="{190EFDE3-369F-CE1A-9E22-4257BB2C4C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2133" y="3798883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E3246659-BC05-6C3C-E72D-BDDB06EC7CA4}"/>
                    </a:ext>
                  </a:extLst>
                </p:cNvPr>
                <p:cNvSpPr txBox="1"/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E3246659-BC05-6C3C-E72D-BDDB06EC7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2" name="文本框 391">
                  <a:extLst>
                    <a:ext uri="{FF2B5EF4-FFF2-40B4-BE49-F238E27FC236}">
                      <a16:creationId xmlns:a16="http://schemas.microsoft.com/office/drawing/2014/main" id="{0BB8EE85-972E-DFCE-8D3C-823D82A7D533}"/>
                    </a:ext>
                  </a:extLst>
                </p:cNvPr>
                <p:cNvSpPr txBox="1"/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2" name="文本框 391">
                  <a:extLst>
                    <a:ext uri="{FF2B5EF4-FFF2-40B4-BE49-F238E27FC236}">
                      <a16:creationId xmlns:a16="http://schemas.microsoft.com/office/drawing/2014/main" id="{0BB8EE85-972E-DFCE-8D3C-823D82A7D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文本框 392">
                  <a:extLst>
                    <a:ext uri="{FF2B5EF4-FFF2-40B4-BE49-F238E27FC236}">
                      <a16:creationId xmlns:a16="http://schemas.microsoft.com/office/drawing/2014/main" id="{E65EDE1E-1020-9D75-E61F-11EDB89437D1}"/>
                    </a:ext>
                  </a:extLst>
                </p:cNvPr>
                <p:cNvSpPr txBox="1"/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3" name="文本框 392">
                  <a:extLst>
                    <a:ext uri="{FF2B5EF4-FFF2-40B4-BE49-F238E27FC236}">
                      <a16:creationId xmlns:a16="http://schemas.microsoft.com/office/drawing/2014/main" id="{E65EDE1E-1020-9D75-E61F-11EDB89437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6883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文本框 393">
                  <a:extLst>
                    <a:ext uri="{FF2B5EF4-FFF2-40B4-BE49-F238E27FC236}">
                      <a16:creationId xmlns:a16="http://schemas.microsoft.com/office/drawing/2014/main" id="{1045C5E0-3B0B-938C-7C59-0EF58ACFB9C6}"/>
                    </a:ext>
                  </a:extLst>
                </p:cNvPr>
                <p:cNvSpPr txBox="1"/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4" name="文本框 393">
                  <a:extLst>
                    <a:ext uri="{FF2B5EF4-FFF2-40B4-BE49-F238E27FC236}">
                      <a16:creationId xmlns:a16="http://schemas.microsoft.com/office/drawing/2014/main" id="{1045C5E0-3B0B-938C-7C59-0EF58ACFB9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7105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5" name="文本框 394">
                  <a:extLst>
                    <a:ext uri="{FF2B5EF4-FFF2-40B4-BE49-F238E27FC236}">
                      <a16:creationId xmlns:a16="http://schemas.microsoft.com/office/drawing/2014/main" id="{B5104B58-6E03-3942-1D11-EBE4B1E36CA9}"/>
                    </a:ext>
                  </a:extLst>
                </p:cNvPr>
                <p:cNvSpPr txBox="1"/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5" name="文本框 394">
                  <a:extLst>
                    <a:ext uri="{FF2B5EF4-FFF2-40B4-BE49-F238E27FC236}">
                      <a16:creationId xmlns:a16="http://schemas.microsoft.com/office/drawing/2014/main" id="{B5104B58-6E03-3942-1D11-EBE4B1E36C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8234A473-239A-8085-D782-9BEFED636C6C}"/>
                    </a:ext>
                  </a:extLst>
                </p:cNvPr>
                <p:cNvSpPr txBox="1"/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8234A473-239A-8085-D782-9BEFED636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500C7071-EB80-4C09-B0D1-348E9188F371}"/>
                    </a:ext>
                  </a:extLst>
                </p:cNvPr>
                <p:cNvSpPr txBox="1"/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500C7071-EB80-4C09-B0D1-348E9188F3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B30BA280-974B-4F43-22C7-4AE32B49D986}"/>
                    </a:ext>
                  </a:extLst>
                </p:cNvPr>
                <p:cNvSpPr txBox="1"/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B30BA280-974B-4F43-22C7-4AE32B49D9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blipFill>
                  <a:blip r:embed="rId14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55AC2052-6256-662B-72D4-7C0A2C05FDF5}"/>
                    </a:ext>
                  </a:extLst>
                </p:cNvPr>
                <p:cNvSpPr txBox="1"/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55AC2052-6256-662B-72D4-7C0A2C05FD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2337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1" name="文本框 400">
                  <a:extLst>
                    <a:ext uri="{FF2B5EF4-FFF2-40B4-BE49-F238E27FC236}">
                      <a16:creationId xmlns:a16="http://schemas.microsoft.com/office/drawing/2014/main" id="{D9E07695-A678-3376-4074-AC16A3E09DA8}"/>
                    </a:ext>
                  </a:extLst>
                </p:cNvPr>
                <p:cNvSpPr txBox="1"/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1" name="文本框 400">
                  <a:extLst>
                    <a:ext uri="{FF2B5EF4-FFF2-40B4-BE49-F238E27FC236}">
                      <a16:creationId xmlns:a16="http://schemas.microsoft.com/office/drawing/2014/main" id="{D9E07695-A678-3376-4074-AC16A3E09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3" name="文本框 402">
                <a:extLst>
                  <a:ext uri="{FF2B5EF4-FFF2-40B4-BE49-F238E27FC236}">
                    <a16:creationId xmlns:a16="http://schemas.microsoft.com/office/drawing/2014/main" id="{2CDACC3D-0700-9F8C-CC29-8F53C99E5DB4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8146691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保持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3" name="文本框 402">
                <a:extLst>
                  <a:ext uri="{FF2B5EF4-FFF2-40B4-BE49-F238E27FC236}">
                    <a16:creationId xmlns:a16="http://schemas.microsoft.com/office/drawing/2014/main" id="{2CDACC3D-0700-9F8C-CC29-8F53C99E5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8146691" cy="462434"/>
              </a:xfrm>
              <a:prstGeom prst="rect">
                <a:avLst/>
              </a:prstGeom>
              <a:blipFill>
                <a:blip r:embed="rId17"/>
                <a:stretch>
                  <a:fillRect l="-973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84F0EB20-6AD2-3D2D-AC25-7DA2D7C9AA79}"/>
                  </a:ext>
                </a:extLst>
              </p:cNvPr>
              <p:cNvSpPr txBox="1"/>
              <p:nvPr/>
            </p:nvSpPr>
            <p:spPr>
              <a:xfrm>
                <a:off x="360000" y="5616000"/>
                <a:ext cx="68238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值进入触发器，为触发器状态更新做好准备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04" name="文本框 403">
                <a:extLst>
                  <a:ext uri="{FF2B5EF4-FFF2-40B4-BE49-F238E27FC236}">
                    <a16:creationId xmlns:a16="http://schemas.microsoft.com/office/drawing/2014/main" id="{84F0EB20-6AD2-3D2D-AC25-7DA2D7C9A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616000"/>
                <a:ext cx="6823810" cy="461665"/>
              </a:xfrm>
              <a:prstGeom prst="rect">
                <a:avLst/>
              </a:prstGeom>
              <a:blipFill>
                <a:blip r:embed="rId18"/>
                <a:stretch>
                  <a:fillRect l="-116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文本框 406">
            <a:extLst>
              <a:ext uri="{FF2B5EF4-FFF2-40B4-BE49-F238E27FC236}">
                <a16:creationId xmlns:a16="http://schemas.microsoft.com/office/drawing/2014/main" id="{3C2771F2-D053-DDE8-334F-45CCA0329087}"/>
              </a:ext>
            </a:extLst>
          </p:cNvPr>
          <p:cNvSpPr txBox="1"/>
          <p:nvPr/>
        </p:nvSpPr>
        <p:spPr>
          <a:xfrm>
            <a:off x="9509759" y="2844473"/>
            <a:ext cx="1203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" name="文本框 408">
                <a:extLst>
                  <a:ext uri="{FF2B5EF4-FFF2-40B4-BE49-F238E27FC236}">
                    <a16:creationId xmlns:a16="http://schemas.microsoft.com/office/drawing/2014/main" id="{A50DFAC8-CC73-1B0B-62FF-B5FA41809E31}"/>
                  </a:ext>
                </a:extLst>
              </p:cNvPr>
              <p:cNvSpPr txBox="1"/>
              <p:nvPr/>
            </p:nvSpPr>
            <p:spPr>
              <a:xfrm>
                <a:off x="10020249" y="5599902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</m:acc>
                    </m:oMath>
                  </m:oMathPara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9" name="文本框 408">
                <a:extLst>
                  <a:ext uri="{FF2B5EF4-FFF2-40B4-BE49-F238E27FC236}">
                    <a16:creationId xmlns:a16="http://schemas.microsoft.com/office/drawing/2014/main" id="{A50DFAC8-CC73-1B0B-62FF-B5FA41809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249" y="5599902"/>
                <a:ext cx="458075" cy="461665"/>
              </a:xfrm>
              <a:prstGeom prst="rect">
                <a:avLst/>
              </a:prstGeom>
              <a:blipFill>
                <a:blip r:embed="rId19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" name="文本框 409">
                <a:extLst>
                  <a:ext uri="{FF2B5EF4-FFF2-40B4-BE49-F238E27FC236}">
                    <a16:creationId xmlns:a16="http://schemas.microsoft.com/office/drawing/2014/main" id="{59A74D1B-7AFE-2E26-3B24-4BE8895DC6F0}"/>
                  </a:ext>
                </a:extLst>
              </p:cNvPr>
              <p:cNvSpPr txBox="1"/>
              <p:nvPr/>
            </p:nvSpPr>
            <p:spPr>
              <a:xfrm>
                <a:off x="10020248" y="1799283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</m:oMath>
                  </m:oMathPara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0" name="文本框 409">
                <a:extLst>
                  <a:ext uri="{FF2B5EF4-FFF2-40B4-BE49-F238E27FC236}">
                    <a16:creationId xmlns:a16="http://schemas.microsoft.com/office/drawing/2014/main" id="{59A74D1B-7AFE-2E26-3B24-4BE8895DC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248" y="1799283"/>
                <a:ext cx="458075" cy="461665"/>
              </a:xfrm>
              <a:prstGeom prst="rect">
                <a:avLst/>
              </a:prstGeom>
              <a:blipFill>
                <a:blip r:embed="rId20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6A12F531-12FC-7FA2-2F57-186DE396FE4B}"/>
              </a:ext>
            </a:extLst>
          </p:cNvPr>
          <p:cNvGrpSpPr/>
          <p:nvPr/>
        </p:nvGrpSpPr>
        <p:grpSpPr>
          <a:xfrm>
            <a:off x="1620000" y="2046017"/>
            <a:ext cx="3880516" cy="3445241"/>
            <a:chOff x="1742007" y="2204815"/>
            <a:chExt cx="3880516" cy="3445241"/>
          </a:xfrm>
        </p:grpSpPr>
        <p:sp>
          <p:nvSpPr>
            <p:cNvPr id="411" name="Line 27">
              <a:extLst>
                <a:ext uri="{FF2B5EF4-FFF2-40B4-BE49-F238E27FC236}">
                  <a16:creationId xmlns:a16="http://schemas.microsoft.com/office/drawing/2014/main" id="{1BB7F43F-85A4-189A-7264-BAF7C4E6E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8347" y="3554033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12" name="Line 27">
              <a:extLst>
                <a:ext uri="{FF2B5EF4-FFF2-40B4-BE49-F238E27FC236}">
                  <a16:creationId xmlns:a16="http://schemas.microsoft.com/office/drawing/2014/main" id="{F2124D79-B2A7-FA62-5342-1354DB707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943" y="3432107"/>
              <a:ext cx="4480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13" name="椭圆 412">
              <a:extLst>
                <a:ext uri="{FF2B5EF4-FFF2-40B4-BE49-F238E27FC236}">
                  <a16:creationId xmlns:a16="http://schemas.microsoft.com/office/drawing/2014/main" id="{BB776027-8551-6DBE-AE85-794D34B9788F}"/>
                </a:ext>
              </a:extLst>
            </p:cNvPr>
            <p:cNvSpPr/>
            <p:nvPr/>
          </p:nvSpPr>
          <p:spPr>
            <a:xfrm flipV="1">
              <a:off x="4809370" y="3381835"/>
              <a:ext cx="94670" cy="9891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414" name="Line 27">
              <a:extLst>
                <a:ext uri="{FF2B5EF4-FFF2-40B4-BE49-F238E27FC236}">
                  <a16:creationId xmlns:a16="http://schemas.microsoft.com/office/drawing/2014/main" id="{5E1A30ED-E407-D139-5E31-DDBC6A06F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8347" y="4190908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415" name="Line 27">
              <a:extLst>
                <a:ext uri="{FF2B5EF4-FFF2-40B4-BE49-F238E27FC236}">
                  <a16:creationId xmlns:a16="http://schemas.microsoft.com/office/drawing/2014/main" id="{F94A7F95-7A69-0CC6-0E93-2C84A0436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943" y="4313228"/>
              <a:ext cx="44801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16" name="椭圆 415">
              <a:extLst>
                <a:ext uri="{FF2B5EF4-FFF2-40B4-BE49-F238E27FC236}">
                  <a16:creationId xmlns:a16="http://schemas.microsoft.com/office/drawing/2014/main" id="{519C3F04-8732-11DA-8EA5-0D8995EE9539}"/>
                </a:ext>
              </a:extLst>
            </p:cNvPr>
            <p:cNvSpPr/>
            <p:nvPr/>
          </p:nvSpPr>
          <p:spPr>
            <a:xfrm flipV="1">
              <a:off x="4809370" y="4262956"/>
              <a:ext cx="94670" cy="9891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417" name="Line 27">
              <a:extLst>
                <a:ext uri="{FF2B5EF4-FFF2-40B4-BE49-F238E27FC236}">
                  <a16:creationId xmlns:a16="http://schemas.microsoft.com/office/drawing/2014/main" id="{0B57D2C7-6E5B-1FDB-0C49-7D3645D861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64708" y="3647985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18" name="Line 27">
              <a:extLst>
                <a:ext uri="{FF2B5EF4-FFF2-40B4-BE49-F238E27FC236}">
                  <a16:creationId xmlns:a16="http://schemas.microsoft.com/office/drawing/2014/main" id="{B345840F-4C63-FCDB-5BE5-AEFD0C7214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064708" y="4096590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19" name="Line 27">
              <a:extLst>
                <a:ext uri="{FF2B5EF4-FFF2-40B4-BE49-F238E27FC236}">
                  <a16:creationId xmlns:a16="http://schemas.microsoft.com/office/drawing/2014/main" id="{8ACF9C48-DE9E-362C-CD9A-24F0B08A95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26530" y="3545561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0" name="Line 27">
              <a:extLst>
                <a:ext uri="{FF2B5EF4-FFF2-40B4-BE49-F238E27FC236}">
                  <a16:creationId xmlns:a16="http://schemas.microsoft.com/office/drawing/2014/main" id="{0BDF62D8-9651-E64F-F441-81D6CD0332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926530" y="4200133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1" name="Line 27">
              <a:extLst>
                <a:ext uri="{FF2B5EF4-FFF2-40B4-BE49-F238E27FC236}">
                  <a16:creationId xmlns:a16="http://schemas.microsoft.com/office/drawing/2014/main" id="{3A9B7B1F-A6D3-0733-C4BC-69776AD287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418963" y="3488164"/>
              <a:ext cx="363045" cy="8755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2" name="Line 27">
              <a:extLst>
                <a:ext uri="{FF2B5EF4-FFF2-40B4-BE49-F238E27FC236}">
                  <a16:creationId xmlns:a16="http://schemas.microsoft.com/office/drawing/2014/main" id="{D6D9AECA-24D6-8A7B-A0BE-062C1156F8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417992" y="3382731"/>
              <a:ext cx="363045" cy="8755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423" name="椭圆 422">
              <a:extLst>
                <a:ext uri="{FF2B5EF4-FFF2-40B4-BE49-F238E27FC236}">
                  <a16:creationId xmlns:a16="http://schemas.microsoft.com/office/drawing/2014/main" id="{50D19DF3-B5A7-2790-9577-A7A4809EC676}"/>
                </a:ext>
              </a:extLst>
            </p:cNvPr>
            <p:cNvSpPr/>
            <p:nvPr/>
          </p:nvSpPr>
          <p:spPr>
            <a:xfrm flipV="1">
              <a:off x="4991703" y="3393034"/>
              <a:ext cx="76739" cy="8017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69227A94-3954-306D-5A82-E0AF261AD802}"/>
                </a:ext>
              </a:extLst>
            </p:cNvPr>
            <p:cNvSpPr/>
            <p:nvPr/>
          </p:nvSpPr>
          <p:spPr>
            <a:xfrm flipV="1">
              <a:off x="4991703" y="4273408"/>
              <a:ext cx="76739" cy="8017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25BC0013-DDCE-406B-1470-D7D80BF1B781}"/>
                    </a:ext>
                  </a:extLst>
                </p:cNvPr>
                <p:cNvSpPr txBox="1"/>
                <p:nvPr/>
              </p:nvSpPr>
              <p:spPr>
                <a:xfrm>
                  <a:off x="1742007" y="5249946"/>
                  <a:ext cx="37356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25BC0013-DDCE-406B-1470-D7D80BF1B7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2007" y="5249946"/>
                  <a:ext cx="373563" cy="400110"/>
                </a:xfrm>
                <a:prstGeom prst="rect">
                  <a:avLst/>
                </a:prstGeom>
                <a:blipFill>
                  <a:blip r:embed="rId21"/>
                  <a:stretch>
                    <a:fillRect l="-48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文本框 257">
                  <a:extLst>
                    <a:ext uri="{FF2B5EF4-FFF2-40B4-BE49-F238E27FC236}">
                      <a16:creationId xmlns:a16="http://schemas.microsoft.com/office/drawing/2014/main" id="{6E8D6089-2E1D-2CDB-3A8B-E67363710B85}"/>
                    </a:ext>
                  </a:extLst>
                </p:cNvPr>
                <p:cNvSpPr txBox="1"/>
                <p:nvPr/>
              </p:nvSpPr>
              <p:spPr>
                <a:xfrm>
                  <a:off x="5248960" y="4123853"/>
                  <a:ext cx="373563" cy="400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8" name="文本框 257">
                  <a:extLst>
                    <a:ext uri="{FF2B5EF4-FFF2-40B4-BE49-F238E27FC236}">
                      <a16:creationId xmlns:a16="http://schemas.microsoft.com/office/drawing/2014/main" id="{6E8D6089-2E1D-2CDB-3A8B-E67363710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8960" y="4123853"/>
                  <a:ext cx="373563" cy="400815"/>
                </a:xfrm>
                <a:prstGeom prst="rect">
                  <a:avLst/>
                </a:prstGeom>
                <a:blipFill>
                  <a:blip r:embed="rId22"/>
                  <a:stretch>
                    <a:fillRect l="-13115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F23003E1-F6C0-A43A-52F8-1B9FE3B4D241}"/>
                    </a:ext>
                  </a:extLst>
                </p:cNvPr>
                <p:cNvSpPr txBox="1"/>
                <p:nvPr/>
              </p:nvSpPr>
              <p:spPr>
                <a:xfrm>
                  <a:off x="5248960" y="3242732"/>
                  <a:ext cx="37356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9" name="文本框 258">
                  <a:extLst>
                    <a:ext uri="{FF2B5EF4-FFF2-40B4-BE49-F238E27FC236}">
                      <a16:creationId xmlns:a16="http://schemas.microsoft.com/office/drawing/2014/main" id="{F23003E1-F6C0-A43A-52F8-1B9FE3B4D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8960" y="3242732"/>
                  <a:ext cx="373563" cy="400110"/>
                </a:xfrm>
                <a:prstGeom prst="rect">
                  <a:avLst/>
                </a:prstGeom>
                <a:blipFill>
                  <a:blip r:embed="rId23"/>
                  <a:stretch>
                    <a:fillRect l="-13115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0" name="流程图: 延期 259">
              <a:extLst>
                <a:ext uri="{FF2B5EF4-FFF2-40B4-BE49-F238E27FC236}">
                  <a16:creationId xmlns:a16="http://schemas.microsoft.com/office/drawing/2014/main" id="{4FE753E0-9CF7-024B-23B6-4C8BEF919C03}"/>
                </a:ext>
              </a:extLst>
            </p:cNvPr>
            <p:cNvSpPr/>
            <p:nvPr/>
          </p:nvSpPr>
          <p:spPr>
            <a:xfrm>
              <a:off x="4365432" y="3208256"/>
              <a:ext cx="435677" cy="44741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61" name="流程图: 延期 260">
              <a:extLst>
                <a:ext uri="{FF2B5EF4-FFF2-40B4-BE49-F238E27FC236}">
                  <a16:creationId xmlns:a16="http://schemas.microsoft.com/office/drawing/2014/main" id="{ED1C2AEB-CE30-6872-6DAF-B12ED3FD710B}"/>
                </a:ext>
              </a:extLst>
            </p:cNvPr>
            <p:cNvSpPr/>
            <p:nvPr/>
          </p:nvSpPr>
          <p:spPr>
            <a:xfrm>
              <a:off x="4365432" y="4092258"/>
              <a:ext cx="435677" cy="44741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62" name="Line 27">
              <a:extLst>
                <a:ext uri="{FF2B5EF4-FFF2-40B4-BE49-F238E27FC236}">
                  <a16:creationId xmlns:a16="http://schemas.microsoft.com/office/drawing/2014/main" id="{72C0FA1F-0A44-D29B-8D2D-8A5F852780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9111" y="2306345"/>
              <a:ext cx="41544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263" name="Line 27">
              <a:extLst>
                <a:ext uri="{FF2B5EF4-FFF2-40B4-BE49-F238E27FC236}">
                  <a16:creationId xmlns:a16="http://schemas.microsoft.com/office/drawing/2014/main" id="{C8007208-5F1B-4A40-3590-242641E0C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7474" y="2550592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64" name="Line 27">
              <a:extLst>
                <a:ext uri="{FF2B5EF4-FFF2-40B4-BE49-F238E27FC236}">
                  <a16:creationId xmlns:a16="http://schemas.microsoft.com/office/drawing/2014/main" id="{E5BBD94B-9682-F160-E155-0BFFB1331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2013" y="2428666"/>
              <a:ext cx="2363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D712C8B3-5C85-FEAC-9458-7FE011B7D569}"/>
                </a:ext>
              </a:extLst>
            </p:cNvPr>
            <p:cNvSpPr/>
            <p:nvPr/>
          </p:nvSpPr>
          <p:spPr>
            <a:xfrm flipV="1">
              <a:off x="3288498" y="2378394"/>
              <a:ext cx="94670" cy="9891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66" name="Line 27">
              <a:extLst>
                <a:ext uri="{FF2B5EF4-FFF2-40B4-BE49-F238E27FC236}">
                  <a16:creationId xmlns:a16="http://schemas.microsoft.com/office/drawing/2014/main" id="{92DBBAD8-088C-8A10-8CA3-582227BED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940" y="3309787"/>
              <a:ext cx="12924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67" name="Line 27">
              <a:extLst>
                <a:ext uri="{FF2B5EF4-FFF2-40B4-BE49-F238E27FC236}">
                  <a16:creationId xmlns:a16="http://schemas.microsoft.com/office/drawing/2014/main" id="{78F792FD-0909-CEE4-C141-1E17485620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543836" y="2644543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68" name="Line 27">
              <a:extLst>
                <a:ext uri="{FF2B5EF4-FFF2-40B4-BE49-F238E27FC236}">
                  <a16:creationId xmlns:a16="http://schemas.microsoft.com/office/drawing/2014/main" id="{9C817CBD-20CB-D4A3-C258-65C07E273C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01289" y="3201060"/>
              <a:ext cx="2158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69" name="Line 27">
              <a:extLst>
                <a:ext uri="{FF2B5EF4-FFF2-40B4-BE49-F238E27FC236}">
                  <a16:creationId xmlns:a16="http://schemas.microsoft.com/office/drawing/2014/main" id="{CA402601-2CFF-5175-318A-966F79D3F6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898091" y="2484723"/>
              <a:ext cx="363045" cy="8755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B0B00AFC-39F4-09C2-3A6A-7EEB818C336F}"/>
                </a:ext>
              </a:extLst>
            </p:cNvPr>
            <p:cNvSpPr/>
            <p:nvPr/>
          </p:nvSpPr>
          <p:spPr>
            <a:xfrm flipV="1">
              <a:off x="3470831" y="3269966"/>
              <a:ext cx="76739" cy="8017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71" name="流程图: 延期 270">
              <a:extLst>
                <a:ext uri="{FF2B5EF4-FFF2-40B4-BE49-F238E27FC236}">
                  <a16:creationId xmlns:a16="http://schemas.microsoft.com/office/drawing/2014/main" id="{7A40790E-A4A4-756F-438B-DA3651165EA6}"/>
                </a:ext>
              </a:extLst>
            </p:cNvPr>
            <p:cNvSpPr/>
            <p:nvPr/>
          </p:nvSpPr>
          <p:spPr>
            <a:xfrm>
              <a:off x="2844559" y="2204815"/>
              <a:ext cx="435677" cy="44741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72" name="Line 27">
              <a:extLst>
                <a:ext uri="{FF2B5EF4-FFF2-40B4-BE49-F238E27FC236}">
                  <a16:creationId xmlns:a16="http://schemas.microsoft.com/office/drawing/2014/main" id="{6CA5DD97-28BA-71E5-D603-85139A832E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941" y="4435144"/>
              <a:ext cx="12924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73" name="Line 27">
              <a:extLst>
                <a:ext uri="{FF2B5EF4-FFF2-40B4-BE49-F238E27FC236}">
                  <a16:creationId xmlns:a16="http://schemas.microsoft.com/office/drawing/2014/main" id="{6264EBA3-4614-07CB-E886-35E6C0E0A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017" y="5193945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 dirty="0"/>
            </a:p>
          </p:txBody>
        </p:sp>
        <p:sp>
          <p:nvSpPr>
            <p:cNvPr id="274" name="Line 27">
              <a:extLst>
                <a:ext uri="{FF2B5EF4-FFF2-40B4-BE49-F238E27FC236}">
                  <a16:creationId xmlns:a16="http://schemas.microsoft.com/office/drawing/2014/main" id="{41FBB325-8A9D-8B7D-07A4-DFF0A9FCA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4822" y="5438192"/>
              <a:ext cx="8002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75" name="Line 27">
              <a:extLst>
                <a:ext uri="{FF2B5EF4-FFF2-40B4-BE49-F238E27FC236}">
                  <a16:creationId xmlns:a16="http://schemas.microsoft.com/office/drawing/2014/main" id="{9BFBA02B-50F5-9E4D-FB9E-273F15E02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2556" y="5316265"/>
              <a:ext cx="2363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D8FB51B6-8CF0-52D4-C137-437177698224}"/>
                </a:ext>
              </a:extLst>
            </p:cNvPr>
            <p:cNvSpPr/>
            <p:nvPr/>
          </p:nvSpPr>
          <p:spPr>
            <a:xfrm flipV="1">
              <a:off x="3299041" y="5265993"/>
              <a:ext cx="94670" cy="98912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77" name="Line 27">
              <a:extLst>
                <a:ext uri="{FF2B5EF4-FFF2-40B4-BE49-F238E27FC236}">
                  <a16:creationId xmlns:a16="http://schemas.microsoft.com/office/drawing/2014/main" id="{1D4F75D9-0784-60FF-E7A0-71F2E6A294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554378" y="5099627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78" name="Line 27">
              <a:extLst>
                <a:ext uri="{FF2B5EF4-FFF2-40B4-BE49-F238E27FC236}">
                  <a16:creationId xmlns:a16="http://schemas.microsoft.com/office/drawing/2014/main" id="{04A8B023-4857-B932-E153-C619A65981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16201" y="4548598"/>
              <a:ext cx="20708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79" name="Line 27">
              <a:extLst>
                <a:ext uri="{FF2B5EF4-FFF2-40B4-BE49-F238E27FC236}">
                  <a16:creationId xmlns:a16="http://schemas.microsoft.com/office/drawing/2014/main" id="{FC04BEE7-4F88-3761-BE55-5D96B0238A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406702" y="5212668"/>
              <a:ext cx="2260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80" name="Line 27">
              <a:extLst>
                <a:ext uri="{FF2B5EF4-FFF2-40B4-BE49-F238E27FC236}">
                  <a16:creationId xmlns:a16="http://schemas.microsoft.com/office/drawing/2014/main" id="{8E7C6482-0DCF-70AD-5974-4F5C3306C2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750732" y="4333298"/>
              <a:ext cx="455608" cy="10988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81" name="Line 27">
              <a:extLst>
                <a:ext uri="{FF2B5EF4-FFF2-40B4-BE49-F238E27FC236}">
                  <a16:creationId xmlns:a16="http://schemas.microsoft.com/office/drawing/2014/main" id="{A91A54A6-DA42-DE9C-4CBF-984579D31B3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907663" y="4385768"/>
              <a:ext cx="363045" cy="8755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3571C80E-35CE-C257-6A8C-BBAA62059B43}"/>
                </a:ext>
              </a:extLst>
            </p:cNvPr>
            <p:cNvSpPr/>
            <p:nvPr/>
          </p:nvSpPr>
          <p:spPr>
            <a:xfrm flipV="1">
              <a:off x="3481373" y="4396071"/>
              <a:ext cx="76739" cy="80178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/>
            </a:p>
          </p:txBody>
        </p:sp>
        <p:sp>
          <p:nvSpPr>
            <p:cNvPr id="283" name="流程图: 延期 282">
              <a:extLst>
                <a:ext uri="{FF2B5EF4-FFF2-40B4-BE49-F238E27FC236}">
                  <a16:creationId xmlns:a16="http://schemas.microsoft.com/office/drawing/2014/main" id="{C7B9A954-3A7B-FD3B-D6E0-3E856C84497D}"/>
                </a:ext>
              </a:extLst>
            </p:cNvPr>
            <p:cNvSpPr/>
            <p:nvPr/>
          </p:nvSpPr>
          <p:spPr>
            <a:xfrm>
              <a:off x="2855102" y="5095295"/>
              <a:ext cx="435677" cy="44741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284" name="Line 27">
              <a:extLst>
                <a:ext uri="{FF2B5EF4-FFF2-40B4-BE49-F238E27FC236}">
                  <a16:creationId xmlns:a16="http://schemas.microsoft.com/office/drawing/2014/main" id="{86EF8189-354E-B0FC-5EF9-1A1FFAE41E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262412" y="3482616"/>
              <a:ext cx="23525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466460AC-1EFD-208C-BF35-DBAFEEA81483}"/>
                    </a:ext>
                  </a:extLst>
                </p:cNvPr>
                <p:cNvSpPr txBox="1"/>
                <p:nvPr/>
              </p:nvSpPr>
              <p:spPr>
                <a:xfrm>
                  <a:off x="2895609" y="2243789"/>
                  <a:ext cx="382273" cy="4919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466460AC-1EFD-208C-BF35-DBAFEEA81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609" y="2243789"/>
                  <a:ext cx="382273" cy="491933"/>
                </a:xfrm>
                <a:prstGeom prst="rect">
                  <a:avLst/>
                </a:prstGeom>
                <a:blipFill>
                  <a:blip r:embed="rId24"/>
                  <a:stretch>
                    <a:fillRect l="-177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B427943F-63F2-8BE0-E8FD-823B8E4C840C}"/>
                    </a:ext>
                  </a:extLst>
                </p:cNvPr>
                <p:cNvSpPr txBox="1"/>
                <p:nvPr/>
              </p:nvSpPr>
              <p:spPr>
                <a:xfrm>
                  <a:off x="2892929" y="5118407"/>
                  <a:ext cx="382273" cy="4919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B427943F-63F2-8BE0-E8FD-823B8E4C8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2929" y="5118407"/>
                  <a:ext cx="382273" cy="491933"/>
                </a:xfrm>
                <a:prstGeom prst="rect">
                  <a:avLst/>
                </a:prstGeom>
                <a:blipFill>
                  <a:blip r:embed="rId25"/>
                  <a:stretch>
                    <a:fillRect l="-174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A22006DB-8939-FA0C-D6D7-0CE911A3C068}"/>
                    </a:ext>
                  </a:extLst>
                </p:cNvPr>
                <p:cNvSpPr txBox="1"/>
                <p:nvPr/>
              </p:nvSpPr>
              <p:spPr>
                <a:xfrm>
                  <a:off x="4428657" y="3235388"/>
                  <a:ext cx="382273" cy="4919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93" name="文本框 292">
                  <a:extLst>
                    <a:ext uri="{FF2B5EF4-FFF2-40B4-BE49-F238E27FC236}">
                      <a16:creationId xmlns:a16="http://schemas.microsoft.com/office/drawing/2014/main" id="{A22006DB-8939-FA0C-D6D7-0CE911A3C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8657" y="3235388"/>
                  <a:ext cx="382273" cy="491933"/>
                </a:xfrm>
                <a:prstGeom prst="rect">
                  <a:avLst/>
                </a:prstGeom>
                <a:blipFill>
                  <a:blip r:embed="rId26"/>
                  <a:stretch>
                    <a:fillRect l="-174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AFF5DB73-B4D5-5B35-9214-D77B00F7CC64}"/>
                    </a:ext>
                  </a:extLst>
                </p:cNvPr>
                <p:cNvSpPr txBox="1"/>
                <p:nvPr/>
              </p:nvSpPr>
              <p:spPr>
                <a:xfrm>
                  <a:off x="4430043" y="4134440"/>
                  <a:ext cx="382273" cy="4919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294" name="文本框 293">
                  <a:extLst>
                    <a:ext uri="{FF2B5EF4-FFF2-40B4-BE49-F238E27FC236}">
                      <a16:creationId xmlns:a16="http://schemas.microsoft.com/office/drawing/2014/main" id="{AFF5DB73-B4D5-5B35-9214-D77B00F7C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0043" y="4134440"/>
                  <a:ext cx="382273" cy="491933"/>
                </a:xfrm>
                <a:prstGeom prst="rect">
                  <a:avLst/>
                </a:prstGeom>
                <a:blipFill>
                  <a:blip r:embed="rId27"/>
                  <a:stretch>
                    <a:fillRect l="-174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6FD8F89E-812F-184D-0552-D0F713005706}"/>
                    </a:ext>
                  </a:extLst>
                </p:cNvPr>
                <p:cNvSpPr txBox="1"/>
                <p:nvPr/>
              </p:nvSpPr>
              <p:spPr>
                <a:xfrm>
                  <a:off x="4018346" y="2937979"/>
                  <a:ext cx="373563" cy="4008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6FD8F89E-812F-184D-0552-D0F7130057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8346" y="2937979"/>
                  <a:ext cx="373563" cy="40081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5034FA34-132B-965F-4FEE-C21E2B909178}"/>
                    </a:ext>
                  </a:extLst>
                </p:cNvPr>
                <p:cNvSpPr txBox="1"/>
                <p:nvPr/>
              </p:nvSpPr>
              <p:spPr>
                <a:xfrm>
                  <a:off x="4014898" y="4453486"/>
                  <a:ext cx="37356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6" name="文本框 295">
                  <a:extLst>
                    <a:ext uri="{FF2B5EF4-FFF2-40B4-BE49-F238E27FC236}">
                      <a16:creationId xmlns:a16="http://schemas.microsoft.com/office/drawing/2014/main" id="{5034FA34-132B-965F-4FEE-C21E2B9091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4898" y="4453486"/>
                  <a:ext cx="373563" cy="400110"/>
                </a:xfrm>
                <a:prstGeom prst="rect">
                  <a:avLst/>
                </a:prstGeom>
                <a:blipFill>
                  <a:blip r:embed="rId29"/>
                  <a:stretch>
                    <a:fillRect l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936E7296-E660-4424-D0C0-1BE94E6D428B}"/>
                    </a:ext>
                  </a:extLst>
                </p:cNvPr>
                <p:cNvSpPr txBox="1"/>
                <p:nvPr/>
              </p:nvSpPr>
              <p:spPr>
                <a:xfrm>
                  <a:off x="3504324" y="2227057"/>
                  <a:ext cx="110141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7" name="文本框 296">
                  <a:extLst>
                    <a:ext uri="{FF2B5EF4-FFF2-40B4-BE49-F238E27FC236}">
                      <a16:creationId xmlns:a16="http://schemas.microsoft.com/office/drawing/2014/main" id="{936E7296-E660-4424-D0C0-1BE94E6D4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4324" y="2227057"/>
                  <a:ext cx="1101417" cy="400110"/>
                </a:xfrm>
                <a:prstGeom prst="rect">
                  <a:avLst/>
                </a:prstGeom>
                <a:blipFill>
                  <a:blip r:embed="rId30"/>
                  <a:stretch>
                    <a:fillRect l="-1657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1F66AA86-8EEF-243A-0095-566D319F5DF2}"/>
                    </a:ext>
                  </a:extLst>
                </p:cNvPr>
                <p:cNvSpPr txBox="1"/>
                <p:nvPr/>
              </p:nvSpPr>
              <p:spPr>
                <a:xfrm>
                  <a:off x="3504325" y="5139689"/>
                  <a:ext cx="111183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</m:acc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8" name="文本框 297">
                  <a:extLst>
                    <a:ext uri="{FF2B5EF4-FFF2-40B4-BE49-F238E27FC236}">
                      <a16:creationId xmlns:a16="http://schemas.microsoft.com/office/drawing/2014/main" id="{1F66AA86-8EEF-243A-0095-566D319F5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4325" y="5139689"/>
                  <a:ext cx="1111833" cy="400110"/>
                </a:xfrm>
                <a:prstGeom prst="rect">
                  <a:avLst/>
                </a:prstGeom>
                <a:blipFill>
                  <a:blip r:embed="rId31"/>
                  <a:stretch>
                    <a:fillRect l="-1639" r="-20765" b="-106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F353F8EA-524E-4B7E-2BE2-165A106C1D7E}"/>
                    </a:ext>
                  </a:extLst>
                </p:cNvPr>
                <p:cNvSpPr txBox="1"/>
                <p:nvPr/>
              </p:nvSpPr>
              <p:spPr>
                <a:xfrm>
                  <a:off x="2762247" y="3093149"/>
                  <a:ext cx="38227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02" name="文本框 301">
                  <a:extLst>
                    <a:ext uri="{FF2B5EF4-FFF2-40B4-BE49-F238E27FC236}">
                      <a16:creationId xmlns:a16="http://schemas.microsoft.com/office/drawing/2014/main" id="{F353F8EA-524E-4B7E-2BE2-165A106C1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2247" y="3093149"/>
                  <a:ext cx="382273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D8060342-915B-3B3D-16C5-085147A8C168}"/>
                    </a:ext>
                  </a:extLst>
                </p:cNvPr>
                <p:cNvSpPr txBox="1"/>
                <p:nvPr/>
              </p:nvSpPr>
              <p:spPr>
                <a:xfrm>
                  <a:off x="2739192" y="4226263"/>
                  <a:ext cx="38227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303" name="文本框 302">
                  <a:extLst>
                    <a:ext uri="{FF2B5EF4-FFF2-40B4-BE49-F238E27FC236}">
                      <a16:creationId xmlns:a16="http://schemas.microsoft.com/office/drawing/2014/main" id="{D8060342-915B-3B3D-16C5-085147A8C1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9192" y="4226263"/>
                  <a:ext cx="382273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5" name="文本框 284">
            <a:extLst>
              <a:ext uri="{FF2B5EF4-FFF2-40B4-BE49-F238E27FC236}">
                <a16:creationId xmlns:a16="http://schemas.microsoft.com/office/drawing/2014/main" id="{C5CE3E1B-5F3E-07EB-E2C4-23F49DDFBF9F}"/>
              </a:ext>
            </a:extLst>
          </p:cNvPr>
          <p:cNvSpPr txBox="1"/>
          <p:nvPr/>
        </p:nvSpPr>
        <p:spPr>
          <a:xfrm>
            <a:off x="9509759" y="4695652"/>
            <a:ext cx="1203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97AC0F09-F386-B2D8-8D5B-73D51B747668}"/>
              </a:ext>
            </a:extLst>
          </p:cNvPr>
          <p:cNvSpPr txBox="1"/>
          <p:nvPr/>
        </p:nvSpPr>
        <p:spPr>
          <a:xfrm>
            <a:off x="7049643" y="4205896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7A710A-9BCC-19C3-7BB4-E4B5FEC073D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82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" grpId="0"/>
      <p:bldP spid="404" grpId="0"/>
      <p:bldP spid="407" grpId="0"/>
      <p:bldP spid="409" grpId="0"/>
      <p:bldP spid="410" grpId="0"/>
      <p:bldP spid="285" grpId="0"/>
      <p:bldP spid="29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E48A676-45A2-5FB5-185F-E0BCEC6CE9F0}"/>
              </a:ext>
            </a:extLst>
          </p:cNvPr>
          <p:cNvSpPr txBox="1"/>
          <p:nvPr/>
        </p:nvSpPr>
        <p:spPr>
          <a:xfrm>
            <a:off x="360000" y="828000"/>
            <a:ext cx="57570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维持阻塞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1A8794-AB36-9280-FC08-4E55E3840BDF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8391542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跳变到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1A8794-AB36-9280-FC08-4E55E3840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8391542" cy="462434"/>
              </a:xfrm>
              <a:prstGeom prst="rect">
                <a:avLst/>
              </a:prstGeom>
              <a:blipFill>
                <a:blip r:embed="rId2"/>
                <a:stretch>
                  <a:fillRect l="-944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组合 90">
            <a:extLst>
              <a:ext uri="{FF2B5EF4-FFF2-40B4-BE49-F238E27FC236}">
                <a16:creationId xmlns:a16="http://schemas.microsoft.com/office/drawing/2014/main" id="{8DA41E91-3D5C-F900-F5E6-E704B4DA9E6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4C5B0DDA-DB7C-24EF-B068-F5E48F955CB8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4" name="箭头: 五边形 93">
                <a:extLst>
                  <a:ext uri="{FF2B5EF4-FFF2-40B4-BE49-F238E27FC236}">
                    <a16:creationId xmlns:a16="http://schemas.microsoft.com/office/drawing/2014/main" id="{4A5312B6-37EC-4F4D-D4F8-DB75EF473C4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箭头: V 形 94">
                <a:extLst>
                  <a:ext uri="{FF2B5EF4-FFF2-40B4-BE49-F238E27FC236}">
                    <a16:creationId xmlns:a16="http://schemas.microsoft.com/office/drawing/2014/main" id="{8EDF7881-30AF-1032-778E-48B63FBB2EB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3" name="灯片编号占位符 3">
              <a:extLst>
                <a:ext uri="{FF2B5EF4-FFF2-40B4-BE49-F238E27FC236}">
                  <a16:creationId xmlns:a16="http://schemas.microsoft.com/office/drawing/2014/main" id="{F83772CB-33AE-A4D4-892D-41A3FF23BB6E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ED2C122-7B35-7E95-56C6-3195AA550D58}"/>
              </a:ext>
            </a:extLst>
          </p:cNvPr>
          <p:cNvGrpSpPr/>
          <p:nvPr/>
        </p:nvGrpSpPr>
        <p:grpSpPr>
          <a:xfrm>
            <a:off x="7370333" y="1810982"/>
            <a:ext cx="4758409" cy="4333316"/>
            <a:chOff x="6675618" y="1542087"/>
            <a:chExt cx="4758409" cy="4333316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D124278D-CF05-CCA1-009E-FF42B99DE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33341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2A74DBBC-9FE3-3D5B-03CE-6C729E353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3184648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6FF62C54-21D0-BC69-8E0E-51219CE48311}"/>
                    </a:ext>
                  </a:extLst>
                </p:cNvPr>
                <p:cNvSpPr txBox="1"/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6FF62C54-21D0-BC69-8E0E-51219CE48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B8A8FDAB-EE3F-183C-9B3C-A0DE2346D0D4}"/>
                </a:ext>
              </a:extLst>
            </p:cNvPr>
            <p:cNvSpPr/>
            <p:nvPr/>
          </p:nvSpPr>
          <p:spPr>
            <a:xfrm flipV="1">
              <a:off x="10436914" y="31230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7EB4282B-AC80-DFA0-03D6-3DAAE0E342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41151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8CE53960-A7C0-94F2-A4E7-C18FBE661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4265106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81DED1C8-AD10-2E70-8E21-77817D4BA7EB}"/>
                </a:ext>
              </a:extLst>
            </p:cNvPr>
            <p:cNvSpPr/>
            <p:nvPr/>
          </p:nvSpPr>
          <p:spPr>
            <a:xfrm flipV="1">
              <a:off x="10436914" y="420346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ACB1CD0C-1351-F30E-E9F7-5BCD12AD188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44936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2A85421B-AF2F-8833-16A7-B90046A26D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9994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892E8D4A-C417-6040-A0CB-7836C7FC86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332376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CFB70B05-A8AC-BCC3-672A-27972EB47E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412642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27CCED24-57A1-028F-DA91-A99DBF85F1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9958185" y="325338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27">
              <a:extLst>
                <a:ext uri="{FF2B5EF4-FFF2-40B4-BE49-F238E27FC236}">
                  <a16:creationId xmlns:a16="http://schemas.microsoft.com/office/drawing/2014/main" id="{2DBC0335-3F2F-27A0-9BFE-7A5604E336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956994" y="312410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7C2436AA-68DA-12B1-F9A0-94EC992A1573}"/>
                </a:ext>
              </a:extLst>
            </p:cNvPr>
            <p:cNvSpPr/>
            <p:nvPr/>
          </p:nvSpPr>
          <p:spPr>
            <a:xfrm flipV="1">
              <a:off x="10660496" y="313673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F857F849-D3F5-E28A-10AF-485F34D8A832}"/>
                </a:ext>
              </a:extLst>
            </p:cNvPr>
            <p:cNvSpPr/>
            <p:nvPr/>
          </p:nvSpPr>
          <p:spPr>
            <a:xfrm flipV="1">
              <a:off x="10660496" y="4216277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F94CAA80-0FF1-B6FA-FBB8-7C5A33686983}"/>
                    </a:ext>
                  </a:extLst>
                </p:cNvPr>
                <p:cNvSpPr txBox="1"/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F94CAA80-0FF1-B6FA-FBB8-7C5A33686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4B72E0D2-0152-562B-8B8E-D6B03D5CEB99}"/>
                    </a:ext>
                  </a:extLst>
                </p:cNvPr>
                <p:cNvSpPr txBox="1"/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4B72E0D2-0152-562B-8B8E-D6B03D5CE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blipFill>
                  <a:blip r:embed="rId5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B101F5D6-C689-5FB3-B1AE-DFDAD569BA96}"/>
                    </a:ext>
                  </a:extLst>
                </p:cNvPr>
                <p:cNvSpPr txBox="1"/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B101F5D6-C689-5FB3-B1AE-DFDAD569B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9211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流程图: 延期 114">
              <a:extLst>
                <a:ext uri="{FF2B5EF4-FFF2-40B4-BE49-F238E27FC236}">
                  <a16:creationId xmlns:a16="http://schemas.microsoft.com/office/drawing/2014/main" id="{E39DB767-1C3F-B7E5-8DCA-B6293B485B29}"/>
                </a:ext>
              </a:extLst>
            </p:cNvPr>
            <p:cNvSpPr/>
            <p:nvPr/>
          </p:nvSpPr>
          <p:spPr>
            <a:xfrm>
              <a:off x="9892543" y="291015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6" name="流程图: 延期 115">
              <a:extLst>
                <a:ext uri="{FF2B5EF4-FFF2-40B4-BE49-F238E27FC236}">
                  <a16:creationId xmlns:a16="http://schemas.microsoft.com/office/drawing/2014/main" id="{CC982DC1-7C63-046E-FC36-3433ADCD5C6F}"/>
                </a:ext>
              </a:extLst>
            </p:cNvPr>
            <p:cNvSpPr/>
            <p:nvPr/>
          </p:nvSpPr>
          <p:spPr>
            <a:xfrm>
              <a:off x="9892543" y="399414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6307EB55-9017-1F16-4C77-823A6F691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1804204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8" name="Line 27">
              <a:extLst>
                <a:ext uri="{FF2B5EF4-FFF2-40B4-BE49-F238E27FC236}">
                  <a16:creationId xmlns:a16="http://schemas.microsoft.com/office/drawing/2014/main" id="{269D51A0-0BA3-F28E-B015-39D8F742B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1037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9BAD5DF5-FC40-8D10-B719-4A33F1C98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4021" y="1954197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D59EB0B8-5BA4-60C5-DFB4-029C81CDCE26}"/>
                </a:ext>
              </a:extLst>
            </p:cNvPr>
            <p:cNvSpPr/>
            <p:nvPr/>
          </p:nvSpPr>
          <p:spPr>
            <a:xfrm flipV="1">
              <a:off x="8571973" y="1892552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1" name="Line 27">
              <a:extLst>
                <a:ext uri="{FF2B5EF4-FFF2-40B4-BE49-F238E27FC236}">
                  <a16:creationId xmlns:a16="http://schemas.microsoft.com/office/drawing/2014/main" id="{109680C8-B8B9-F05D-1764-F4F87A817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88466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2" name="Line 27">
              <a:extLst>
                <a:ext uri="{FF2B5EF4-FFF2-40B4-BE49-F238E27FC236}">
                  <a16:creationId xmlns:a16="http://schemas.microsoft.com/office/drawing/2014/main" id="{A29744F8-3C55-56B1-9E91-8BBDC09BC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3184165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27">
              <a:extLst>
                <a:ext uri="{FF2B5EF4-FFF2-40B4-BE49-F238E27FC236}">
                  <a16:creationId xmlns:a16="http://schemas.microsoft.com/office/drawing/2014/main" id="{E67E0548-8691-A564-A30A-1F3943A93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1639" y="3034655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B74F32E6-B18B-DC75-0257-DD3A4848F617}"/>
                </a:ext>
              </a:extLst>
            </p:cNvPr>
            <p:cNvSpPr/>
            <p:nvPr/>
          </p:nvSpPr>
          <p:spPr>
            <a:xfrm flipV="1">
              <a:off x="8571973" y="297301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5" name="Line 27">
              <a:extLst>
                <a:ext uri="{FF2B5EF4-FFF2-40B4-BE49-F238E27FC236}">
                  <a16:creationId xmlns:a16="http://schemas.microsoft.com/office/drawing/2014/main" id="{25A0AE5B-9795-0224-9C93-8023D0938B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2189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Line 27">
              <a:extLst>
                <a:ext uri="{FF2B5EF4-FFF2-40B4-BE49-F238E27FC236}">
                  <a16:creationId xmlns:a16="http://schemas.microsoft.com/office/drawing/2014/main" id="{6E6669AB-BCE4-A8D3-8101-09DA046185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7690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Line 27">
              <a:extLst>
                <a:ext uri="{FF2B5EF4-FFF2-40B4-BE49-F238E27FC236}">
                  <a16:creationId xmlns:a16="http://schemas.microsoft.com/office/drawing/2014/main" id="{E4CD8DBD-A3C3-90DD-9E35-4D0F1366B7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03362" y="2081043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Line 27">
              <a:extLst>
                <a:ext uri="{FF2B5EF4-FFF2-40B4-BE49-F238E27FC236}">
                  <a16:creationId xmlns:a16="http://schemas.microsoft.com/office/drawing/2014/main" id="{2F873C04-6F3B-4BEC-3697-5F90FB49D6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0281" y="2901331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D4AFE31F-BECE-AD7C-6537-F02600BE41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093244" y="2022936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Line 27">
              <a:extLst>
                <a:ext uri="{FF2B5EF4-FFF2-40B4-BE49-F238E27FC236}">
                  <a16:creationId xmlns:a16="http://schemas.microsoft.com/office/drawing/2014/main" id="{BFE7F384-0C25-32E1-EF52-187DB454B3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92053" y="1893651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2054F205-2DDA-D02C-AD2A-CE82B0E44D53}"/>
                </a:ext>
              </a:extLst>
            </p:cNvPr>
            <p:cNvSpPr/>
            <p:nvPr/>
          </p:nvSpPr>
          <p:spPr>
            <a:xfrm flipV="1">
              <a:off x="8795555" y="2985826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2" name="流程图: 延期 131">
              <a:extLst>
                <a:ext uri="{FF2B5EF4-FFF2-40B4-BE49-F238E27FC236}">
                  <a16:creationId xmlns:a16="http://schemas.microsoft.com/office/drawing/2014/main" id="{156FF061-402E-B560-5F08-7BBE20C4143F}"/>
                </a:ext>
              </a:extLst>
            </p:cNvPr>
            <p:cNvSpPr/>
            <p:nvPr/>
          </p:nvSpPr>
          <p:spPr>
            <a:xfrm>
              <a:off x="8027602" y="167970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3" name="流程图: 延期 132">
              <a:extLst>
                <a:ext uri="{FF2B5EF4-FFF2-40B4-BE49-F238E27FC236}">
                  <a16:creationId xmlns:a16="http://schemas.microsoft.com/office/drawing/2014/main" id="{FB705F6B-89EC-511C-5F07-B3512381F180}"/>
                </a:ext>
              </a:extLst>
            </p:cNvPr>
            <p:cNvSpPr/>
            <p:nvPr/>
          </p:nvSpPr>
          <p:spPr>
            <a:xfrm>
              <a:off x="8027602" y="276369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4" name="Line 27">
              <a:extLst>
                <a:ext uri="{FF2B5EF4-FFF2-40B4-BE49-F238E27FC236}">
                  <a16:creationId xmlns:a16="http://schemas.microsoft.com/office/drawing/2014/main" id="{5C0193FC-B588-2903-331F-2D36FC7B7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8740" y="4264610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A78A4C28-BE36-03FC-61A6-6A4196879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4564113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27">
              <a:extLst>
                <a:ext uri="{FF2B5EF4-FFF2-40B4-BE49-F238E27FC236}">
                  <a16:creationId xmlns:a16="http://schemas.microsoft.com/office/drawing/2014/main" id="{F7D6D5F8-8142-F5BA-89BE-EEFEEEBD8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4567" y="4414603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09B7761F-1D49-F645-8D67-1474EE4F951C}"/>
                </a:ext>
              </a:extLst>
            </p:cNvPr>
            <p:cNvSpPr/>
            <p:nvPr/>
          </p:nvSpPr>
          <p:spPr>
            <a:xfrm flipV="1">
              <a:off x="8584901" y="435295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8" name="Line 27">
              <a:extLst>
                <a:ext uri="{FF2B5EF4-FFF2-40B4-BE49-F238E27FC236}">
                  <a16:creationId xmlns:a16="http://schemas.microsoft.com/office/drawing/2014/main" id="{97228A2A-17A6-BA7F-6D55-48F241F1F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596" y="534506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9" name="Line 27">
              <a:extLst>
                <a:ext uri="{FF2B5EF4-FFF2-40B4-BE49-F238E27FC236}">
                  <a16:creationId xmlns:a16="http://schemas.microsoft.com/office/drawing/2014/main" id="{79228C31-5486-07E2-25F4-85EB10D62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201" y="5644571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27">
              <a:extLst>
                <a:ext uri="{FF2B5EF4-FFF2-40B4-BE49-F238E27FC236}">
                  <a16:creationId xmlns:a16="http://schemas.microsoft.com/office/drawing/2014/main" id="{98D4814E-060E-DB4D-F82D-759E0138F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6949" y="5495061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383ACE0C-D0FD-B00D-AFDF-980DE3EFB852}"/>
                </a:ext>
              </a:extLst>
            </p:cNvPr>
            <p:cNvSpPr/>
            <p:nvPr/>
          </p:nvSpPr>
          <p:spPr>
            <a:xfrm flipV="1">
              <a:off x="8584901" y="543341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2" name="Line 27">
              <a:extLst>
                <a:ext uri="{FF2B5EF4-FFF2-40B4-BE49-F238E27FC236}">
                  <a16:creationId xmlns:a16="http://schemas.microsoft.com/office/drawing/2014/main" id="{4C33964D-1CE9-4D85-F449-0952C5152E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467931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27">
              <a:extLst>
                <a:ext uri="{FF2B5EF4-FFF2-40B4-BE49-F238E27FC236}">
                  <a16:creationId xmlns:a16="http://schemas.microsoft.com/office/drawing/2014/main" id="{BFF79E8E-C83F-CD3B-DB34-D644FC3D1B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52294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Line 27">
              <a:extLst>
                <a:ext uri="{FF2B5EF4-FFF2-40B4-BE49-F238E27FC236}">
                  <a16:creationId xmlns:a16="http://schemas.microsoft.com/office/drawing/2014/main" id="{84FF8AE0-7493-953E-BA29-6F441C70B8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28566" y="455372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27">
              <a:extLst>
                <a:ext uri="{FF2B5EF4-FFF2-40B4-BE49-F238E27FC236}">
                  <a16:creationId xmlns:a16="http://schemas.microsoft.com/office/drawing/2014/main" id="{073FBA20-230F-A530-32DD-1DA2901780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6919" y="5368027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27">
              <a:extLst>
                <a:ext uri="{FF2B5EF4-FFF2-40B4-BE49-F238E27FC236}">
                  <a16:creationId xmlns:a16="http://schemas.microsoft.com/office/drawing/2014/main" id="{3B412C47-8CB3-7EE9-DC61-B42C19B415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106172" y="448334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27">
              <a:extLst>
                <a:ext uri="{FF2B5EF4-FFF2-40B4-BE49-F238E27FC236}">
                  <a16:creationId xmlns:a16="http://schemas.microsoft.com/office/drawing/2014/main" id="{008F38C0-6950-F588-B204-34CD8E5B21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104981" y="435405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ED7D9E27-7A52-B9BA-C515-F4F110BFB28A}"/>
                </a:ext>
              </a:extLst>
            </p:cNvPr>
            <p:cNvSpPr/>
            <p:nvPr/>
          </p:nvSpPr>
          <p:spPr>
            <a:xfrm flipV="1">
              <a:off x="8808483" y="436669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9" name="流程图: 延期 148">
              <a:extLst>
                <a:ext uri="{FF2B5EF4-FFF2-40B4-BE49-F238E27FC236}">
                  <a16:creationId xmlns:a16="http://schemas.microsoft.com/office/drawing/2014/main" id="{846AABB7-F417-97E8-51BB-3D1E75CE3096}"/>
                </a:ext>
              </a:extLst>
            </p:cNvPr>
            <p:cNvSpPr/>
            <p:nvPr/>
          </p:nvSpPr>
          <p:spPr>
            <a:xfrm>
              <a:off x="8040530" y="414011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0" name="流程图: 延期 149">
              <a:extLst>
                <a:ext uri="{FF2B5EF4-FFF2-40B4-BE49-F238E27FC236}">
                  <a16:creationId xmlns:a16="http://schemas.microsoft.com/office/drawing/2014/main" id="{1C52FFA5-D488-093B-7BC3-7D2BEF167019}"/>
                </a:ext>
              </a:extLst>
            </p:cNvPr>
            <p:cNvSpPr/>
            <p:nvPr/>
          </p:nvSpPr>
          <p:spPr>
            <a:xfrm>
              <a:off x="8040530" y="522410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F37C5F0A-3B2F-2D13-2BC6-194682B63E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49948" y="3184158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BDF15A23-40B7-C8E6-2692-44AAD8B21C74}"/>
                </a:ext>
              </a:extLst>
            </p:cNvPr>
            <p:cNvSpPr/>
            <p:nvPr/>
          </p:nvSpPr>
          <p:spPr>
            <a:xfrm flipV="1">
              <a:off x="7751690" y="451495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3" name="Line 27">
              <a:extLst>
                <a:ext uri="{FF2B5EF4-FFF2-40B4-BE49-F238E27FC236}">
                  <a16:creationId xmlns:a16="http://schemas.microsoft.com/office/drawing/2014/main" id="{4B6F8F63-8CB1-4151-9BF4-9AAB9B995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4413602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E14FDDB7-93B0-8273-B417-FA6FC16FC806}"/>
                </a:ext>
              </a:extLst>
            </p:cNvPr>
            <p:cNvGrpSpPr/>
            <p:nvPr/>
          </p:nvGrpSpPr>
          <p:grpSpPr>
            <a:xfrm>
              <a:off x="7792408" y="3033653"/>
              <a:ext cx="1053994" cy="1243050"/>
              <a:chOff x="7322851" y="2737091"/>
              <a:chExt cx="1053994" cy="1243050"/>
            </a:xfrm>
          </p:grpSpPr>
          <p:sp>
            <p:nvSpPr>
              <p:cNvPr id="168" name="Line 27">
                <a:extLst>
                  <a:ext uri="{FF2B5EF4-FFF2-40B4-BE49-F238E27FC236}">
                    <a16:creationId xmlns:a16="http://schemas.microsoft.com/office/drawing/2014/main" id="{22A651B3-0825-A31C-5A52-6F0269675A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27">
                <a:extLst>
                  <a:ext uri="{FF2B5EF4-FFF2-40B4-BE49-F238E27FC236}">
                    <a16:creationId xmlns:a16="http://schemas.microsoft.com/office/drawing/2014/main" id="{79439D0A-11B4-9158-BD0D-E1C6F9A50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27">
                <a:extLst>
                  <a:ext uri="{FF2B5EF4-FFF2-40B4-BE49-F238E27FC236}">
                    <a16:creationId xmlns:a16="http://schemas.microsoft.com/office/drawing/2014/main" id="{0018F917-BCF7-1620-91A0-6E7A653C0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717E2FE6-5DFD-CEDA-F1EC-DC5CBB8D8B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24625" y="3793409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9064A403-23FD-0050-74C7-4B31D2F9721E}"/>
                </a:ext>
              </a:extLst>
            </p:cNvPr>
            <p:cNvSpPr/>
            <p:nvPr/>
          </p:nvSpPr>
          <p:spPr>
            <a:xfrm flipV="1">
              <a:off x="7297771" y="374972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7" name="Line 27">
              <a:extLst>
                <a:ext uri="{FF2B5EF4-FFF2-40B4-BE49-F238E27FC236}">
                  <a16:creationId xmlns:a16="http://schemas.microsoft.com/office/drawing/2014/main" id="{65CFDB60-A61D-9233-F8FC-B022043C3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2133" y="3798883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63A835DC-2726-FED3-8D7F-DA9C66568749}"/>
                    </a:ext>
                  </a:extLst>
                </p:cNvPr>
                <p:cNvSpPr txBox="1"/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63A835DC-2726-FED3-8D7F-DA9C66568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14926DAB-FF58-1A98-AC6C-89B15D3D3413}"/>
                    </a:ext>
                  </a:extLst>
                </p:cNvPr>
                <p:cNvSpPr txBox="1"/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14926DAB-FF58-1A98-AC6C-89B15D3D34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FBB67143-04D7-0BE8-39D8-3C6B8ED2E729}"/>
                    </a:ext>
                  </a:extLst>
                </p:cNvPr>
                <p:cNvSpPr txBox="1"/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FBB67143-04D7-0BE8-39D8-3C6B8ED2E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6883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38DEA240-F5FA-B411-9DAD-CBCBB406F59E}"/>
                    </a:ext>
                  </a:extLst>
                </p:cNvPr>
                <p:cNvSpPr txBox="1"/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38DEA240-F5FA-B411-9DAD-CBCBB406F5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7105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6045BEEF-A127-8288-FAC9-8A79A5FF458C}"/>
                    </a:ext>
                  </a:extLst>
                </p:cNvPr>
                <p:cNvSpPr txBox="1"/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6045BEEF-A127-8288-FAC9-8A79A5FF45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971F4269-ECCC-FB4D-3B17-8685693DDC3C}"/>
                    </a:ext>
                  </a:extLst>
                </p:cNvPr>
                <p:cNvSpPr txBox="1"/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971F4269-ECCC-FB4D-3B17-8685693DDC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EF34DE4-8E76-8F23-DE93-D876A8CC2267}"/>
                    </a:ext>
                  </a:extLst>
                </p:cNvPr>
                <p:cNvSpPr txBox="1"/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EF34DE4-8E76-8F23-DE93-D876A8CC2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416604CF-F99E-B80D-8BC1-C4EBF8784779}"/>
                    </a:ext>
                  </a:extLst>
                </p:cNvPr>
                <p:cNvSpPr txBox="1"/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416604CF-F99E-B80D-8BC1-C4EBF87847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blipFill>
                  <a:blip r:embed="rId14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DB32080E-AEE9-A076-D7C8-D9B4D124245C}"/>
                    </a:ext>
                  </a:extLst>
                </p:cNvPr>
                <p:cNvSpPr txBox="1"/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DB32080E-AEE9-A076-D7C8-D9B4D1242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2337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3EFC983-0EA0-1E1F-A4B1-DB0132859D12}"/>
                    </a:ext>
                  </a:extLst>
                </p:cNvPr>
                <p:cNvSpPr txBox="1"/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3EFC983-0EA0-1E1F-A4B1-DB0132859D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6" name="文本框 175">
            <a:extLst>
              <a:ext uri="{FF2B5EF4-FFF2-40B4-BE49-F238E27FC236}">
                <a16:creationId xmlns:a16="http://schemas.microsoft.com/office/drawing/2014/main" id="{FF468472-F464-A2D1-0245-F39B19334793}"/>
              </a:ext>
            </a:extLst>
          </p:cNvPr>
          <p:cNvSpPr txBox="1"/>
          <p:nvPr/>
        </p:nvSpPr>
        <p:spPr>
          <a:xfrm>
            <a:off x="7049642" y="3817448"/>
            <a:ext cx="515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A75005DD-8169-92AA-7223-60B30349BA6E}"/>
                  </a:ext>
                </a:extLst>
              </p:cNvPr>
              <p:cNvSpPr txBox="1"/>
              <p:nvPr/>
            </p:nvSpPr>
            <p:spPr>
              <a:xfrm>
                <a:off x="360000" y="2268000"/>
                <a:ext cx="575701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A75005DD-8169-92AA-7223-60B30349B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68000"/>
                <a:ext cx="5757010" cy="462434"/>
              </a:xfrm>
              <a:prstGeom prst="rect">
                <a:avLst/>
              </a:prstGeom>
              <a:blipFill>
                <a:blip r:embed="rId17"/>
                <a:stretch>
                  <a:fillRect l="-137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文本框 179">
            <a:extLst>
              <a:ext uri="{FF2B5EF4-FFF2-40B4-BE49-F238E27FC236}">
                <a16:creationId xmlns:a16="http://schemas.microsoft.com/office/drawing/2014/main" id="{31581966-3CF9-5233-0ABB-92F474D6A4D9}"/>
              </a:ext>
            </a:extLst>
          </p:cNvPr>
          <p:cNvSpPr txBox="1"/>
          <p:nvPr/>
        </p:nvSpPr>
        <p:spPr>
          <a:xfrm>
            <a:off x="7049643" y="4205896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545975DE-848B-6B54-104A-AF3B273BD519}"/>
              </a:ext>
            </a:extLst>
          </p:cNvPr>
          <p:cNvSpPr txBox="1"/>
          <p:nvPr/>
        </p:nvSpPr>
        <p:spPr>
          <a:xfrm>
            <a:off x="7049643" y="3429000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CD522683-8617-C1D9-CFE2-A74AADFE301C}"/>
                  </a:ext>
                </a:extLst>
              </p:cNvPr>
              <p:cNvSpPr txBox="1"/>
              <p:nvPr/>
            </p:nvSpPr>
            <p:spPr>
              <a:xfrm>
                <a:off x="10020249" y="5599902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</m:acc>
                    </m:oMath>
                  </m:oMathPara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CD522683-8617-C1D9-CFE2-A74AADFE3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249" y="5599902"/>
                <a:ext cx="458075" cy="461665"/>
              </a:xfrm>
              <a:prstGeom prst="rect">
                <a:avLst/>
              </a:prstGeom>
              <a:blipFill>
                <a:blip r:embed="rId18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6020155C-3D1C-A44C-6F1B-DE34E1A607DC}"/>
                  </a:ext>
                </a:extLst>
              </p:cNvPr>
              <p:cNvSpPr txBox="1"/>
              <p:nvPr/>
            </p:nvSpPr>
            <p:spPr>
              <a:xfrm>
                <a:off x="10020248" y="1799283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</m:oMath>
                  </m:oMathPara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6020155C-3D1C-A44C-6F1B-DE34E1A60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248" y="1799283"/>
                <a:ext cx="458075" cy="461665"/>
              </a:xfrm>
              <a:prstGeom prst="rect">
                <a:avLst/>
              </a:prstGeom>
              <a:blipFill>
                <a:blip r:embed="rId19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DF076D5F-4041-13A2-5EF8-0ED454024318}"/>
                  </a:ext>
                </a:extLst>
              </p:cNvPr>
              <p:cNvSpPr txBox="1"/>
              <p:nvPr/>
            </p:nvSpPr>
            <p:spPr>
              <a:xfrm>
                <a:off x="9509759" y="2843453"/>
                <a:ext cx="12035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→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</m:acc>
                  </m:oMath>
                </a14:m>
                <a:endPara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DF076D5F-4041-13A2-5EF8-0ED454024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59" y="2843453"/>
                <a:ext cx="1203592" cy="461665"/>
              </a:xfrm>
              <a:prstGeom prst="rect">
                <a:avLst/>
              </a:prstGeom>
              <a:blipFill>
                <a:blip r:embed="rId20"/>
                <a:stretch>
                  <a:fillRect l="-7614" t="-10526" r="-2639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FF734D86-A0F9-3443-8087-8483C46AEFB2}"/>
                  </a:ext>
                </a:extLst>
              </p:cNvPr>
              <p:cNvSpPr txBox="1"/>
              <p:nvPr/>
            </p:nvSpPr>
            <p:spPr>
              <a:xfrm>
                <a:off x="9509759" y="4701992"/>
                <a:ext cx="12035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→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endPara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FF734D86-A0F9-3443-8087-8483C46AE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59" y="4701992"/>
                <a:ext cx="1203592" cy="461665"/>
              </a:xfrm>
              <a:prstGeom prst="rect">
                <a:avLst/>
              </a:prstGeom>
              <a:blipFill>
                <a:blip r:embed="rId21"/>
                <a:stretch>
                  <a:fillRect l="-7614"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278607D2-5B68-8546-47A5-EF1190AA5F0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9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9F6B-C573-1DFF-C047-07A48136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对话气泡: 矩形 16">
            <a:extLst>
              <a:ext uri="{FF2B5EF4-FFF2-40B4-BE49-F238E27FC236}">
                <a16:creationId xmlns:a16="http://schemas.microsoft.com/office/drawing/2014/main" id="{169B4115-9162-25B6-BCC8-2B166EAF3533}"/>
              </a:ext>
            </a:extLst>
          </p:cNvPr>
          <p:cNvSpPr/>
          <p:nvPr/>
        </p:nvSpPr>
        <p:spPr>
          <a:xfrm>
            <a:off x="6726198" y="2700862"/>
            <a:ext cx="1436916" cy="366169"/>
          </a:xfrm>
          <a:prstGeom prst="wedgeRectCallout">
            <a:avLst>
              <a:gd name="adj1" fmla="val 93704"/>
              <a:gd name="adj2" fmla="val 293461"/>
            </a:avLst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阻塞线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E9F7ED9-36A4-5B73-AEFA-090B8127BC5C}"/>
              </a:ext>
            </a:extLst>
          </p:cNvPr>
          <p:cNvGrpSpPr/>
          <p:nvPr/>
        </p:nvGrpSpPr>
        <p:grpSpPr>
          <a:xfrm>
            <a:off x="8487123" y="3301024"/>
            <a:ext cx="1053994" cy="1243050"/>
            <a:chOff x="8639523" y="3454948"/>
            <a:chExt cx="1053994" cy="1243050"/>
          </a:xfrm>
        </p:grpSpPr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1691248A-08C2-04A3-0E5E-574E3536D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5855" y="4685905"/>
              <a:ext cx="241790" cy="0"/>
            </a:xfrm>
            <a:prstGeom prst="line">
              <a:avLst/>
            </a:prstGeom>
            <a:noFill/>
            <a:ln w="762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9B828ACB-81C3-287E-F1A8-7361E500C0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443693" y="4495893"/>
              <a:ext cx="404210" cy="0"/>
            </a:xfrm>
            <a:prstGeom prst="line">
              <a:avLst/>
            </a:prstGeom>
            <a:noFill/>
            <a:ln w="762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187050C5-9525-6F94-F7FD-9F9465E66B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8939881" y="3548969"/>
              <a:ext cx="453278" cy="1053994"/>
            </a:xfrm>
            <a:prstGeom prst="line">
              <a:avLst/>
            </a:prstGeom>
            <a:noFill/>
            <a:ln w="762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E08C5BA1-6F7D-1028-A733-B32432EA38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87367" y="3657301"/>
              <a:ext cx="404705" cy="0"/>
            </a:xfrm>
            <a:prstGeom prst="line">
              <a:avLst/>
            </a:prstGeom>
            <a:noFill/>
            <a:ln w="76200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EE9D854-60BF-F987-9977-DB7A960286AA}"/>
              </a:ext>
            </a:extLst>
          </p:cNvPr>
          <p:cNvGrpSpPr/>
          <p:nvPr/>
        </p:nvGrpSpPr>
        <p:grpSpPr>
          <a:xfrm>
            <a:off x="8467307" y="2360352"/>
            <a:ext cx="1079008" cy="941708"/>
            <a:chOff x="8620783" y="2513241"/>
            <a:chExt cx="1079008" cy="941708"/>
          </a:xfrm>
        </p:grpSpPr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5DB6B432-3A43-39FF-91AA-D36D5ECA7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0783" y="2525002"/>
              <a:ext cx="253934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D9A2EF52-C1C8-3CAB-94F5-B18197DEE0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505960" y="2640208"/>
              <a:ext cx="253934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27">
              <a:extLst>
                <a:ext uri="{FF2B5EF4-FFF2-40B4-BE49-F238E27FC236}">
                  <a16:creationId xmlns:a16="http://schemas.microsoft.com/office/drawing/2014/main" id="{513FDC9F-7E28-F509-964F-728FE0245A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57396" y="3322626"/>
              <a:ext cx="264647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E80FBB90-6935-A19F-16F0-B78B36B18B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940359" y="2444231"/>
              <a:ext cx="445177" cy="1073687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4" name="文本框 183">
            <a:extLst>
              <a:ext uri="{FF2B5EF4-FFF2-40B4-BE49-F238E27FC236}">
                <a16:creationId xmlns:a16="http://schemas.microsoft.com/office/drawing/2014/main" id="{45D120FD-172D-8433-38A4-972DC3916084}"/>
              </a:ext>
            </a:extLst>
          </p:cNvPr>
          <p:cNvSpPr txBox="1"/>
          <p:nvPr/>
        </p:nvSpPr>
        <p:spPr>
          <a:xfrm>
            <a:off x="9509759" y="2843453"/>
            <a:ext cx="1203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5BF608D1-66C5-768F-CABA-90425A75CCF4}"/>
              </a:ext>
            </a:extLst>
          </p:cNvPr>
          <p:cNvGrpSpPr/>
          <p:nvPr/>
        </p:nvGrpSpPr>
        <p:grpSpPr>
          <a:xfrm>
            <a:off x="7370333" y="1810982"/>
            <a:ext cx="4758409" cy="4333316"/>
            <a:chOff x="6675618" y="1542087"/>
            <a:chExt cx="4758409" cy="4333316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AA284514-B047-AA3F-6A56-A2789CBC9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33341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C57AC11A-3293-AA69-69AF-BA275687A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3184648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00DCE3F3-A6C6-47A7-EBE2-BC46394FFE0A}"/>
                    </a:ext>
                  </a:extLst>
                </p:cNvPr>
                <p:cNvSpPr txBox="1"/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00DCE3F3-A6C6-47A7-EBE2-BC46394FF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AFF2C2E6-0B7B-44EE-EBD8-AF5E8E43199F}"/>
                </a:ext>
              </a:extLst>
            </p:cNvPr>
            <p:cNvSpPr/>
            <p:nvPr/>
          </p:nvSpPr>
          <p:spPr>
            <a:xfrm flipV="1">
              <a:off x="10436914" y="31230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961398C2-6588-A302-B94A-AEE7B06E1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41151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FBED77A3-0B5D-CE80-978D-107A58DD2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4265106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1B69A0FD-769F-3EA5-17CF-8221DD7944AB}"/>
                </a:ext>
              </a:extLst>
            </p:cNvPr>
            <p:cNvSpPr/>
            <p:nvPr/>
          </p:nvSpPr>
          <p:spPr>
            <a:xfrm flipV="1">
              <a:off x="10436914" y="420346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A1D46892-CBA5-CFB5-33E1-F257BC5ECA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44936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A57F7392-03DC-707C-EB5D-3E60263705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9994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C09D3E19-6CD5-5F03-8B1D-0E81EA431E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332376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9FCECDDC-99E5-9075-A6C9-1E6BC10759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412642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3CC9DCE3-AC87-6C84-561A-00CF0EC476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9958185" y="325338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27">
              <a:extLst>
                <a:ext uri="{FF2B5EF4-FFF2-40B4-BE49-F238E27FC236}">
                  <a16:creationId xmlns:a16="http://schemas.microsoft.com/office/drawing/2014/main" id="{3E9F7BC5-D2E5-191F-515B-6B6D1D473D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956994" y="312410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AC97C8EA-A93F-B2FB-D0D1-6ACE61627843}"/>
                </a:ext>
              </a:extLst>
            </p:cNvPr>
            <p:cNvSpPr/>
            <p:nvPr/>
          </p:nvSpPr>
          <p:spPr>
            <a:xfrm flipV="1">
              <a:off x="10660496" y="313673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F6E51E26-7165-F87D-41AF-27F57C4CB3A8}"/>
                </a:ext>
              </a:extLst>
            </p:cNvPr>
            <p:cNvSpPr/>
            <p:nvPr/>
          </p:nvSpPr>
          <p:spPr>
            <a:xfrm flipV="1">
              <a:off x="10660496" y="4216277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D4D2B97D-E4EA-9A2C-6BB6-7C71D4796101}"/>
                    </a:ext>
                  </a:extLst>
                </p:cNvPr>
                <p:cNvSpPr txBox="1"/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D4D2B97D-E4EA-9A2C-6BB6-7C71D47961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BDADC61A-321A-CB2B-ADDC-F62150B19632}"/>
                    </a:ext>
                  </a:extLst>
                </p:cNvPr>
                <p:cNvSpPr txBox="1"/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BDADC61A-321A-CB2B-ADDC-F62150B19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blipFill>
                  <a:blip r:embed="rId5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1132F84-2BA0-5B1D-D52B-04C5F55259B5}"/>
                    </a:ext>
                  </a:extLst>
                </p:cNvPr>
                <p:cNvSpPr txBox="1"/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1132F84-2BA0-5B1D-D52B-04C5F55259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9211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流程图: 延期 114">
              <a:extLst>
                <a:ext uri="{FF2B5EF4-FFF2-40B4-BE49-F238E27FC236}">
                  <a16:creationId xmlns:a16="http://schemas.microsoft.com/office/drawing/2014/main" id="{024C4886-80EC-C2F7-9A6D-AB818A627A8B}"/>
                </a:ext>
              </a:extLst>
            </p:cNvPr>
            <p:cNvSpPr/>
            <p:nvPr/>
          </p:nvSpPr>
          <p:spPr>
            <a:xfrm>
              <a:off x="9892543" y="291015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6" name="流程图: 延期 115">
              <a:extLst>
                <a:ext uri="{FF2B5EF4-FFF2-40B4-BE49-F238E27FC236}">
                  <a16:creationId xmlns:a16="http://schemas.microsoft.com/office/drawing/2014/main" id="{55484726-0A71-BB82-2A04-D1FF0771BF95}"/>
                </a:ext>
              </a:extLst>
            </p:cNvPr>
            <p:cNvSpPr/>
            <p:nvPr/>
          </p:nvSpPr>
          <p:spPr>
            <a:xfrm>
              <a:off x="9892543" y="399414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03B966EA-4312-D897-00AB-FBF51DFA9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1804204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8" name="Line 27">
              <a:extLst>
                <a:ext uri="{FF2B5EF4-FFF2-40B4-BE49-F238E27FC236}">
                  <a16:creationId xmlns:a16="http://schemas.microsoft.com/office/drawing/2014/main" id="{669E689F-A9A4-23C4-9988-FED6B0CCB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1037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C9C40CED-C477-B1F1-46E3-9318D00FC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4021" y="1954197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1422F306-AB79-2691-9E0B-426BBDB13AE5}"/>
                </a:ext>
              </a:extLst>
            </p:cNvPr>
            <p:cNvSpPr/>
            <p:nvPr/>
          </p:nvSpPr>
          <p:spPr>
            <a:xfrm flipV="1">
              <a:off x="8571973" y="1892552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1" name="Line 27">
              <a:extLst>
                <a:ext uri="{FF2B5EF4-FFF2-40B4-BE49-F238E27FC236}">
                  <a16:creationId xmlns:a16="http://schemas.microsoft.com/office/drawing/2014/main" id="{2E75B2E8-22D7-905A-9AB8-BCABF96396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88466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2" name="Line 27">
              <a:extLst>
                <a:ext uri="{FF2B5EF4-FFF2-40B4-BE49-F238E27FC236}">
                  <a16:creationId xmlns:a16="http://schemas.microsoft.com/office/drawing/2014/main" id="{6679D1EA-505A-F950-3A9C-930AE2640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3184165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27">
              <a:extLst>
                <a:ext uri="{FF2B5EF4-FFF2-40B4-BE49-F238E27FC236}">
                  <a16:creationId xmlns:a16="http://schemas.microsoft.com/office/drawing/2014/main" id="{BEAB6F3F-38A3-B9DD-DE79-019E90E9F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1639" y="3034655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80FC9C07-43CB-A481-F531-23B6A67DE843}"/>
                </a:ext>
              </a:extLst>
            </p:cNvPr>
            <p:cNvSpPr/>
            <p:nvPr/>
          </p:nvSpPr>
          <p:spPr>
            <a:xfrm flipV="1">
              <a:off x="8571973" y="297301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5" name="Line 27">
              <a:extLst>
                <a:ext uri="{FF2B5EF4-FFF2-40B4-BE49-F238E27FC236}">
                  <a16:creationId xmlns:a16="http://schemas.microsoft.com/office/drawing/2014/main" id="{50F16867-1EF7-9F30-D93B-03DB393A35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2189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Line 27">
              <a:extLst>
                <a:ext uri="{FF2B5EF4-FFF2-40B4-BE49-F238E27FC236}">
                  <a16:creationId xmlns:a16="http://schemas.microsoft.com/office/drawing/2014/main" id="{619BC8F7-C9AC-4B0E-792D-664CB2AFAA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7690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Line 27">
              <a:extLst>
                <a:ext uri="{FF2B5EF4-FFF2-40B4-BE49-F238E27FC236}">
                  <a16:creationId xmlns:a16="http://schemas.microsoft.com/office/drawing/2014/main" id="{A06B6962-DAEB-B8FD-B2F8-138571CC33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03362" y="2081043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Line 27">
              <a:extLst>
                <a:ext uri="{FF2B5EF4-FFF2-40B4-BE49-F238E27FC236}">
                  <a16:creationId xmlns:a16="http://schemas.microsoft.com/office/drawing/2014/main" id="{49C90323-DC05-8A74-C8C7-3835B8A5D8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0281" y="2901331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682D31EA-7E21-5168-C295-6D14E0EF95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093244" y="2022936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Line 27">
              <a:extLst>
                <a:ext uri="{FF2B5EF4-FFF2-40B4-BE49-F238E27FC236}">
                  <a16:creationId xmlns:a16="http://schemas.microsoft.com/office/drawing/2014/main" id="{BF6D21FA-058C-DEE4-04B8-4616AB0ECB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92053" y="1893651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0EA7F29A-D1F9-CC29-395D-429EA139C04D}"/>
                </a:ext>
              </a:extLst>
            </p:cNvPr>
            <p:cNvSpPr/>
            <p:nvPr/>
          </p:nvSpPr>
          <p:spPr>
            <a:xfrm flipV="1">
              <a:off x="8795555" y="2985826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2" name="流程图: 延期 131">
              <a:extLst>
                <a:ext uri="{FF2B5EF4-FFF2-40B4-BE49-F238E27FC236}">
                  <a16:creationId xmlns:a16="http://schemas.microsoft.com/office/drawing/2014/main" id="{B5D56419-E941-9A8F-0E7C-78FD6AFF0ADF}"/>
                </a:ext>
              </a:extLst>
            </p:cNvPr>
            <p:cNvSpPr/>
            <p:nvPr/>
          </p:nvSpPr>
          <p:spPr>
            <a:xfrm>
              <a:off x="8027602" y="167970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3" name="流程图: 延期 132">
              <a:extLst>
                <a:ext uri="{FF2B5EF4-FFF2-40B4-BE49-F238E27FC236}">
                  <a16:creationId xmlns:a16="http://schemas.microsoft.com/office/drawing/2014/main" id="{0CF91A9A-81E8-D731-C36E-2785ACBDADB0}"/>
                </a:ext>
              </a:extLst>
            </p:cNvPr>
            <p:cNvSpPr/>
            <p:nvPr/>
          </p:nvSpPr>
          <p:spPr>
            <a:xfrm>
              <a:off x="8027602" y="276369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4" name="Line 27">
              <a:extLst>
                <a:ext uri="{FF2B5EF4-FFF2-40B4-BE49-F238E27FC236}">
                  <a16:creationId xmlns:a16="http://schemas.microsoft.com/office/drawing/2014/main" id="{56CD5776-9E82-C862-5ED6-99BE130A2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8740" y="4264610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3E98A0B1-6741-FEEA-F418-7E05847CB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4564113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27">
              <a:extLst>
                <a:ext uri="{FF2B5EF4-FFF2-40B4-BE49-F238E27FC236}">
                  <a16:creationId xmlns:a16="http://schemas.microsoft.com/office/drawing/2014/main" id="{4A70C71B-59C8-9B7A-111B-2259C1EC6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4567" y="4414603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D4DD3CD4-40E1-E81F-B89E-A35D8D3DC5DB}"/>
                </a:ext>
              </a:extLst>
            </p:cNvPr>
            <p:cNvSpPr/>
            <p:nvPr/>
          </p:nvSpPr>
          <p:spPr>
            <a:xfrm flipV="1">
              <a:off x="8584901" y="435295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8" name="Line 27">
              <a:extLst>
                <a:ext uri="{FF2B5EF4-FFF2-40B4-BE49-F238E27FC236}">
                  <a16:creationId xmlns:a16="http://schemas.microsoft.com/office/drawing/2014/main" id="{9CC5570E-C2BC-C770-8E0E-95CA00FAE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596" y="534506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9" name="Line 27">
              <a:extLst>
                <a:ext uri="{FF2B5EF4-FFF2-40B4-BE49-F238E27FC236}">
                  <a16:creationId xmlns:a16="http://schemas.microsoft.com/office/drawing/2014/main" id="{97E8F7E3-F8BE-1F51-B30B-0B2B27105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201" y="5644571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27">
              <a:extLst>
                <a:ext uri="{FF2B5EF4-FFF2-40B4-BE49-F238E27FC236}">
                  <a16:creationId xmlns:a16="http://schemas.microsoft.com/office/drawing/2014/main" id="{D77FEACA-E465-8B4E-050D-ED79BE04B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6949" y="5495061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34A5008E-6AB4-F9A4-939F-D7BC1A9E3973}"/>
                </a:ext>
              </a:extLst>
            </p:cNvPr>
            <p:cNvSpPr/>
            <p:nvPr/>
          </p:nvSpPr>
          <p:spPr>
            <a:xfrm flipV="1">
              <a:off x="8584901" y="543341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2" name="Line 27">
              <a:extLst>
                <a:ext uri="{FF2B5EF4-FFF2-40B4-BE49-F238E27FC236}">
                  <a16:creationId xmlns:a16="http://schemas.microsoft.com/office/drawing/2014/main" id="{B37B6ED9-F1B3-1AB7-3C31-108B04E860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467931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27">
              <a:extLst>
                <a:ext uri="{FF2B5EF4-FFF2-40B4-BE49-F238E27FC236}">
                  <a16:creationId xmlns:a16="http://schemas.microsoft.com/office/drawing/2014/main" id="{C63E648B-D9F5-1797-5878-05FFB14F63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52294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Line 27">
              <a:extLst>
                <a:ext uri="{FF2B5EF4-FFF2-40B4-BE49-F238E27FC236}">
                  <a16:creationId xmlns:a16="http://schemas.microsoft.com/office/drawing/2014/main" id="{9D888473-2749-A025-9A98-AA86A9B123C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28566" y="455372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27">
              <a:extLst>
                <a:ext uri="{FF2B5EF4-FFF2-40B4-BE49-F238E27FC236}">
                  <a16:creationId xmlns:a16="http://schemas.microsoft.com/office/drawing/2014/main" id="{950BFED6-DC67-055E-AE7F-5CAE668E91E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6919" y="5368027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27">
              <a:extLst>
                <a:ext uri="{FF2B5EF4-FFF2-40B4-BE49-F238E27FC236}">
                  <a16:creationId xmlns:a16="http://schemas.microsoft.com/office/drawing/2014/main" id="{A795EB34-CB5B-6768-602E-E4D16BC3DB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106172" y="448334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27">
              <a:extLst>
                <a:ext uri="{FF2B5EF4-FFF2-40B4-BE49-F238E27FC236}">
                  <a16:creationId xmlns:a16="http://schemas.microsoft.com/office/drawing/2014/main" id="{75A26973-3977-A014-3526-C20A5A53C9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104981" y="435405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D82D8656-A143-379E-0FC7-D474B248D1F2}"/>
                </a:ext>
              </a:extLst>
            </p:cNvPr>
            <p:cNvSpPr/>
            <p:nvPr/>
          </p:nvSpPr>
          <p:spPr>
            <a:xfrm flipV="1">
              <a:off x="8808483" y="436669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9" name="流程图: 延期 148">
              <a:extLst>
                <a:ext uri="{FF2B5EF4-FFF2-40B4-BE49-F238E27FC236}">
                  <a16:creationId xmlns:a16="http://schemas.microsoft.com/office/drawing/2014/main" id="{96F59D20-33D7-E2BE-62CB-36AC07E5A42C}"/>
                </a:ext>
              </a:extLst>
            </p:cNvPr>
            <p:cNvSpPr/>
            <p:nvPr/>
          </p:nvSpPr>
          <p:spPr>
            <a:xfrm>
              <a:off x="8040530" y="414011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0" name="流程图: 延期 149">
              <a:extLst>
                <a:ext uri="{FF2B5EF4-FFF2-40B4-BE49-F238E27FC236}">
                  <a16:creationId xmlns:a16="http://schemas.microsoft.com/office/drawing/2014/main" id="{83A8D0FB-308E-41B0-D6A3-29865EB83948}"/>
                </a:ext>
              </a:extLst>
            </p:cNvPr>
            <p:cNvSpPr/>
            <p:nvPr/>
          </p:nvSpPr>
          <p:spPr>
            <a:xfrm>
              <a:off x="8040530" y="522410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8BAD6C56-5D60-0919-AFFA-109F9963C3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49948" y="3184158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894A7709-CB4F-1CC1-DAFB-A6BFE0BF73F4}"/>
                </a:ext>
              </a:extLst>
            </p:cNvPr>
            <p:cNvSpPr/>
            <p:nvPr/>
          </p:nvSpPr>
          <p:spPr>
            <a:xfrm flipV="1">
              <a:off x="7751690" y="451495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3" name="Line 27">
              <a:extLst>
                <a:ext uri="{FF2B5EF4-FFF2-40B4-BE49-F238E27FC236}">
                  <a16:creationId xmlns:a16="http://schemas.microsoft.com/office/drawing/2014/main" id="{41824AA0-6847-0751-BDD3-630A13277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4413602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69834B71-F937-0E6C-6E37-F8DE250FD9A5}"/>
                </a:ext>
              </a:extLst>
            </p:cNvPr>
            <p:cNvGrpSpPr/>
            <p:nvPr/>
          </p:nvGrpSpPr>
          <p:grpSpPr>
            <a:xfrm>
              <a:off x="7792408" y="3033653"/>
              <a:ext cx="1053994" cy="1243050"/>
              <a:chOff x="7322851" y="2737091"/>
              <a:chExt cx="1053994" cy="1243050"/>
            </a:xfrm>
          </p:grpSpPr>
          <p:sp>
            <p:nvSpPr>
              <p:cNvPr id="168" name="Line 27">
                <a:extLst>
                  <a:ext uri="{FF2B5EF4-FFF2-40B4-BE49-F238E27FC236}">
                    <a16:creationId xmlns:a16="http://schemas.microsoft.com/office/drawing/2014/main" id="{30BB63F9-F829-1D9C-7DE3-AE6CF6687F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27">
                <a:extLst>
                  <a:ext uri="{FF2B5EF4-FFF2-40B4-BE49-F238E27FC236}">
                    <a16:creationId xmlns:a16="http://schemas.microsoft.com/office/drawing/2014/main" id="{C70BE4DC-3FB9-4FA1-6772-B5BF413C83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27">
                <a:extLst>
                  <a:ext uri="{FF2B5EF4-FFF2-40B4-BE49-F238E27FC236}">
                    <a16:creationId xmlns:a16="http://schemas.microsoft.com/office/drawing/2014/main" id="{EE8ABF75-DF52-3A51-BE2B-3A3B5274F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7686F12C-6ABB-8879-DB2F-8764DDE64C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24625" y="3793409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B526CEC1-3BE4-E2D0-8A24-A5EF843B0905}"/>
                </a:ext>
              </a:extLst>
            </p:cNvPr>
            <p:cNvSpPr/>
            <p:nvPr/>
          </p:nvSpPr>
          <p:spPr>
            <a:xfrm flipV="1">
              <a:off x="7297771" y="374972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7" name="Line 27">
              <a:extLst>
                <a:ext uri="{FF2B5EF4-FFF2-40B4-BE49-F238E27FC236}">
                  <a16:creationId xmlns:a16="http://schemas.microsoft.com/office/drawing/2014/main" id="{115790AD-73ED-DE32-F8C7-DB8B7E39C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2133" y="3798883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3683F6F8-6C04-382E-3E0F-5CB4472650BF}"/>
                    </a:ext>
                  </a:extLst>
                </p:cNvPr>
                <p:cNvSpPr txBox="1"/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3683F6F8-6C04-382E-3E0F-5CB447265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32AAF373-F5B4-D6BE-B1B7-2AB42A6DBE9C}"/>
                    </a:ext>
                  </a:extLst>
                </p:cNvPr>
                <p:cNvSpPr txBox="1"/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32AAF373-F5B4-D6BE-B1B7-2AB42A6DB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F5ACCCA-9EF3-346F-61E6-ED8B2B2FF8E7}"/>
                    </a:ext>
                  </a:extLst>
                </p:cNvPr>
                <p:cNvSpPr txBox="1"/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8F5ACCCA-9EF3-346F-61E6-ED8B2B2FF8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6883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3AAC7B65-AD21-4AFB-37B2-DAF41B3C6C99}"/>
                    </a:ext>
                  </a:extLst>
                </p:cNvPr>
                <p:cNvSpPr txBox="1"/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3AAC7B65-AD21-4AFB-37B2-DAF41B3C6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7105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4B8E7ACE-FEDC-C70D-49EE-A4AA89C58FDD}"/>
                    </a:ext>
                  </a:extLst>
                </p:cNvPr>
                <p:cNvSpPr txBox="1"/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4B8E7ACE-FEDC-C70D-49EE-A4AA89C58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248489A0-4969-4088-9329-1F992EA7560E}"/>
                    </a:ext>
                  </a:extLst>
                </p:cNvPr>
                <p:cNvSpPr txBox="1"/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248489A0-4969-4088-9329-1F992EA756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8F05070-22BA-9CF7-F71C-398776527EF3}"/>
                    </a:ext>
                  </a:extLst>
                </p:cNvPr>
                <p:cNvSpPr txBox="1"/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98F05070-22BA-9CF7-F71C-398776527E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91A92AB1-13A8-E18E-58B7-886B6856B53C}"/>
                    </a:ext>
                  </a:extLst>
                </p:cNvPr>
                <p:cNvSpPr txBox="1"/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91A92AB1-13A8-E18E-58B7-886B6856B5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blipFill>
                  <a:blip r:embed="rId14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ABDAFAA4-C02F-4DD5-1789-69C4299E24FF}"/>
                    </a:ext>
                  </a:extLst>
                </p:cNvPr>
                <p:cNvSpPr txBox="1"/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ABDAFAA4-C02F-4DD5-1789-69C4299E24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2337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F308BE2D-1CD4-E082-1B98-105A5166476C}"/>
                    </a:ext>
                  </a:extLst>
                </p:cNvPr>
                <p:cNvSpPr txBox="1"/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F308BE2D-1CD4-E082-1B98-105A51664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E2538E25-1011-9A77-EA7F-188B832FAE5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17612265-0574-2E03-4D3E-C55ED9B10D6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4" name="箭头: 五边形 93">
                <a:extLst>
                  <a:ext uri="{FF2B5EF4-FFF2-40B4-BE49-F238E27FC236}">
                    <a16:creationId xmlns:a16="http://schemas.microsoft.com/office/drawing/2014/main" id="{57D68102-170D-219D-CF7A-A45F961AA43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箭头: V 形 94">
                <a:extLst>
                  <a:ext uri="{FF2B5EF4-FFF2-40B4-BE49-F238E27FC236}">
                    <a16:creationId xmlns:a16="http://schemas.microsoft.com/office/drawing/2014/main" id="{0CC00066-EC64-7049-A250-1B6477B3A78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3" name="灯片编号占位符 3">
              <a:extLst>
                <a:ext uri="{FF2B5EF4-FFF2-40B4-BE49-F238E27FC236}">
                  <a16:creationId xmlns:a16="http://schemas.microsoft.com/office/drawing/2014/main" id="{EB7BEC7A-BD4C-0058-FCBA-EB2FF91A407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76" name="文本框 175">
            <a:extLst>
              <a:ext uri="{FF2B5EF4-FFF2-40B4-BE49-F238E27FC236}">
                <a16:creationId xmlns:a16="http://schemas.microsoft.com/office/drawing/2014/main" id="{B5EAEBDD-30E9-AB38-6977-E224E28F7B11}"/>
              </a:ext>
            </a:extLst>
          </p:cNvPr>
          <p:cNvSpPr txBox="1"/>
          <p:nvPr/>
        </p:nvSpPr>
        <p:spPr>
          <a:xfrm>
            <a:off x="7049642" y="3817448"/>
            <a:ext cx="515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EDF97E13-192F-A1E4-FDBF-8CCC54FF9399}"/>
              </a:ext>
            </a:extLst>
          </p:cNvPr>
          <p:cNvSpPr txBox="1"/>
          <p:nvPr/>
        </p:nvSpPr>
        <p:spPr>
          <a:xfrm>
            <a:off x="7049643" y="4205896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203259E0-1A55-EAF8-D548-80F0037A4F84}"/>
              </a:ext>
            </a:extLst>
          </p:cNvPr>
          <p:cNvSpPr txBox="1"/>
          <p:nvPr/>
        </p:nvSpPr>
        <p:spPr>
          <a:xfrm>
            <a:off x="7049643" y="3429000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76A6C89A-386F-6C39-A940-6D34D87092C9}"/>
              </a:ext>
            </a:extLst>
          </p:cNvPr>
          <p:cNvSpPr txBox="1"/>
          <p:nvPr/>
        </p:nvSpPr>
        <p:spPr>
          <a:xfrm>
            <a:off x="10020249" y="5599902"/>
            <a:ext cx="458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1CE796CF-DA58-F677-91FF-D5FBAABA81C3}"/>
              </a:ext>
            </a:extLst>
          </p:cNvPr>
          <p:cNvSpPr txBox="1"/>
          <p:nvPr/>
        </p:nvSpPr>
        <p:spPr>
          <a:xfrm>
            <a:off x="10020248" y="1799283"/>
            <a:ext cx="458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90EBC270-B0BE-1B8A-3672-8B1A26A06D4A}"/>
                  </a:ext>
                </a:extLst>
              </p:cNvPr>
              <p:cNvSpPr txBox="1"/>
              <p:nvPr/>
            </p:nvSpPr>
            <p:spPr>
              <a:xfrm>
                <a:off x="360000" y="2880000"/>
                <a:ext cx="5126814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90EBC270-B0BE-1B8A-3672-8B1A26A06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880000"/>
                <a:ext cx="5126814" cy="462434"/>
              </a:xfrm>
              <a:prstGeom prst="rect">
                <a:avLst/>
              </a:prstGeom>
              <a:blipFill>
                <a:blip r:embed="rId1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97124D71-2BA2-5C8F-B6DE-3865A9BDE97F}"/>
              </a:ext>
            </a:extLst>
          </p:cNvPr>
          <p:cNvSpPr txBox="1"/>
          <p:nvPr/>
        </p:nvSpPr>
        <p:spPr>
          <a:xfrm>
            <a:off x="9509759" y="4695652"/>
            <a:ext cx="1203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6" name="对话气泡: 矩形 15">
            <a:extLst>
              <a:ext uri="{FF2B5EF4-FFF2-40B4-BE49-F238E27FC236}">
                <a16:creationId xmlns:a16="http://schemas.microsoft.com/office/drawing/2014/main" id="{5A876A41-E5E2-F893-6561-2B886E8CAEB4}"/>
              </a:ext>
            </a:extLst>
          </p:cNvPr>
          <p:cNvSpPr/>
          <p:nvPr/>
        </p:nvSpPr>
        <p:spPr>
          <a:xfrm>
            <a:off x="9759865" y="2388307"/>
            <a:ext cx="1436916" cy="366169"/>
          </a:xfrm>
          <a:prstGeom prst="wedgeRectCallout">
            <a:avLst>
              <a:gd name="adj1" fmla="val -85589"/>
              <a:gd name="adj2" fmla="val 79414"/>
            </a:avLst>
          </a:prstGeom>
          <a:solidFill>
            <a:srgbClr val="FFFF00"/>
          </a:solidFill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E7847B1-BDFB-3965-8CB0-A261A5DCE6CA}"/>
                  </a:ext>
                </a:extLst>
              </p:cNvPr>
              <p:cNvSpPr txBox="1"/>
              <p:nvPr/>
            </p:nvSpPr>
            <p:spPr>
              <a:xfrm>
                <a:off x="360000" y="4428000"/>
                <a:ext cx="6710652" cy="1294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在随后的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期间，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封锁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维持线：保持</a:t>
                </a:r>
                <a:r>
                  <a:rPr lang="zh-CN" altLang="en-US" sz="1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从而维持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</a:t>
                </a:r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阻塞线：保持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2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从而阻塞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</a:t>
                </a:r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E7847B1-BDFB-3965-8CB0-A261A5DCE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428000"/>
                <a:ext cx="6710652" cy="1294200"/>
              </a:xfrm>
              <a:prstGeom prst="rect">
                <a:avLst/>
              </a:prstGeom>
              <a:blipFill>
                <a:blip r:embed="rId18"/>
                <a:stretch>
                  <a:fillRect l="-1181" t="-3756" b="-8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标题 1">
            <a:extLst>
              <a:ext uri="{FF2B5EF4-FFF2-40B4-BE49-F238E27FC236}">
                <a16:creationId xmlns:a16="http://schemas.microsoft.com/office/drawing/2014/main" id="{69CBF097-7841-884C-76E0-CFF8FF1BB2B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A8184F-D883-3B87-FC07-BBDE723A3998}"/>
              </a:ext>
            </a:extLst>
          </p:cNvPr>
          <p:cNvSpPr txBox="1"/>
          <p:nvPr/>
        </p:nvSpPr>
        <p:spPr>
          <a:xfrm>
            <a:off x="360000" y="828000"/>
            <a:ext cx="57570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维持阻塞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F2D4FC8-84A4-1456-A16B-E673CA95E925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8391542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跳变到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F2D4FC8-84A4-1456-A16B-E673CA95E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8391542" cy="462434"/>
              </a:xfrm>
              <a:prstGeom prst="rect">
                <a:avLst/>
              </a:prstGeom>
              <a:blipFill>
                <a:blip r:embed="rId19"/>
                <a:stretch>
                  <a:fillRect l="-944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7DCF49D-E41A-898F-4B15-FEF0209A81F1}"/>
                  </a:ext>
                </a:extLst>
              </p:cNvPr>
              <p:cNvSpPr txBox="1"/>
              <p:nvPr/>
            </p:nvSpPr>
            <p:spPr>
              <a:xfrm>
                <a:off x="360000" y="2268000"/>
                <a:ext cx="575701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7DCF49D-E41A-898F-4B15-FEF0209A8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68000"/>
                <a:ext cx="5757010" cy="462434"/>
              </a:xfrm>
              <a:prstGeom prst="rect">
                <a:avLst/>
              </a:prstGeom>
              <a:blipFill>
                <a:blip r:embed="rId20"/>
                <a:stretch>
                  <a:fillRect l="-137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50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71525-AC28-57B7-88FE-731D896DC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FBDA4B-CD92-EF6F-D27C-26382D72E944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8391542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跳变到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FFBDA4B-CD92-EF6F-D27C-26382D72E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8391542" cy="462434"/>
              </a:xfrm>
              <a:prstGeom prst="rect">
                <a:avLst/>
              </a:prstGeom>
              <a:blipFill>
                <a:blip r:embed="rId2"/>
                <a:stretch>
                  <a:fillRect l="-944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组合 90">
            <a:extLst>
              <a:ext uri="{FF2B5EF4-FFF2-40B4-BE49-F238E27FC236}">
                <a16:creationId xmlns:a16="http://schemas.microsoft.com/office/drawing/2014/main" id="{277C6D6A-7417-C48D-85CE-025EF2B411A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6364F2F7-38E7-3BA9-86B8-7DFDF1B47EF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4" name="箭头: 五边形 93">
                <a:extLst>
                  <a:ext uri="{FF2B5EF4-FFF2-40B4-BE49-F238E27FC236}">
                    <a16:creationId xmlns:a16="http://schemas.microsoft.com/office/drawing/2014/main" id="{178E47AA-9AB9-48A1-527F-2DF827A0D1C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箭头: V 形 94">
                <a:extLst>
                  <a:ext uri="{FF2B5EF4-FFF2-40B4-BE49-F238E27FC236}">
                    <a16:creationId xmlns:a16="http://schemas.microsoft.com/office/drawing/2014/main" id="{87F895EB-D0F8-B617-E63E-1E984732808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3" name="灯片编号占位符 3">
              <a:extLst>
                <a:ext uri="{FF2B5EF4-FFF2-40B4-BE49-F238E27FC236}">
                  <a16:creationId xmlns:a16="http://schemas.microsoft.com/office/drawing/2014/main" id="{D709CE65-13E2-EA90-B444-C8909AA35A3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1D807F0A-A5B2-EB5A-03BF-B868A09AC8D3}"/>
              </a:ext>
            </a:extLst>
          </p:cNvPr>
          <p:cNvGrpSpPr/>
          <p:nvPr/>
        </p:nvGrpSpPr>
        <p:grpSpPr>
          <a:xfrm>
            <a:off x="7370333" y="1810982"/>
            <a:ext cx="4758409" cy="4333316"/>
            <a:chOff x="6675618" y="1542087"/>
            <a:chExt cx="4758409" cy="4333316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F5CD474B-30CE-9578-09FC-7206EB764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33341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181A84A1-02DC-25F7-302E-6F589F0E1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3184648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92929D6E-5AC4-D467-4A06-92B72A1641DA}"/>
                    </a:ext>
                  </a:extLst>
                </p:cNvPr>
                <p:cNvSpPr txBox="1"/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92929D6E-5AC4-D467-4A06-92B72A164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EE09D9D2-90F6-358C-39F5-8DDBCCE24C35}"/>
                </a:ext>
              </a:extLst>
            </p:cNvPr>
            <p:cNvSpPr/>
            <p:nvPr/>
          </p:nvSpPr>
          <p:spPr>
            <a:xfrm flipV="1">
              <a:off x="10436914" y="31230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7EBABCCC-F012-C965-09AE-48E34E36B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41151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5AD211E7-03EC-209F-D2C7-40A1BD5FC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4265106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D349BEC2-2394-1982-F759-4E0AE630B2C5}"/>
                </a:ext>
              </a:extLst>
            </p:cNvPr>
            <p:cNvSpPr/>
            <p:nvPr/>
          </p:nvSpPr>
          <p:spPr>
            <a:xfrm flipV="1">
              <a:off x="10436914" y="420346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2DC908C1-9ADE-5AAF-64FD-C1D23439B52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44936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3A1BF40C-88E3-546C-9B33-E33D7B7DB7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9994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BFC58ECA-0E45-07AB-7611-2716B2F4DC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332376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D4594C50-203D-6EE7-2B48-562B79A94C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412642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27BF14C1-5378-6B7A-BDF6-F2ED0EF053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9958185" y="325338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27">
              <a:extLst>
                <a:ext uri="{FF2B5EF4-FFF2-40B4-BE49-F238E27FC236}">
                  <a16:creationId xmlns:a16="http://schemas.microsoft.com/office/drawing/2014/main" id="{95E04AB5-D71B-F50A-2A67-48E98E142B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956994" y="312410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A69DD5CD-4E9D-7E42-1B3A-B08858D81EE4}"/>
                </a:ext>
              </a:extLst>
            </p:cNvPr>
            <p:cNvSpPr/>
            <p:nvPr/>
          </p:nvSpPr>
          <p:spPr>
            <a:xfrm flipV="1">
              <a:off x="10660496" y="313673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3AFB58F7-325B-11D2-B06B-C16AEFE4A7DF}"/>
                </a:ext>
              </a:extLst>
            </p:cNvPr>
            <p:cNvSpPr/>
            <p:nvPr/>
          </p:nvSpPr>
          <p:spPr>
            <a:xfrm flipV="1">
              <a:off x="10660496" y="4216277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B6AC6E67-06AB-76AF-AA3D-B71BF11E0BE1}"/>
                    </a:ext>
                  </a:extLst>
                </p:cNvPr>
                <p:cNvSpPr txBox="1"/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B6AC6E67-06AB-76AF-AA3D-B71BF11E0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996327BC-6DE5-4ECD-B850-1EC231FE855A}"/>
                    </a:ext>
                  </a:extLst>
                </p:cNvPr>
                <p:cNvSpPr txBox="1"/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996327BC-6DE5-4ECD-B850-1EC231FE8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blipFill>
                  <a:blip r:embed="rId5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3CDA187-F9E6-FD22-6740-37ACA0ED1AAD}"/>
                    </a:ext>
                  </a:extLst>
                </p:cNvPr>
                <p:cNvSpPr txBox="1"/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43CDA187-F9E6-FD22-6740-37ACA0ED1A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blipFill>
                  <a:blip r:embed="rId6"/>
                  <a:stretch>
                    <a:fillRect l="-9211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流程图: 延期 114">
              <a:extLst>
                <a:ext uri="{FF2B5EF4-FFF2-40B4-BE49-F238E27FC236}">
                  <a16:creationId xmlns:a16="http://schemas.microsoft.com/office/drawing/2014/main" id="{2F301EE4-E582-A3BF-7777-596F0C830E05}"/>
                </a:ext>
              </a:extLst>
            </p:cNvPr>
            <p:cNvSpPr/>
            <p:nvPr/>
          </p:nvSpPr>
          <p:spPr>
            <a:xfrm>
              <a:off x="9892543" y="291015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6" name="流程图: 延期 115">
              <a:extLst>
                <a:ext uri="{FF2B5EF4-FFF2-40B4-BE49-F238E27FC236}">
                  <a16:creationId xmlns:a16="http://schemas.microsoft.com/office/drawing/2014/main" id="{F9889AF5-167C-5412-01FD-4E21310A4237}"/>
                </a:ext>
              </a:extLst>
            </p:cNvPr>
            <p:cNvSpPr/>
            <p:nvPr/>
          </p:nvSpPr>
          <p:spPr>
            <a:xfrm>
              <a:off x="9892543" y="399414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7FB5F160-E406-B803-4180-6A04AB53E2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1804204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8" name="Line 27">
              <a:extLst>
                <a:ext uri="{FF2B5EF4-FFF2-40B4-BE49-F238E27FC236}">
                  <a16:creationId xmlns:a16="http://schemas.microsoft.com/office/drawing/2014/main" id="{4995EBB3-7644-81D7-106A-D5E86BEAD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1037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69B67867-26CD-CB6A-AB29-39432FE3E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4021" y="1954197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D59DB2F0-40F0-01F5-BF54-96D55293A4C0}"/>
                </a:ext>
              </a:extLst>
            </p:cNvPr>
            <p:cNvSpPr/>
            <p:nvPr/>
          </p:nvSpPr>
          <p:spPr>
            <a:xfrm flipV="1">
              <a:off x="8571973" y="1892552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1" name="Line 27">
              <a:extLst>
                <a:ext uri="{FF2B5EF4-FFF2-40B4-BE49-F238E27FC236}">
                  <a16:creationId xmlns:a16="http://schemas.microsoft.com/office/drawing/2014/main" id="{752FE5E3-618A-A5F3-3FBA-6AD34D7E2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88466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2" name="Line 27">
              <a:extLst>
                <a:ext uri="{FF2B5EF4-FFF2-40B4-BE49-F238E27FC236}">
                  <a16:creationId xmlns:a16="http://schemas.microsoft.com/office/drawing/2014/main" id="{559D4FDF-21E2-CB4A-5274-F41F20C0B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3184165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27">
              <a:extLst>
                <a:ext uri="{FF2B5EF4-FFF2-40B4-BE49-F238E27FC236}">
                  <a16:creationId xmlns:a16="http://schemas.microsoft.com/office/drawing/2014/main" id="{D510266F-6D1D-EB35-B478-91FF6BE7A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1639" y="3034655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1927F6EB-B85C-F30D-B22A-41AD1DC9C265}"/>
                </a:ext>
              </a:extLst>
            </p:cNvPr>
            <p:cNvSpPr/>
            <p:nvPr/>
          </p:nvSpPr>
          <p:spPr>
            <a:xfrm flipV="1">
              <a:off x="8571973" y="297301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5" name="Line 27">
              <a:extLst>
                <a:ext uri="{FF2B5EF4-FFF2-40B4-BE49-F238E27FC236}">
                  <a16:creationId xmlns:a16="http://schemas.microsoft.com/office/drawing/2014/main" id="{D37514E7-A37C-1FF2-0A73-E6DB80BF01F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2189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Line 27">
              <a:extLst>
                <a:ext uri="{FF2B5EF4-FFF2-40B4-BE49-F238E27FC236}">
                  <a16:creationId xmlns:a16="http://schemas.microsoft.com/office/drawing/2014/main" id="{098BF7AB-0C27-EBEC-6A3A-B56EBEE458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7690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Line 27">
              <a:extLst>
                <a:ext uri="{FF2B5EF4-FFF2-40B4-BE49-F238E27FC236}">
                  <a16:creationId xmlns:a16="http://schemas.microsoft.com/office/drawing/2014/main" id="{CB5F40C2-3866-61E8-8AB4-F7344329D9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03362" y="2081043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Line 27">
              <a:extLst>
                <a:ext uri="{FF2B5EF4-FFF2-40B4-BE49-F238E27FC236}">
                  <a16:creationId xmlns:a16="http://schemas.microsoft.com/office/drawing/2014/main" id="{52B235AD-7399-934C-7F39-FDEB2BAE70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0281" y="2901331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6FF0B82E-DE90-27F9-D514-B1F4794B62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093244" y="2022936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Line 27">
              <a:extLst>
                <a:ext uri="{FF2B5EF4-FFF2-40B4-BE49-F238E27FC236}">
                  <a16:creationId xmlns:a16="http://schemas.microsoft.com/office/drawing/2014/main" id="{374849D2-239F-DDD7-206D-85D10E69AD0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92053" y="1893651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B72F9283-8DD3-A5C1-3309-5EC1239E9665}"/>
                </a:ext>
              </a:extLst>
            </p:cNvPr>
            <p:cNvSpPr/>
            <p:nvPr/>
          </p:nvSpPr>
          <p:spPr>
            <a:xfrm flipV="1">
              <a:off x="8795555" y="2985826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2" name="流程图: 延期 131">
              <a:extLst>
                <a:ext uri="{FF2B5EF4-FFF2-40B4-BE49-F238E27FC236}">
                  <a16:creationId xmlns:a16="http://schemas.microsoft.com/office/drawing/2014/main" id="{0C2030DC-C15A-F5DE-E4CF-CB84CA42926E}"/>
                </a:ext>
              </a:extLst>
            </p:cNvPr>
            <p:cNvSpPr/>
            <p:nvPr/>
          </p:nvSpPr>
          <p:spPr>
            <a:xfrm>
              <a:off x="8027602" y="167970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3" name="流程图: 延期 132">
              <a:extLst>
                <a:ext uri="{FF2B5EF4-FFF2-40B4-BE49-F238E27FC236}">
                  <a16:creationId xmlns:a16="http://schemas.microsoft.com/office/drawing/2014/main" id="{D4AE8496-9918-6067-2D2A-9D14D3A5FA2E}"/>
                </a:ext>
              </a:extLst>
            </p:cNvPr>
            <p:cNvSpPr/>
            <p:nvPr/>
          </p:nvSpPr>
          <p:spPr>
            <a:xfrm>
              <a:off x="8027602" y="276369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4" name="Line 27">
              <a:extLst>
                <a:ext uri="{FF2B5EF4-FFF2-40B4-BE49-F238E27FC236}">
                  <a16:creationId xmlns:a16="http://schemas.microsoft.com/office/drawing/2014/main" id="{DD15738C-0A2B-79C1-2441-3AC66577E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8740" y="4264610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EE16EE2F-3E58-4EAF-BA9D-26BD688E8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4564113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27">
              <a:extLst>
                <a:ext uri="{FF2B5EF4-FFF2-40B4-BE49-F238E27FC236}">
                  <a16:creationId xmlns:a16="http://schemas.microsoft.com/office/drawing/2014/main" id="{BC57B598-312F-22A8-C253-0D7EDA233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4567" y="4414603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D06E9E4A-57FA-A64F-BC03-BDDA65003DF7}"/>
                </a:ext>
              </a:extLst>
            </p:cNvPr>
            <p:cNvSpPr/>
            <p:nvPr/>
          </p:nvSpPr>
          <p:spPr>
            <a:xfrm flipV="1">
              <a:off x="8584901" y="435295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8" name="Line 27">
              <a:extLst>
                <a:ext uri="{FF2B5EF4-FFF2-40B4-BE49-F238E27FC236}">
                  <a16:creationId xmlns:a16="http://schemas.microsoft.com/office/drawing/2014/main" id="{0209D25A-B65D-FA57-83B0-189887EA0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596" y="534506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9" name="Line 27">
              <a:extLst>
                <a:ext uri="{FF2B5EF4-FFF2-40B4-BE49-F238E27FC236}">
                  <a16:creationId xmlns:a16="http://schemas.microsoft.com/office/drawing/2014/main" id="{C8BFBFAB-B053-2B27-EA00-62FF23CE9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201" y="5644571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27">
              <a:extLst>
                <a:ext uri="{FF2B5EF4-FFF2-40B4-BE49-F238E27FC236}">
                  <a16:creationId xmlns:a16="http://schemas.microsoft.com/office/drawing/2014/main" id="{639226B2-C3BD-0B1E-1C1B-A5E3B7B10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6949" y="5495061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ED0A19D7-0310-0209-955F-51322C5E8E37}"/>
                </a:ext>
              </a:extLst>
            </p:cNvPr>
            <p:cNvSpPr/>
            <p:nvPr/>
          </p:nvSpPr>
          <p:spPr>
            <a:xfrm flipV="1">
              <a:off x="8584901" y="543341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2" name="Line 27">
              <a:extLst>
                <a:ext uri="{FF2B5EF4-FFF2-40B4-BE49-F238E27FC236}">
                  <a16:creationId xmlns:a16="http://schemas.microsoft.com/office/drawing/2014/main" id="{6CA26750-253E-6853-5EBB-C263DB049D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467931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27">
              <a:extLst>
                <a:ext uri="{FF2B5EF4-FFF2-40B4-BE49-F238E27FC236}">
                  <a16:creationId xmlns:a16="http://schemas.microsoft.com/office/drawing/2014/main" id="{058AB1C6-3DDC-AACA-34E3-7B0CA70473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52294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Line 27">
              <a:extLst>
                <a:ext uri="{FF2B5EF4-FFF2-40B4-BE49-F238E27FC236}">
                  <a16:creationId xmlns:a16="http://schemas.microsoft.com/office/drawing/2014/main" id="{CC279653-39D6-4482-7BCA-C5C1BBA2B5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28566" y="455372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27">
              <a:extLst>
                <a:ext uri="{FF2B5EF4-FFF2-40B4-BE49-F238E27FC236}">
                  <a16:creationId xmlns:a16="http://schemas.microsoft.com/office/drawing/2014/main" id="{F97B3277-DBFF-1AAF-40DE-0350FEDCD4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6919" y="5368027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27">
              <a:extLst>
                <a:ext uri="{FF2B5EF4-FFF2-40B4-BE49-F238E27FC236}">
                  <a16:creationId xmlns:a16="http://schemas.microsoft.com/office/drawing/2014/main" id="{6B7CF43B-6314-08E7-A29B-75D0872CEE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106172" y="448334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27">
              <a:extLst>
                <a:ext uri="{FF2B5EF4-FFF2-40B4-BE49-F238E27FC236}">
                  <a16:creationId xmlns:a16="http://schemas.microsoft.com/office/drawing/2014/main" id="{A43ACB36-91D4-7493-661D-9446E14FDD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104981" y="435405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650B12CC-C562-9A88-6867-1B052A5931D8}"/>
                </a:ext>
              </a:extLst>
            </p:cNvPr>
            <p:cNvSpPr/>
            <p:nvPr/>
          </p:nvSpPr>
          <p:spPr>
            <a:xfrm flipV="1">
              <a:off x="8808483" y="436669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9" name="流程图: 延期 148">
              <a:extLst>
                <a:ext uri="{FF2B5EF4-FFF2-40B4-BE49-F238E27FC236}">
                  <a16:creationId xmlns:a16="http://schemas.microsoft.com/office/drawing/2014/main" id="{49DAF072-E205-D535-CEC1-C8319868B893}"/>
                </a:ext>
              </a:extLst>
            </p:cNvPr>
            <p:cNvSpPr/>
            <p:nvPr/>
          </p:nvSpPr>
          <p:spPr>
            <a:xfrm>
              <a:off x="8040530" y="414011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0" name="流程图: 延期 149">
              <a:extLst>
                <a:ext uri="{FF2B5EF4-FFF2-40B4-BE49-F238E27FC236}">
                  <a16:creationId xmlns:a16="http://schemas.microsoft.com/office/drawing/2014/main" id="{F9F68790-EBA8-BB83-EDF3-922AB14A2724}"/>
                </a:ext>
              </a:extLst>
            </p:cNvPr>
            <p:cNvSpPr/>
            <p:nvPr/>
          </p:nvSpPr>
          <p:spPr>
            <a:xfrm>
              <a:off x="8040530" y="522410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4B267372-5440-FDE3-D4F2-07E87A4173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49948" y="3184158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572B41A2-8144-1392-5627-A0E5490B5573}"/>
                </a:ext>
              </a:extLst>
            </p:cNvPr>
            <p:cNvSpPr/>
            <p:nvPr/>
          </p:nvSpPr>
          <p:spPr>
            <a:xfrm flipV="1">
              <a:off x="7751690" y="451495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3" name="Line 27">
              <a:extLst>
                <a:ext uri="{FF2B5EF4-FFF2-40B4-BE49-F238E27FC236}">
                  <a16:creationId xmlns:a16="http://schemas.microsoft.com/office/drawing/2014/main" id="{5A2201F5-D34F-DD37-40AA-7B36425D0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4413602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83D6B6AA-E646-00A4-A7FD-A9FE91250E80}"/>
                </a:ext>
              </a:extLst>
            </p:cNvPr>
            <p:cNvGrpSpPr/>
            <p:nvPr/>
          </p:nvGrpSpPr>
          <p:grpSpPr>
            <a:xfrm>
              <a:off x="7792408" y="3033653"/>
              <a:ext cx="1053994" cy="1243050"/>
              <a:chOff x="7322851" y="2737091"/>
              <a:chExt cx="1053994" cy="1243050"/>
            </a:xfrm>
          </p:grpSpPr>
          <p:sp>
            <p:nvSpPr>
              <p:cNvPr id="168" name="Line 27">
                <a:extLst>
                  <a:ext uri="{FF2B5EF4-FFF2-40B4-BE49-F238E27FC236}">
                    <a16:creationId xmlns:a16="http://schemas.microsoft.com/office/drawing/2014/main" id="{9C67AD48-C6D3-120E-F4CC-971F4642F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27">
                <a:extLst>
                  <a:ext uri="{FF2B5EF4-FFF2-40B4-BE49-F238E27FC236}">
                    <a16:creationId xmlns:a16="http://schemas.microsoft.com/office/drawing/2014/main" id="{0A08A245-5168-C10B-2EFE-58475EA266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27">
                <a:extLst>
                  <a:ext uri="{FF2B5EF4-FFF2-40B4-BE49-F238E27FC236}">
                    <a16:creationId xmlns:a16="http://schemas.microsoft.com/office/drawing/2014/main" id="{9A4DABE0-48CF-3938-0650-E8DFD67AA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471DB2DB-C80D-605C-C630-CF0FE2F3BF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24625" y="3793409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2D269EF1-40E1-9746-EEA4-F3B76DC524B2}"/>
                </a:ext>
              </a:extLst>
            </p:cNvPr>
            <p:cNvSpPr/>
            <p:nvPr/>
          </p:nvSpPr>
          <p:spPr>
            <a:xfrm flipV="1">
              <a:off x="7297771" y="374972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7" name="Line 27">
              <a:extLst>
                <a:ext uri="{FF2B5EF4-FFF2-40B4-BE49-F238E27FC236}">
                  <a16:creationId xmlns:a16="http://schemas.microsoft.com/office/drawing/2014/main" id="{C14300F7-7892-8B2D-8A4F-DB1C0563D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2133" y="3798883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DFE6898D-4582-81FB-E9F5-E65CA7D0D2A8}"/>
                    </a:ext>
                  </a:extLst>
                </p:cNvPr>
                <p:cNvSpPr txBox="1"/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DFE6898D-4582-81FB-E9F5-E65CA7D0D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E78A3F2C-5926-6293-9A95-BD021850773F}"/>
                    </a:ext>
                  </a:extLst>
                </p:cNvPr>
                <p:cNvSpPr txBox="1"/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E78A3F2C-5926-6293-9A95-BD0218507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2DE1F0D-1892-15FA-9EBD-710CE6B21B99}"/>
                    </a:ext>
                  </a:extLst>
                </p:cNvPr>
                <p:cNvSpPr txBox="1"/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2DE1F0D-1892-15FA-9EBD-710CE6B21B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6883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E7813387-F031-97B3-E0DD-A36C409AC798}"/>
                    </a:ext>
                  </a:extLst>
                </p:cNvPr>
                <p:cNvSpPr txBox="1"/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E7813387-F031-97B3-E0DD-A36C409AC7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7105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8197A790-928B-3686-3F1F-4F5E39895185}"/>
                    </a:ext>
                  </a:extLst>
                </p:cNvPr>
                <p:cNvSpPr txBox="1"/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8197A790-928B-3686-3F1F-4F5E398951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E5F66F47-8C1D-A37F-D10A-7E002410930E}"/>
                    </a:ext>
                  </a:extLst>
                </p:cNvPr>
                <p:cNvSpPr txBox="1"/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E5F66F47-8C1D-A37F-D10A-7E00241093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BA8AECBD-D7F6-0A2A-B55A-04D4833B6FAC}"/>
                    </a:ext>
                  </a:extLst>
                </p:cNvPr>
                <p:cNvSpPr txBox="1"/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BA8AECBD-D7F6-0A2A-B55A-04D4833B6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386DEA7C-A3C8-8B5A-D386-353139EBF97A}"/>
                    </a:ext>
                  </a:extLst>
                </p:cNvPr>
                <p:cNvSpPr txBox="1"/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386DEA7C-A3C8-8B5A-D386-353139EBF9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blipFill>
                  <a:blip r:embed="rId14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1480794B-CC44-5EC9-F19C-2A2EFA597354}"/>
                    </a:ext>
                  </a:extLst>
                </p:cNvPr>
                <p:cNvSpPr txBox="1"/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1480794B-CC44-5EC9-F19C-2A2EFA597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2337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D3B1428-3EC4-B8CE-6706-6F7ECE65D1DA}"/>
                    </a:ext>
                  </a:extLst>
                </p:cNvPr>
                <p:cNvSpPr txBox="1"/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D3B1428-3EC4-B8CE-6706-6F7ECE65D1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blipFill>
                  <a:blip r:embed="rId16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6" name="文本框 175">
            <a:extLst>
              <a:ext uri="{FF2B5EF4-FFF2-40B4-BE49-F238E27FC236}">
                <a16:creationId xmlns:a16="http://schemas.microsoft.com/office/drawing/2014/main" id="{07655E23-49F2-6076-3C7A-4B19A3A6C529}"/>
              </a:ext>
            </a:extLst>
          </p:cNvPr>
          <p:cNvSpPr txBox="1"/>
          <p:nvPr/>
        </p:nvSpPr>
        <p:spPr>
          <a:xfrm>
            <a:off x="7049642" y="3817448"/>
            <a:ext cx="515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2D50B7A1-ACFB-2105-1F94-C815B37D4385}"/>
                  </a:ext>
                </a:extLst>
              </p:cNvPr>
              <p:cNvSpPr txBox="1"/>
              <p:nvPr/>
            </p:nvSpPr>
            <p:spPr>
              <a:xfrm>
                <a:off x="360000" y="2268000"/>
                <a:ext cx="575701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2D50B7A1-ACFB-2105-1F94-C815B37D4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68000"/>
                <a:ext cx="5757010" cy="462434"/>
              </a:xfrm>
              <a:prstGeom prst="rect">
                <a:avLst/>
              </a:prstGeom>
              <a:blipFill>
                <a:blip r:embed="rId17"/>
                <a:stretch>
                  <a:fillRect l="-137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文本框 179">
            <a:extLst>
              <a:ext uri="{FF2B5EF4-FFF2-40B4-BE49-F238E27FC236}">
                <a16:creationId xmlns:a16="http://schemas.microsoft.com/office/drawing/2014/main" id="{ACF2A264-899B-0EEC-D00B-0A3C911559C5}"/>
              </a:ext>
            </a:extLst>
          </p:cNvPr>
          <p:cNvSpPr txBox="1"/>
          <p:nvPr/>
        </p:nvSpPr>
        <p:spPr>
          <a:xfrm>
            <a:off x="7049643" y="4205896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08703079-E438-DF4D-F9DA-3D3962013CA6}"/>
              </a:ext>
            </a:extLst>
          </p:cNvPr>
          <p:cNvSpPr txBox="1"/>
          <p:nvPr/>
        </p:nvSpPr>
        <p:spPr>
          <a:xfrm>
            <a:off x="7049643" y="3429000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83741E5-64BC-73EB-9DAA-D8B00926BB2D}"/>
                  </a:ext>
                </a:extLst>
              </p:cNvPr>
              <p:cNvSpPr txBox="1"/>
              <p:nvPr/>
            </p:nvSpPr>
            <p:spPr>
              <a:xfrm>
                <a:off x="10020249" y="5599902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</m:acc>
                    </m:oMath>
                  </m:oMathPara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583741E5-64BC-73EB-9DAA-D8B00926B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249" y="5599902"/>
                <a:ext cx="458075" cy="461665"/>
              </a:xfrm>
              <a:prstGeom prst="rect">
                <a:avLst/>
              </a:prstGeom>
              <a:blipFill>
                <a:blip r:embed="rId18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F98E6585-2E63-3F74-5F67-456FE3F517C3}"/>
                  </a:ext>
                </a:extLst>
              </p:cNvPr>
              <p:cNvSpPr txBox="1"/>
              <p:nvPr/>
            </p:nvSpPr>
            <p:spPr>
              <a:xfrm>
                <a:off x="10020248" y="1799283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</m:oMath>
                  </m:oMathPara>
                </a14:m>
                <a:endParaRPr lang="zh-CN" alt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F98E6585-2E63-3F74-5F67-456FE3F51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248" y="1799283"/>
                <a:ext cx="458075" cy="461665"/>
              </a:xfrm>
              <a:prstGeom prst="rect">
                <a:avLst/>
              </a:prstGeom>
              <a:blipFill>
                <a:blip r:embed="rId19"/>
                <a:stretch>
                  <a:fillRect l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448ABBC6-58BF-EB4A-0A80-EFFD3C3275B3}"/>
                  </a:ext>
                </a:extLst>
              </p:cNvPr>
              <p:cNvSpPr txBox="1"/>
              <p:nvPr/>
            </p:nvSpPr>
            <p:spPr>
              <a:xfrm>
                <a:off x="9509759" y="2843453"/>
                <a:ext cx="12035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→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</m:acc>
                  </m:oMath>
                </a14:m>
                <a:endPara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448ABBC6-58BF-EB4A-0A80-EFFD3C327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59" y="2843453"/>
                <a:ext cx="1203592" cy="461665"/>
              </a:xfrm>
              <a:prstGeom prst="rect">
                <a:avLst/>
              </a:prstGeom>
              <a:blipFill>
                <a:blip r:embed="rId20"/>
                <a:stretch>
                  <a:fillRect l="-7614" t="-10526" r="-2639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409DEED-09E4-F3B9-5381-A0FEDF305B1F}"/>
                  </a:ext>
                </a:extLst>
              </p:cNvPr>
              <p:cNvSpPr txBox="1"/>
              <p:nvPr/>
            </p:nvSpPr>
            <p:spPr>
              <a:xfrm>
                <a:off x="9509759" y="4701992"/>
                <a:ext cx="12035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→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endPara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5" name="文本框 184">
                <a:extLst>
                  <a:ext uri="{FF2B5EF4-FFF2-40B4-BE49-F238E27FC236}">
                    <a16:creationId xmlns:a16="http://schemas.microsoft.com/office/drawing/2014/main" id="{5409DEED-09E4-F3B9-5381-A0FEDF305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759" y="4701992"/>
                <a:ext cx="1203592" cy="461665"/>
              </a:xfrm>
              <a:prstGeom prst="rect">
                <a:avLst/>
              </a:prstGeom>
              <a:blipFill>
                <a:blip r:embed="rId21"/>
                <a:stretch>
                  <a:fillRect l="-7614" t="-11842" b="-27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2FF62A91-A9BD-42A6-2A71-14FF747DEFE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004CB7-BA4C-47C0-335E-0F8195747E2E}"/>
              </a:ext>
            </a:extLst>
          </p:cNvPr>
          <p:cNvSpPr txBox="1"/>
          <p:nvPr/>
        </p:nvSpPr>
        <p:spPr>
          <a:xfrm>
            <a:off x="360000" y="828000"/>
            <a:ext cx="57570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维持阻塞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877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E401-5904-684F-5F22-3D4A1BD9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952BAD13-1043-5038-FFB6-57BAB96DEA9D}"/>
              </a:ext>
            </a:extLst>
          </p:cNvPr>
          <p:cNvGrpSpPr/>
          <p:nvPr/>
        </p:nvGrpSpPr>
        <p:grpSpPr>
          <a:xfrm>
            <a:off x="8482884" y="4697537"/>
            <a:ext cx="1077817" cy="929623"/>
            <a:chOff x="8633711" y="4848052"/>
            <a:chExt cx="1077817" cy="929623"/>
          </a:xfrm>
        </p:grpSpPr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6346C24B-76DC-74B4-BAB6-31D529079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3711" y="5766363"/>
              <a:ext cx="253934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167D3198-ABEA-9090-A09B-47819586D6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518888" y="5650708"/>
              <a:ext cx="253934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007E98F1-E396-1A16-CA60-DD518A172A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75681" y="4975019"/>
              <a:ext cx="253934" cy="0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C0C0B7AE-5AFA-2D7F-311F-D1AB047F5E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952096" y="4775352"/>
              <a:ext cx="445177" cy="1073687"/>
            </a:xfrm>
            <a:prstGeom prst="line">
              <a:avLst/>
            </a:prstGeom>
            <a:noFill/>
            <a:ln w="762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410DE88E-3E86-3E3B-18BF-F6E47C8A13AB}"/>
              </a:ext>
            </a:extLst>
          </p:cNvPr>
          <p:cNvSpPr txBox="1"/>
          <p:nvPr/>
        </p:nvSpPr>
        <p:spPr>
          <a:xfrm>
            <a:off x="9509759" y="4695652"/>
            <a:ext cx="1203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9221CF63-5CBF-67EF-29C5-B17DA066E605}"/>
              </a:ext>
            </a:extLst>
          </p:cNvPr>
          <p:cNvSpPr txBox="1"/>
          <p:nvPr/>
        </p:nvSpPr>
        <p:spPr>
          <a:xfrm>
            <a:off x="9509759" y="2843453"/>
            <a:ext cx="12035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D12427D-F0DA-768E-837C-CE0E8101F009}"/>
              </a:ext>
            </a:extLst>
          </p:cNvPr>
          <p:cNvGrpSpPr/>
          <p:nvPr/>
        </p:nvGrpSpPr>
        <p:grpSpPr>
          <a:xfrm>
            <a:off x="7370333" y="1810982"/>
            <a:ext cx="4758409" cy="4333316"/>
            <a:chOff x="6675618" y="1542087"/>
            <a:chExt cx="4758409" cy="4333316"/>
          </a:xfrm>
        </p:grpSpPr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5031E033-FACE-0D33-95E1-709A892D5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33341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Line 27">
              <a:extLst>
                <a:ext uri="{FF2B5EF4-FFF2-40B4-BE49-F238E27FC236}">
                  <a16:creationId xmlns:a16="http://schemas.microsoft.com/office/drawing/2014/main" id="{ADE75168-985E-C659-7890-E2ECA0E54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3184648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EA1D0DCA-D0FF-B919-28C7-89F69EDB18D3}"/>
                    </a:ext>
                  </a:extLst>
                </p:cNvPr>
                <p:cNvSpPr txBox="1"/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EA1D0DCA-D0FF-B919-28C7-89F69EDB18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53A04032-300B-DC5A-10FE-D969C5AE7705}"/>
                </a:ext>
              </a:extLst>
            </p:cNvPr>
            <p:cNvSpPr/>
            <p:nvPr/>
          </p:nvSpPr>
          <p:spPr>
            <a:xfrm flipV="1">
              <a:off x="10436914" y="31230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1" name="Line 27">
              <a:extLst>
                <a:ext uri="{FF2B5EF4-FFF2-40B4-BE49-F238E27FC236}">
                  <a16:creationId xmlns:a16="http://schemas.microsoft.com/office/drawing/2014/main" id="{03C07AF2-F5E4-40E8-B794-75ACD5F2A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41151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5CD4B23A-DEF1-66D9-70CE-F46AD1A20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4265106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D857B9D2-A12D-8749-5B53-011F29C18CE3}"/>
                </a:ext>
              </a:extLst>
            </p:cNvPr>
            <p:cNvSpPr/>
            <p:nvPr/>
          </p:nvSpPr>
          <p:spPr>
            <a:xfrm flipV="1">
              <a:off x="10436914" y="420346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04" name="Line 27">
              <a:extLst>
                <a:ext uri="{FF2B5EF4-FFF2-40B4-BE49-F238E27FC236}">
                  <a16:creationId xmlns:a16="http://schemas.microsoft.com/office/drawing/2014/main" id="{B1C0CDBF-DF7B-5ADD-B249-2EB24764F3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44936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6CDA6232-85E3-5DD7-8B8A-19284D10CA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9994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36E37ECD-0950-1878-2DB8-3CB0E206E3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332376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B4B564C2-49CA-6733-71A9-8A71C56C97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412642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35217937-2210-D700-70D6-98012B77FE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9958185" y="325338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" name="Line 27">
              <a:extLst>
                <a:ext uri="{FF2B5EF4-FFF2-40B4-BE49-F238E27FC236}">
                  <a16:creationId xmlns:a16="http://schemas.microsoft.com/office/drawing/2014/main" id="{3C8CE09D-7610-F386-8CE5-F8F80F7193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956994" y="312410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69758618-B09C-FEE3-1C21-F25E3BB189FD}"/>
                </a:ext>
              </a:extLst>
            </p:cNvPr>
            <p:cNvSpPr/>
            <p:nvPr/>
          </p:nvSpPr>
          <p:spPr>
            <a:xfrm flipV="1">
              <a:off x="10660496" y="313673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9FD5E070-6EE2-C0AA-806B-3301D19D0FD1}"/>
                </a:ext>
              </a:extLst>
            </p:cNvPr>
            <p:cNvSpPr/>
            <p:nvPr/>
          </p:nvSpPr>
          <p:spPr>
            <a:xfrm flipV="1">
              <a:off x="10660496" y="4216277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13878A1C-DFFD-2F4E-91D7-9F833BFB4C0E}"/>
                    </a:ext>
                  </a:extLst>
                </p:cNvPr>
                <p:cNvSpPr txBox="1"/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13878A1C-DFFD-2F4E-91D7-9F833BFB4C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95F1D16C-D2DB-6A65-6D0E-6D2CD2CA7B9C}"/>
                    </a:ext>
                  </a:extLst>
                </p:cNvPr>
                <p:cNvSpPr txBox="1"/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95F1D16C-D2DB-6A65-6D0E-6D2CD2CA7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blipFill>
                  <a:blip r:embed="rId4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8567C8B1-DE19-3311-B69B-87110675D27C}"/>
                    </a:ext>
                  </a:extLst>
                </p:cNvPr>
                <p:cNvSpPr txBox="1"/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8567C8B1-DE19-3311-B69B-87110675D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blipFill>
                  <a:blip r:embed="rId5"/>
                  <a:stretch>
                    <a:fillRect l="-9211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流程图: 延期 114">
              <a:extLst>
                <a:ext uri="{FF2B5EF4-FFF2-40B4-BE49-F238E27FC236}">
                  <a16:creationId xmlns:a16="http://schemas.microsoft.com/office/drawing/2014/main" id="{CAB64C48-DAD5-B707-EF72-4357F29262AC}"/>
                </a:ext>
              </a:extLst>
            </p:cNvPr>
            <p:cNvSpPr/>
            <p:nvPr/>
          </p:nvSpPr>
          <p:spPr>
            <a:xfrm>
              <a:off x="9892543" y="291015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6" name="流程图: 延期 115">
              <a:extLst>
                <a:ext uri="{FF2B5EF4-FFF2-40B4-BE49-F238E27FC236}">
                  <a16:creationId xmlns:a16="http://schemas.microsoft.com/office/drawing/2014/main" id="{E5781563-2900-D046-167D-1CF75A5D9AEF}"/>
                </a:ext>
              </a:extLst>
            </p:cNvPr>
            <p:cNvSpPr/>
            <p:nvPr/>
          </p:nvSpPr>
          <p:spPr>
            <a:xfrm>
              <a:off x="9892543" y="399414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93435F10-0D54-89DB-47C9-CC5692FCC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1804204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8" name="Line 27">
              <a:extLst>
                <a:ext uri="{FF2B5EF4-FFF2-40B4-BE49-F238E27FC236}">
                  <a16:creationId xmlns:a16="http://schemas.microsoft.com/office/drawing/2014/main" id="{1F797F8B-8FE0-6265-5A7F-D4FB47DE5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1037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6B90DE07-A7B0-7286-D269-4A6787A20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4021" y="1954197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FF89E61D-E40C-38F8-3F72-5514AC2B33A3}"/>
                </a:ext>
              </a:extLst>
            </p:cNvPr>
            <p:cNvSpPr/>
            <p:nvPr/>
          </p:nvSpPr>
          <p:spPr>
            <a:xfrm flipV="1">
              <a:off x="8571973" y="1892552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1" name="Line 27">
              <a:extLst>
                <a:ext uri="{FF2B5EF4-FFF2-40B4-BE49-F238E27FC236}">
                  <a16:creationId xmlns:a16="http://schemas.microsoft.com/office/drawing/2014/main" id="{E9561773-469B-039B-7750-411C3CAA2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88466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2" name="Line 27">
              <a:extLst>
                <a:ext uri="{FF2B5EF4-FFF2-40B4-BE49-F238E27FC236}">
                  <a16:creationId xmlns:a16="http://schemas.microsoft.com/office/drawing/2014/main" id="{DA1102F1-DAB1-F800-EFA3-F917EB043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3184165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27">
              <a:extLst>
                <a:ext uri="{FF2B5EF4-FFF2-40B4-BE49-F238E27FC236}">
                  <a16:creationId xmlns:a16="http://schemas.microsoft.com/office/drawing/2014/main" id="{A06F065F-8D33-A5FC-40D6-F74E4C9383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1639" y="3034655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5C507ADB-DB8E-0429-D0B5-3273323AF9BE}"/>
                </a:ext>
              </a:extLst>
            </p:cNvPr>
            <p:cNvSpPr/>
            <p:nvPr/>
          </p:nvSpPr>
          <p:spPr>
            <a:xfrm flipV="1">
              <a:off x="8571973" y="297301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5" name="Line 27">
              <a:extLst>
                <a:ext uri="{FF2B5EF4-FFF2-40B4-BE49-F238E27FC236}">
                  <a16:creationId xmlns:a16="http://schemas.microsoft.com/office/drawing/2014/main" id="{4C31D988-7721-D4A2-DDDE-A204134B16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2189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6" name="Line 27">
              <a:extLst>
                <a:ext uri="{FF2B5EF4-FFF2-40B4-BE49-F238E27FC236}">
                  <a16:creationId xmlns:a16="http://schemas.microsoft.com/office/drawing/2014/main" id="{10A3E9CB-1BF5-40F3-1B13-B55C55784B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7690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Line 27">
              <a:extLst>
                <a:ext uri="{FF2B5EF4-FFF2-40B4-BE49-F238E27FC236}">
                  <a16:creationId xmlns:a16="http://schemas.microsoft.com/office/drawing/2014/main" id="{C45B00B6-C5A3-AABC-F53E-77AE0947D1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03362" y="2081043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8" name="Line 27">
              <a:extLst>
                <a:ext uri="{FF2B5EF4-FFF2-40B4-BE49-F238E27FC236}">
                  <a16:creationId xmlns:a16="http://schemas.microsoft.com/office/drawing/2014/main" id="{1B43EF22-A85E-67D7-A9E5-58FD10147F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0281" y="2901331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9A09F53F-0BEB-81AF-4209-5656ABFAC9E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093244" y="2022936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0" name="Line 27">
              <a:extLst>
                <a:ext uri="{FF2B5EF4-FFF2-40B4-BE49-F238E27FC236}">
                  <a16:creationId xmlns:a16="http://schemas.microsoft.com/office/drawing/2014/main" id="{9ADED183-623D-09AF-A3BB-CDB735C4D8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92053" y="1893651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5B081EFF-37D0-AC1F-A897-9F5441A99C28}"/>
                </a:ext>
              </a:extLst>
            </p:cNvPr>
            <p:cNvSpPr/>
            <p:nvPr/>
          </p:nvSpPr>
          <p:spPr>
            <a:xfrm flipV="1">
              <a:off x="8795555" y="2985826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2" name="流程图: 延期 131">
              <a:extLst>
                <a:ext uri="{FF2B5EF4-FFF2-40B4-BE49-F238E27FC236}">
                  <a16:creationId xmlns:a16="http://schemas.microsoft.com/office/drawing/2014/main" id="{9AE5ECAF-7252-5D99-C2DF-11C179C533B3}"/>
                </a:ext>
              </a:extLst>
            </p:cNvPr>
            <p:cNvSpPr/>
            <p:nvPr/>
          </p:nvSpPr>
          <p:spPr>
            <a:xfrm>
              <a:off x="8027602" y="167970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3" name="流程图: 延期 132">
              <a:extLst>
                <a:ext uri="{FF2B5EF4-FFF2-40B4-BE49-F238E27FC236}">
                  <a16:creationId xmlns:a16="http://schemas.microsoft.com/office/drawing/2014/main" id="{E8631744-CDE7-AA6F-A03A-9097E6105314}"/>
                </a:ext>
              </a:extLst>
            </p:cNvPr>
            <p:cNvSpPr/>
            <p:nvPr/>
          </p:nvSpPr>
          <p:spPr>
            <a:xfrm>
              <a:off x="8027602" y="276369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34" name="Line 27">
              <a:extLst>
                <a:ext uri="{FF2B5EF4-FFF2-40B4-BE49-F238E27FC236}">
                  <a16:creationId xmlns:a16="http://schemas.microsoft.com/office/drawing/2014/main" id="{13DCD9A7-2154-AEB6-BC60-4242B6AAF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8740" y="4264610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5" name="Line 27">
              <a:extLst>
                <a:ext uri="{FF2B5EF4-FFF2-40B4-BE49-F238E27FC236}">
                  <a16:creationId xmlns:a16="http://schemas.microsoft.com/office/drawing/2014/main" id="{1DE7AFA9-5ECD-4688-96A4-00C0065A2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4564113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" name="Line 27">
              <a:extLst>
                <a:ext uri="{FF2B5EF4-FFF2-40B4-BE49-F238E27FC236}">
                  <a16:creationId xmlns:a16="http://schemas.microsoft.com/office/drawing/2014/main" id="{BB94CA8C-2215-63E6-5143-6556B03048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4567" y="4414603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09B16813-6050-EE63-1055-52ADE744A253}"/>
                </a:ext>
              </a:extLst>
            </p:cNvPr>
            <p:cNvSpPr/>
            <p:nvPr/>
          </p:nvSpPr>
          <p:spPr>
            <a:xfrm flipV="1">
              <a:off x="8584901" y="435295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38" name="Line 27">
              <a:extLst>
                <a:ext uri="{FF2B5EF4-FFF2-40B4-BE49-F238E27FC236}">
                  <a16:creationId xmlns:a16="http://schemas.microsoft.com/office/drawing/2014/main" id="{6BBF5360-6EE5-C5F3-912C-74E4F5D5E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596" y="534506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9" name="Line 27">
              <a:extLst>
                <a:ext uri="{FF2B5EF4-FFF2-40B4-BE49-F238E27FC236}">
                  <a16:creationId xmlns:a16="http://schemas.microsoft.com/office/drawing/2014/main" id="{5517B64C-7C37-FEF5-3CCA-278AA2544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201" y="5644571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Line 27">
              <a:extLst>
                <a:ext uri="{FF2B5EF4-FFF2-40B4-BE49-F238E27FC236}">
                  <a16:creationId xmlns:a16="http://schemas.microsoft.com/office/drawing/2014/main" id="{FE5F9A33-2BCD-7EC0-0A3B-5858D3E5F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6949" y="5495061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DF2F6D50-3C0F-24B2-3D82-521520BFB4D5}"/>
                </a:ext>
              </a:extLst>
            </p:cNvPr>
            <p:cNvSpPr/>
            <p:nvPr/>
          </p:nvSpPr>
          <p:spPr>
            <a:xfrm flipV="1">
              <a:off x="8584901" y="543341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2" name="Line 27">
              <a:extLst>
                <a:ext uri="{FF2B5EF4-FFF2-40B4-BE49-F238E27FC236}">
                  <a16:creationId xmlns:a16="http://schemas.microsoft.com/office/drawing/2014/main" id="{77029979-2258-9026-33B9-D3DADAF323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467931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" name="Line 27">
              <a:extLst>
                <a:ext uri="{FF2B5EF4-FFF2-40B4-BE49-F238E27FC236}">
                  <a16:creationId xmlns:a16="http://schemas.microsoft.com/office/drawing/2014/main" id="{A32170EE-29F4-B8B2-6096-8F4E4EDAB2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52294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" name="Line 27">
              <a:extLst>
                <a:ext uri="{FF2B5EF4-FFF2-40B4-BE49-F238E27FC236}">
                  <a16:creationId xmlns:a16="http://schemas.microsoft.com/office/drawing/2014/main" id="{5B501C21-5706-D3F8-100D-F46747EB26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28566" y="455372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Line 27">
              <a:extLst>
                <a:ext uri="{FF2B5EF4-FFF2-40B4-BE49-F238E27FC236}">
                  <a16:creationId xmlns:a16="http://schemas.microsoft.com/office/drawing/2014/main" id="{F354DC75-30B9-7D60-0082-CEA5B37A6B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6919" y="5368027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Line 27">
              <a:extLst>
                <a:ext uri="{FF2B5EF4-FFF2-40B4-BE49-F238E27FC236}">
                  <a16:creationId xmlns:a16="http://schemas.microsoft.com/office/drawing/2014/main" id="{20B879D0-FDCF-ED71-47A4-17FE7EF43A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106172" y="448334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Line 27">
              <a:extLst>
                <a:ext uri="{FF2B5EF4-FFF2-40B4-BE49-F238E27FC236}">
                  <a16:creationId xmlns:a16="http://schemas.microsoft.com/office/drawing/2014/main" id="{AD96CD78-C6D9-A189-755E-58FBDD18F7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104981" y="435405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E2D1CDB4-3718-4AAB-0C3C-C7776E2C457E}"/>
                </a:ext>
              </a:extLst>
            </p:cNvPr>
            <p:cNvSpPr/>
            <p:nvPr/>
          </p:nvSpPr>
          <p:spPr>
            <a:xfrm flipV="1">
              <a:off x="8808483" y="436669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49" name="流程图: 延期 148">
              <a:extLst>
                <a:ext uri="{FF2B5EF4-FFF2-40B4-BE49-F238E27FC236}">
                  <a16:creationId xmlns:a16="http://schemas.microsoft.com/office/drawing/2014/main" id="{1C0E34B2-788E-3264-94A1-FAE3C3A096E3}"/>
                </a:ext>
              </a:extLst>
            </p:cNvPr>
            <p:cNvSpPr/>
            <p:nvPr/>
          </p:nvSpPr>
          <p:spPr>
            <a:xfrm>
              <a:off x="8040530" y="414011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0" name="流程图: 延期 149">
              <a:extLst>
                <a:ext uri="{FF2B5EF4-FFF2-40B4-BE49-F238E27FC236}">
                  <a16:creationId xmlns:a16="http://schemas.microsoft.com/office/drawing/2014/main" id="{2BF7BB19-B431-0E4E-C817-9C28E72BDCB8}"/>
                </a:ext>
              </a:extLst>
            </p:cNvPr>
            <p:cNvSpPr/>
            <p:nvPr/>
          </p:nvSpPr>
          <p:spPr>
            <a:xfrm>
              <a:off x="8040530" y="522410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35045C04-2E78-CC8B-C762-A8C36954F7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49948" y="3184158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77655EA-FFBE-794F-E832-6A01E92CE6F7}"/>
                </a:ext>
              </a:extLst>
            </p:cNvPr>
            <p:cNvSpPr/>
            <p:nvPr/>
          </p:nvSpPr>
          <p:spPr>
            <a:xfrm flipV="1">
              <a:off x="7751690" y="451495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3" name="Line 27">
              <a:extLst>
                <a:ext uri="{FF2B5EF4-FFF2-40B4-BE49-F238E27FC236}">
                  <a16:creationId xmlns:a16="http://schemas.microsoft.com/office/drawing/2014/main" id="{124C9CF9-2C75-88A5-B242-445D19CA6F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4413602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41B5818C-B80C-9ADC-679D-93F75A8A21A7}"/>
                </a:ext>
              </a:extLst>
            </p:cNvPr>
            <p:cNvGrpSpPr/>
            <p:nvPr/>
          </p:nvGrpSpPr>
          <p:grpSpPr>
            <a:xfrm>
              <a:off x="7792408" y="3033653"/>
              <a:ext cx="1053994" cy="1243050"/>
              <a:chOff x="7322851" y="2737091"/>
              <a:chExt cx="1053994" cy="1243050"/>
            </a:xfrm>
          </p:grpSpPr>
          <p:sp>
            <p:nvSpPr>
              <p:cNvPr id="168" name="Line 27">
                <a:extLst>
                  <a:ext uri="{FF2B5EF4-FFF2-40B4-BE49-F238E27FC236}">
                    <a16:creationId xmlns:a16="http://schemas.microsoft.com/office/drawing/2014/main" id="{A2799AEC-161B-8563-91FF-C0890446F8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9" name="Line 27">
                <a:extLst>
                  <a:ext uri="{FF2B5EF4-FFF2-40B4-BE49-F238E27FC236}">
                    <a16:creationId xmlns:a16="http://schemas.microsoft.com/office/drawing/2014/main" id="{227D61BF-BD2D-608C-54CA-5EB862CA3B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0" name="Line 27">
                <a:extLst>
                  <a:ext uri="{FF2B5EF4-FFF2-40B4-BE49-F238E27FC236}">
                    <a16:creationId xmlns:a16="http://schemas.microsoft.com/office/drawing/2014/main" id="{A55F5A40-C116-FFE9-7B8B-B002AADA5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899B5693-8153-BC82-D1E3-C9203E1EBB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24625" y="3793409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AEA37B2B-9D7B-0753-2AF6-F80ADBBC2B63}"/>
                </a:ext>
              </a:extLst>
            </p:cNvPr>
            <p:cNvSpPr/>
            <p:nvPr/>
          </p:nvSpPr>
          <p:spPr>
            <a:xfrm flipV="1">
              <a:off x="7297771" y="374972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57" name="Line 27">
              <a:extLst>
                <a:ext uri="{FF2B5EF4-FFF2-40B4-BE49-F238E27FC236}">
                  <a16:creationId xmlns:a16="http://schemas.microsoft.com/office/drawing/2014/main" id="{8E4B83B9-73F2-FF75-CEF2-85482C7C4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2133" y="3798883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5BE3A73D-90CB-0BAC-0839-B6F5AC0FF6E2}"/>
                    </a:ext>
                  </a:extLst>
                </p:cNvPr>
                <p:cNvSpPr txBox="1"/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5BE3A73D-90CB-0BAC-0839-B6F5AC0FF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99C7CFB1-1804-D6DB-182D-EECC695CCEC9}"/>
                    </a:ext>
                  </a:extLst>
                </p:cNvPr>
                <p:cNvSpPr txBox="1"/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99C7CFB1-1804-D6DB-182D-EECC695CC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31B77614-35D8-6BB4-6B66-F2013932820A}"/>
                    </a:ext>
                  </a:extLst>
                </p:cNvPr>
                <p:cNvSpPr txBox="1"/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31B77614-35D8-6BB4-6B66-F20139328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6883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D4C7049C-94B4-684C-2341-6F8A3D6FADB5}"/>
                    </a:ext>
                  </a:extLst>
                </p:cNvPr>
                <p:cNvSpPr txBox="1"/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D4C7049C-94B4-684C-2341-6F8A3D6FAD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7105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CD639BCD-B430-2AF3-C5E9-23C80059C8A0}"/>
                    </a:ext>
                  </a:extLst>
                </p:cNvPr>
                <p:cNvSpPr txBox="1"/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CD639BCD-B430-2AF3-C5E9-23C80059C8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B28914FA-E4FA-79B4-A255-6AADD7587E69}"/>
                    </a:ext>
                  </a:extLst>
                </p:cNvPr>
                <p:cNvSpPr txBox="1"/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B28914FA-E4FA-79B4-A255-6AADD7587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14F0172B-117D-DE40-F7C9-7B9857B22849}"/>
                    </a:ext>
                  </a:extLst>
                </p:cNvPr>
                <p:cNvSpPr txBox="1"/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14F0172B-117D-DE40-F7C9-7B9857B228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9EFCB71A-76A2-168D-B944-FE3568C0C6EC}"/>
                    </a:ext>
                  </a:extLst>
                </p:cNvPr>
                <p:cNvSpPr txBox="1"/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9EFCB71A-76A2-168D-B944-FE3568C0C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blipFill>
                  <a:blip r:embed="rId13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16B7219B-C648-2B13-58D9-94BEF73A121E}"/>
                    </a:ext>
                  </a:extLst>
                </p:cNvPr>
                <p:cNvSpPr txBox="1"/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16B7219B-C648-2B13-58D9-94BEF73A12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337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11CC6B65-F2E7-D8D7-0CC2-F4B1A65D7AF0}"/>
                    </a:ext>
                  </a:extLst>
                </p:cNvPr>
                <p:cNvSpPr txBox="1"/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11CC6B65-F2E7-D8D7-0CC2-F4B1A65D7A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249AA631-8DB1-89FA-7B52-B04CDF7B01AC}"/>
              </a:ext>
            </a:extLst>
          </p:cNvPr>
          <p:cNvSpPr txBox="1"/>
          <p:nvPr/>
        </p:nvSpPr>
        <p:spPr>
          <a:xfrm>
            <a:off x="360000" y="828000"/>
            <a:ext cx="575701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维持阻塞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8533C70-4556-C746-B13E-CBC27B647DF6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7346324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跳变到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acc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8533C70-4556-C746-B13E-CBC27B647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7346324" cy="462434"/>
              </a:xfrm>
              <a:prstGeom prst="rect">
                <a:avLst/>
              </a:prstGeom>
              <a:blipFill>
                <a:blip r:embed="rId16"/>
                <a:stretch>
                  <a:fillRect l="-1079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组合 90">
            <a:extLst>
              <a:ext uri="{FF2B5EF4-FFF2-40B4-BE49-F238E27FC236}">
                <a16:creationId xmlns:a16="http://schemas.microsoft.com/office/drawing/2014/main" id="{BB69433C-6983-923A-733A-933D4BB498A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777C920F-2DDD-014F-E48C-3B700B4EE7C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4" name="箭头: 五边形 93">
                <a:extLst>
                  <a:ext uri="{FF2B5EF4-FFF2-40B4-BE49-F238E27FC236}">
                    <a16:creationId xmlns:a16="http://schemas.microsoft.com/office/drawing/2014/main" id="{184147A8-3307-F5C7-DAE6-6B25B6DDDD8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箭头: V 形 94">
                <a:extLst>
                  <a:ext uri="{FF2B5EF4-FFF2-40B4-BE49-F238E27FC236}">
                    <a16:creationId xmlns:a16="http://schemas.microsoft.com/office/drawing/2014/main" id="{ACE8E2AA-8892-1D60-5674-CB60EDAA4479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3" name="灯片编号占位符 3">
              <a:extLst>
                <a:ext uri="{FF2B5EF4-FFF2-40B4-BE49-F238E27FC236}">
                  <a16:creationId xmlns:a16="http://schemas.microsoft.com/office/drawing/2014/main" id="{77DEB7A9-6E7D-B594-C274-C67EC5A8534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76" name="文本框 175">
            <a:extLst>
              <a:ext uri="{FF2B5EF4-FFF2-40B4-BE49-F238E27FC236}">
                <a16:creationId xmlns:a16="http://schemas.microsoft.com/office/drawing/2014/main" id="{AEDBFA08-8366-52F6-C76D-2D21B56E133F}"/>
              </a:ext>
            </a:extLst>
          </p:cNvPr>
          <p:cNvSpPr txBox="1"/>
          <p:nvPr/>
        </p:nvSpPr>
        <p:spPr>
          <a:xfrm>
            <a:off x="7049642" y="3817448"/>
            <a:ext cx="5155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0CB1B3C0-8678-D4E9-4CE2-B0A597C3389B}"/>
                  </a:ext>
                </a:extLst>
              </p:cNvPr>
              <p:cNvSpPr txBox="1"/>
              <p:nvPr/>
            </p:nvSpPr>
            <p:spPr>
              <a:xfrm>
                <a:off x="360000" y="2268000"/>
                <a:ext cx="5757010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0CB1B3C0-8678-D4E9-4CE2-B0A597C33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268000"/>
                <a:ext cx="5757010" cy="462434"/>
              </a:xfrm>
              <a:prstGeom prst="rect">
                <a:avLst/>
              </a:prstGeom>
              <a:blipFill>
                <a:blip r:embed="rId17"/>
                <a:stretch>
                  <a:fillRect l="-1377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文本框 179">
            <a:extLst>
              <a:ext uri="{FF2B5EF4-FFF2-40B4-BE49-F238E27FC236}">
                <a16:creationId xmlns:a16="http://schemas.microsoft.com/office/drawing/2014/main" id="{821125F0-1161-A8F8-3EBA-1BF0A845F665}"/>
              </a:ext>
            </a:extLst>
          </p:cNvPr>
          <p:cNvSpPr txBox="1"/>
          <p:nvPr/>
        </p:nvSpPr>
        <p:spPr>
          <a:xfrm>
            <a:off x="7049643" y="4205896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198874A1-1A97-413E-315C-E4CC6F77A54C}"/>
              </a:ext>
            </a:extLst>
          </p:cNvPr>
          <p:cNvSpPr txBox="1"/>
          <p:nvPr/>
        </p:nvSpPr>
        <p:spPr>
          <a:xfrm>
            <a:off x="7049643" y="3429000"/>
            <a:ext cx="515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67709031-FAE3-FAF2-160D-2FFF9F43922A}"/>
              </a:ext>
            </a:extLst>
          </p:cNvPr>
          <p:cNvSpPr txBox="1"/>
          <p:nvPr/>
        </p:nvSpPr>
        <p:spPr>
          <a:xfrm>
            <a:off x="10020249" y="5599902"/>
            <a:ext cx="458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F0E6071A-8DF9-5E80-CAFB-3110F8AB0768}"/>
              </a:ext>
            </a:extLst>
          </p:cNvPr>
          <p:cNvSpPr txBox="1"/>
          <p:nvPr/>
        </p:nvSpPr>
        <p:spPr>
          <a:xfrm>
            <a:off x="10020248" y="1799283"/>
            <a:ext cx="458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39276D3F-710F-CD8D-D2DC-CE9336748E7F}"/>
                  </a:ext>
                </a:extLst>
              </p:cNvPr>
              <p:cNvSpPr txBox="1"/>
              <p:nvPr/>
            </p:nvSpPr>
            <p:spPr>
              <a:xfrm>
                <a:off x="360000" y="2880000"/>
                <a:ext cx="5126814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39276D3F-710F-CD8D-D2DC-CE9336748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880000"/>
                <a:ext cx="5126814" cy="462434"/>
              </a:xfrm>
              <a:prstGeom prst="rect">
                <a:avLst/>
              </a:prstGeom>
              <a:blipFill>
                <a:blip r:embed="rId1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FA8802F-2EDE-B587-899A-553190445C6E}"/>
                  </a:ext>
                </a:extLst>
              </p:cNvPr>
              <p:cNvSpPr txBox="1"/>
              <p:nvPr/>
            </p:nvSpPr>
            <p:spPr>
              <a:xfrm>
                <a:off x="360001" y="4428000"/>
                <a:ext cx="5890898" cy="2134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在随后的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期间，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封锁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阻塞线、置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维持线：</a:t>
                </a:r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阻止将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置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信号进入触发器，</a:t>
                </a:r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又通过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0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0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0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  <m:r>
                          <a:rPr lang="en-US" altLang="zh-CN" sz="20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CP</m:t>
                        </m:r>
                      </m:e>
                    </m:acc>
                    <m:r>
                      <a:rPr lang="en-US" altLang="zh-CN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维持触发器</a:t>
                </a:r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 </a:t>
                </a:r>
                <a:r>
                  <a:rPr lang="en-US" altLang="zh-CN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sz="22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</a:t>
                </a:r>
                <a:endParaRPr lang="en-US" altLang="zh-CN" sz="22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2FA8802F-2EDE-B587-899A-553190445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4428000"/>
                <a:ext cx="5890898" cy="2134559"/>
              </a:xfrm>
              <a:prstGeom prst="rect">
                <a:avLst/>
              </a:prstGeom>
              <a:blipFill>
                <a:blip r:embed="rId19"/>
                <a:stretch>
                  <a:fillRect l="-1346" t="-2279" b="-4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对话气泡: 矩形 22">
            <a:extLst>
              <a:ext uri="{FF2B5EF4-FFF2-40B4-BE49-F238E27FC236}">
                <a16:creationId xmlns:a16="http://schemas.microsoft.com/office/drawing/2014/main" id="{F9587CAB-C455-00D7-1253-7E11F6031E6C}"/>
              </a:ext>
            </a:extLst>
          </p:cNvPr>
          <p:cNvSpPr/>
          <p:nvPr/>
        </p:nvSpPr>
        <p:spPr>
          <a:xfrm>
            <a:off x="10537385" y="5157317"/>
            <a:ext cx="1559952" cy="741458"/>
          </a:xfrm>
          <a:prstGeom prst="wedgeRectCallout">
            <a:avLst>
              <a:gd name="adj1" fmla="val -129449"/>
              <a:gd name="adj2" fmla="val -52333"/>
            </a:avLst>
          </a:prstGeom>
          <a:solidFill>
            <a:srgbClr val="FFFF00"/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阻塞线、置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维持线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921A744-79BF-F78F-173B-5B449AB1E251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53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D61D-BB6A-7D86-0687-5B7D8E33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9E510D-82B1-088B-BEF6-EE0717C30CDE}"/>
              </a:ext>
            </a:extLst>
          </p:cNvPr>
          <p:cNvSpPr txBox="1"/>
          <p:nvPr/>
        </p:nvSpPr>
        <p:spPr>
          <a:xfrm>
            <a:off x="360000" y="828000"/>
            <a:ext cx="7031343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维持阻塞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触发器（上升沿触发）总结：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1551D6D-9626-9E97-2A85-DBAA8692969D}"/>
              </a:ext>
            </a:extLst>
          </p:cNvPr>
          <p:cNvGrpSpPr/>
          <p:nvPr/>
        </p:nvGrpSpPr>
        <p:grpSpPr>
          <a:xfrm>
            <a:off x="7370333" y="1810982"/>
            <a:ext cx="4758409" cy="4333316"/>
            <a:chOff x="6675618" y="1542087"/>
            <a:chExt cx="4758409" cy="4333316"/>
          </a:xfrm>
        </p:grpSpPr>
        <p:sp>
          <p:nvSpPr>
            <p:cNvPr id="5" name="Line 27">
              <a:extLst>
                <a:ext uri="{FF2B5EF4-FFF2-40B4-BE49-F238E27FC236}">
                  <a16:creationId xmlns:a16="http://schemas.microsoft.com/office/drawing/2014/main" id="{24878E04-D417-FD5D-2EF4-82A9F60FC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33341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Line 27">
              <a:extLst>
                <a:ext uri="{FF2B5EF4-FFF2-40B4-BE49-F238E27FC236}">
                  <a16:creationId xmlns:a16="http://schemas.microsoft.com/office/drawing/2014/main" id="{F566E3E0-5DF9-8888-B309-DDF8F45A6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3184648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4B4BDDF-87EA-3D25-0CC5-3D356996C4A8}"/>
                    </a:ext>
                  </a:extLst>
                </p:cNvPr>
                <p:cNvSpPr txBox="1"/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94B4BDDF-87EA-3D25-0CC5-3D356996C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1222" y="3566446"/>
                  <a:ext cx="458075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4F38D34-5389-7E00-04F3-476718074883}"/>
                </a:ext>
              </a:extLst>
            </p:cNvPr>
            <p:cNvSpPr/>
            <p:nvPr/>
          </p:nvSpPr>
          <p:spPr>
            <a:xfrm flipV="1">
              <a:off x="10436914" y="31230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2B6DCD5B-F14D-A9AF-BFBD-85DBB3527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38609" y="41151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0C662A05-EBCA-47A9-6CF3-D5E208A7A0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26580" y="4265106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6A1486F-F271-64D3-87FD-4E25448E36C1}"/>
                </a:ext>
              </a:extLst>
            </p:cNvPr>
            <p:cNvSpPr/>
            <p:nvPr/>
          </p:nvSpPr>
          <p:spPr>
            <a:xfrm flipV="1">
              <a:off x="10436914" y="420346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16BE021D-8BDC-4E00-9A37-75B0592BDD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44936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4CC0912E-A8FC-FA7B-8D3E-F010EF8BF0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523786" y="399945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ED1FDEF8-CAEA-7F71-59D7-60939A3E38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332376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8F96338A-FFD5-51F7-DBFD-DA3BCE10F5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0579" y="412642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554991AC-D251-D477-7E76-39A233368C7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9958185" y="325338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5A5E9122-289C-389F-61F6-7F1ABE44B2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9956994" y="312410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76BB7FF-B4A2-DE2E-4FD4-B69C5C209E4E}"/>
                </a:ext>
              </a:extLst>
            </p:cNvPr>
            <p:cNvSpPr/>
            <p:nvPr/>
          </p:nvSpPr>
          <p:spPr>
            <a:xfrm flipV="1">
              <a:off x="10660496" y="313673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CB887E16-089A-7119-61BE-E82E26A3401C}"/>
                </a:ext>
              </a:extLst>
            </p:cNvPr>
            <p:cNvSpPr/>
            <p:nvPr/>
          </p:nvSpPr>
          <p:spPr>
            <a:xfrm flipV="1">
              <a:off x="10660496" y="4216277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067796D-6778-6046-D981-110783C2620A}"/>
                    </a:ext>
                  </a:extLst>
                </p:cNvPr>
                <p:cNvSpPr txBox="1"/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067796D-6778-6046-D981-110783C26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5618" y="5413738"/>
                  <a:ext cx="458075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F1A738A-0440-E064-BE47-B7E8D0243A3B}"/>
                    </a:ext>
                  </a:extLst>
                </p:cNvPr>
                <p:cNvSpPr txBox="1"/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F1A738A-0440-E064-BE47-B7E8D0243A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4032888"/>
                  <a:ext cx="458075" cy="462434"/>
                </a:xfrm>
                <a:prstGeom prst="rect">
                  <a:avLst/>
                </a:prstGeom>
                <a:blipFill>
                  <a:blip r:embed="rId4"/>
                  <a:stretch>
                    <a:fillRect l="-9211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F21C91E-A899-3A79-F36A-6EFFB40CA135}"/>
                    </a:ext>
                  </a:extLst>
                </p:cNvPr>
                <p:cNvSpPr txBox="1"/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F21C91E-A899-3A79-F36A-6EFFB40CA1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952" y="2952430"/>
                  <a:ext cx="458075" cy="462434"/>
                </a:xfrm>
                <a:prstGeom prst="rect">
                  <a:avLst/>
                </a:prstGeom>
                <a:blipFill>
                  <a:blip r:embed="rId5"/>
                  <a:stretch>
                    <a:fillRect l="-9211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流程图: 延期 22">
              <a:extLst>
                <a:ext uri="{FF2B5EF4-FFF2-40B4-BE49-F238E27FC236}">
                  <a16:creationId xmlns:a16="http://schemas.microsoft.com/office/drawing/2014/main" id="{55BAF5F2-599F-81F5-53E7-6A1D59CDA9F8}"/>
                </a:ext>
              </a:extLst>
            </p:cNvPr>
            <p:cNvSpPr/>
            <p:nvPr/>
          </p:nvSpPr>
          <p:spPr>
            <a:xfrm>
              <a:off x="9892543" y="291015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4" name="流程图: 延期 23">
              <a:extLst>
                <a:ext uri="{FF2B5EF4-FFF2-40B4-BE49-F238E27FC236}">
                  <a16:creationId xmlns:a16="http://schemas.microsoft.com/office/drawing/2014/main" id="{518913E5-60A7-6CDB-9C8F-178AFEB926B5}"/>
                </a:ext>
              </a:extLst>
            </p:cNvPr>
            <p:cNvSpPr/>
            <p:nvPr/>
          </p:nvSpPr>
          <p:spPr>
            <a:xfrm>
              <a:off x="9892543" y="399414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D3A06B21-13FD-7D99-6177-A32EB0C27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1804204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E364F6D6-5DC7-4314-9F0A-E42842479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1037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2C64034B-9839-0805-714A-C96A83FB8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4021" y="1954197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137166FE-050A-DE75-840E-BC81CE619C34}"/>
                </a:ext>
              </a:extLst>
            </p:cNvPr>
            <p:cNvSpPr/>
            <p:nvPr/>
          </p:nvSpPr>
          <p:spPr>
            <a:xfrm flipV="1">
              <a:off x="8571973" y="1892552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244C38B0-C017-F95E-F649-87F08F8EA4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3668" y="288466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B1C7CB1B-60B4-77DC-3825-A883656A8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3184165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FC5CC9DB-A947-6940-EA57-08883E9E7A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1639" y="3034655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B46835B2-8E86-E622-AEF4-5EDF9A6AE5C1}"/>
                </a:ext>
              </a:extLst>
            </p:cNvPr>
            <p:cNvSpPr/>
            <p:nvPr/>
          </p:nvSpPr>
          <p:spPr>
            <a:xfrm flipV="1">
              <a:off x="8571973" y="297301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C62CEB6B-A9A1-83F4-25B4-18C33B3937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2189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32AB3B96-B285-1AC7-0FC6-71D6DF22A8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58845" y="276900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A823950E-978D-ED7E-A96A-34F791C74B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03362" y="2081043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11A98DC3-E9BB-38C4-4B38-FFA5C198C9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0281" y="2901331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70EEECD2-A689-5E18-85BB-1A7AB9E708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093244" y="2022936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F7F2DB60-4C66-024C-77B1-B818AB74446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92053" y="1893651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C7DB8B8-918F-9664-D0A9-9D96C82C1281}"/>
                </a:ext>
              </a:extLst>
            </p:cNvPr>
            <p:cNvSpPr/>
            <p:nvPr/>
          </p:nvSpPr>
          <p:spPr>
            <a:xfrm flipV="1">
              <a:off x="8795555" y="2985826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0" name="流程图: 延期 39">
              <a:extLst>
                <a:ext uri="{FF2B5EF4-FFF2-40B4-BE49-F238E27FC236}">
                  <a16:creationId xmlns:a16="http://schemas.microsoft.com/office/drawing/2014/main" id="{4F197FF4-E4C1-AE20-1B19-7C21C873C55A}"/>
                </a:ext>
              </a:extLst>
            </p:cNvPr>
            <p:cNvSpPr/>
            <p:nvPr/>
          </p:nvSpPr>
          <p:spPr>
            <a:xfrm>
              <a:off x="8027602" y="167970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1" name="流程图: 延期 40">
              <a:extLst>
                <a:ext uri="{FF2B5EF4-FFF2-40B4-BE49-F238E27FC236}">
                  <a16:creationId xmlns:a16="http://schemas.microsoft.com/office/drawing/2014/main" id="{91A88047-D660-98A5-C90A-D96E630E9C35}"/>
                </a:ext>
              </a:extLst>
            </p:cNvPr>
            <p:cNvSpPr/>
            <p:nvPr/>
          </p:nvSpPr>
          <p:spPr>
            <a:xfrm>
              <a:off x="8027602" y="276369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44A8D28B-BB1C-5DB9-9E71-98662BADDD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8740" y="4264610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13471120-89F2-4870-3F2D-F9962B59C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8166" y="4564113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AF4D7953-511B-DDEF-9F37-C3F04CAA57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4567" y="4414603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DAACB7C7-F068-3E25-18CA-F78E578D76BA}"/>
                </a:ext>
              </a:extLst>
            </p:cNvPr>
            <p:cNvSpPr/>
            <p:nvPr/>
          </p:nvSpPr>
          <p:spPr>
            <a:xfrm flipV="1">
              <a:off x="8584901" y="435295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1CD4CBDA-1CE5-C2AA-DF3E-BCEDD6367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6596" y="534506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4ACD3A55-57AE-D0EE-0CC8-8CCD8CD6F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9201" y="5644571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74C316BA-20AE-48E4-26CE-44BD0B977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6949" y="5495061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3A4ACB3D-10B5-DC60-F83D-43C080F59C1B}"/>
                </a:ext>
              </a:extLst>
            </p:cNvPr>
            <p:cNvSpPr/>
            <p:nvPr/>
          </p:nvSpPr>
          <p:spPr>
            <a:xfrm flipV="1">
              <a:off x="8584901" y="543341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4F15B951-4F20-2623-9F89-22EE46A0A5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467931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2F3346E7-9FD6-42BB-0879-78EF5F9B58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671773" y="522941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D797F2D9-3F1A-3E1A-3CA5-23E6BBD9FA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28566" y="455372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94968A84-D05A-5942-8AC9-FE81DFC05E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16919" y="5368027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9BEAFEF6-0077-E766-1133-5B56B1ED9A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106172" y="448334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1466B5BF-2098-4640-AD53-1F37784AB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104981" y="435405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17250CA4-69AA-E89E-FEF4-9110572AA7FC}"/>
                </a:ext>
              </a:extLst>
            </p:cNvPr>
            <p:cNvSpPr/>
            <p:nvPr/>
          </p:nvSpPr>
          <p:spPr>
            <a:xfrm flipV="1">
              <a:off x="8808483" y="436669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7" name="流程图: 延期 56">
              <a:extLst>
                <a:ext uri="{FF2B5EF4-FFF2-40B4-BE49-F238E27FC236}">
                  <a16:creationId xmlns:a16="http://schemas.microsoft.com/office/drawing/2014/main" id="{FE552766-B20C-AB2D-B20E-DEC9C2B53964}"/>
                </a:ext>
              </a:extLst>
            </p:cNvPr>
            <p:cNvSpPr/>
            <p:nvPr/>
          </p:nvSpPr>
          <p:spPr>
            <a:xfrm>
              <a:off x="8040530" y="414011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8" name="流程图: 延期 57">
              <a:extLst>
                <a:ext uri="{FF2B5EF4-FFF2-40B4-BE49-F238E27FC236}">
                  <a16:creationId xmlns:a16="http://schemas.microsoft.com/office/drawing/2014/main" id="{A6400A53-C92F-99AB-6C9F-993030EB0B99}"/>
                </a:ext>
              </a:extLst>
            </p:cNvPr>
            <p:cNvSpPr/>
            <p:nvPr/>
          </p:nvSpPr>
          <p:spPr>
            <a:xfrm>
              <a:off x="8040530" y="522410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9" name="Line 27">
              <a:extLst>
                <a:ext uri="{FF2B5EF4-FFF2-40B4-BE49-F238E27FC236}">
                  <a16:creationId xmlns:a16="http://schemas.microsoft.com/office/drawing/2014/main" id="{3C371C43-8DC0-D0C8-903E-53C9E808CB9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149948" y="3184158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78E859E-4678-1304-8FC4-FD7A49CE8C5B}"/>
                </a:ext>
              </a:extLst>
            </p:cNvPr>
            <p:cNvSpPr/>
            <p:nvPr/>
          </p:nvSpPr>
          <p:spPr>
            <a:xfrm flipV="1">
              <a:off x="7751690" y="451495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61" name="Line 27">
              <a:extLst>
                <a:ext uri="{FF2B5EF4-FFF2-40B4-BE49-F238E27FC236}">
                  <a16:creationId xmlns:a16="http://schemas.microsoft.com/office/drawing/2014/main" id="{E13BBA12-2588-0C54-5433-EE7046407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2752" y="4413602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0631FB86-7268-885C-D0E4-883B135CB94F}"/>
                </a:ext>
              </a:extLst>
            </p:cNvPr>
            <p:cNvGrpSpPr/>
            <p:nvPr/>
          </p:nvGrpSpPr>
          <p:grpSpPr>
            <a:xfrm>
              <a:off x="7792408" y="3033653"/>
              <a:ext cx="1053994" cy="1243050"/>
              <a:chOff x="7322851" y="2737091"/>
              <a:chExt cx="1053994" cy="1243050"/>
            </a:xfrm>
          </p:grpSpPr>
          <p:sp>
            <p:nvSpPr>
              <p:cNvPr id="76" name="Line 27">
                <a:extLst>
                  <a:ext uri="{FF2B5EF4-FFF2-40B4-BE49-F238E27FC236}">
                    <a16:creationId xmlns:a16="http://schemas.microsoft.com/office/drawing/2014/main" id="{A761FFBB-E9DB-0314-E419-602263E0E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Line 27">
                <a:extLst>
                  <a:ext uri="{FF2B5EF4-FFF2-40B4-BE49-F238E27FC236}">
                    <a16:creationId xmlns:a16="http://schemas.microsoft.com/office/drawing/2014/main" id="{060F36E3-A733-3223-AE32-FED3348EB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Line 27">
                <a:extLst>
                  <a:ext uri="{FF2B5EF4-FFF2-40B4-BE49-F238E27FC236}">
                    <a16:creationId xmlns:a16="http://schemas.microsoft.com/office/drawing/2014/main" id="{F195021F-BD02-2327-DC32-586F6CEAF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FBFAE7A5-E2BC-02C9-09DA-A10D595F4F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24625" y="3793409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946D0070-AAE6-55A4-0AF6-FB11B0C91C6F}"/>
                </a:ext>
              </a:extLst>
            </p:cNvPr>
            <p:cNvSpPr/>
            <p:nvPr/>
          </p:nvSpPr>
          <p:spPr>
            <a:xfrm flipV="1">
              <a:off x="7297771" y="374972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A0A556AC-2B3D-87E9-324C-A3B32C82F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2133" y="3798883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13FE0CCE-12C2-D116-C9F8-BF80323A0A74}"/>
                    </a:ext>
                  </a:extLst>
                </p:cNvPr>
                <p:cNvSpPr txBox="1"/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13FE0CCE-12C2-D116-C9F8-BF80323A0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1727496"/>
                  <a:ext cx="468756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C1C40C36-8B12-246D-2CA5-CD015BEDD861}"/>
                    </a:ext>
                  </a:extLst>
                </p:cNvPr>
                <p:cNvSpPr txBox="1"/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C1C40C36-8B12-246D-2CA5-CD015BEDD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7241" y="2810335"/>
                  <a:ext cx="468756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46250D3-6E9B-B58A-BDA2-31C14A9AF140}"/>
                    </a:ext>
                  </a:extLst>
                </p:cNvPr>
                <p:cNvSpPr txBox="1"/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46250D3-6E9B-B58A-BDA2-31C14A9AF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0200" y="4185191"/>
                  <a:ext cx="468756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6883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9E15E6B4-DE20-702D-07B2-1C6ED388ACA3}"/>
                    </a:ext>
                  </a:extLst>
                </p:cNvPr>
                <p:cNvSpPr txBox="1"/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9E15E6B4-DE20-702D-07B2-1C6ED388AC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914" y="5252441"/>
                  <a:ext cx="4687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7105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131DA07-7530-FB32-3241-17EF11A4E695}"/>
                    </a:ext>
                  </a:extLst>
                </p:cNvPr>
                <p:cNvSpPr txBox="1"/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131DA07-7530-FB32-3241-17EF11A4E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0070" y="2943424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5584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7F708263-4F00-8413-B733-349355B1CC7F}"/>
                    </a:ext>
                  </a:extLst>
                </p:cNvPr>
                <p:cNvSpPr txBox="1"/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7F708263-4F00-8413-B733-349355B1CC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1772" y="4045870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601F6D4-3130-22EB-E9CB-C20CCF6B9B1D}"/>
                    </a:ext>
                  </a:extLst>
                </p:cNvPr>
                <p:cNvSpPr txBox="1"/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3601F6D4-3130-22EB-E9CB-C20CCF6B9B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191" y="3014984"/>
                  <a:ext cx="458075" cy="46243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05BD32BC-0EC3-2E37-9EF3-E898E018907E}"/>
                    </a:ext>
                  </a:extLst>
                </p:cNvPr>
                <p:cNvSpPr txBox="1"/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05BD32BC-0EC3-2E37-9EF3-E898E01890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8454" y="4006111"/>
                  <a:ext cx="458075" cy="462434"/>
                </a:xfrm>
                <a:prstGeom prst="rect">
                  <a:avLst/>
                </a:prstGeom>
                <a:blipFill>
                  <a:blip r:embed="rId13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D2733439-1D17-C6DC-0D99-F1A8D218B57D}"/>
                    </a:ext>
                  </a:extLst>
                </p:cNvPr>
                <p:cNvSpPr txBox="1"/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D2733439-1D17-C6DC-0D99-F1A8D218B5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1542087"/>
                  <a:ext cx="468756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2337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DD53FE2-C847-E79D-BDE7-FD88333CAF81}"/>
                    </a:ext>
                  </a:extLst>
                </p:cNvPr>
                <p:cNvSpPr txBox="1"/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DD53FE2-C847-E79D-BDE7-FD88333CA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2583" y="5339785"/>
                  <a:ext cx="468756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B2B63F2-04C3-7E19-3D88-69D65A5EAA1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1B49ECDA-98B9-F071-DDCB-C28C4A059F9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2" name="箭头: 五边形 81">
                <a:extLst>
                  <a:ext uri="{FF2B5EF4-FFF2-40B4-BE49-F238E27FC236}">
                    <a16:creationId xmlns:a16="http://schemas.microsoft.com/office/drawing/2014/main" id="{2D143B6D-1A85-FD7B-38F4-F4AAC5CA83A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箭头: V 形 82">
                <a:extLst>
                  <a:ext uri="{FF2B5EF4-FFF2-40B4-BE49-F238E27FC236}">
                    <a16:creationId xmlns:a16="http://schemas.microsoft.com/office/drawing/2014/main" id="{2CCB49D6-5E6E-8ADB-1757-C82A17B2AFD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1" name="灯片编号占位符 3">
              <a:extLst>
                <a:ext uri="{FF2B5EF4-FFF2-40B4-BE49-F238E27FC236}">
                  <a16:creationId xmlns:a16="http://schemas.microsoft.com/office/drawing/2014/main" id="{36C811A9-5F33-8B96-916F-8AD5B2F3D69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C2090FB2-0CF7-BA71-6737-269302500CBD}"/>
                  </a:ext>
                </a:extLst>
              </p:cNvPr>
              <p:cNvSpPr txBox="1"/>
              <p:nvPr/>
            </p:nvSpPr>
            <p:spPr>
              <a:xfrm>
                <a:off x="360000" y="1656000"/>
                <a:ext cx="6807027" cy="141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触发器保持原状态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触发器接收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信号，准备好更新状态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C2090FB2-0CF7-BA71-6737-269302500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656000"/>
                <a:ext cx="6807027" cy="1415772"/>
              </a:xfrm>
              <a:prstGeom prst="rect">
                <a:avLst/>
              </a:prstGeom>
              <a:blipFill>
                <a:blip r:embed="rId16"/>
                <a:stretch>
                  <a:fillRect l="-1611" t="-4741" b="-9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9057EC9D-6F8F-50DF-A701-F09C9A4975FE}"/>
                  </a:ext>
                </a:extLst>
              </p:cNvPr>
              <p:cNvSpPr txBox="1"/>
              <p:nvPr/>
            </p:nvSpPr>
            <p:spPr>
              <a:xfrm>
                <a:off x="360000" y="3456000"/>
                <a:ext cx="6782173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跳变到 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时：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为跳变前的输入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在下一个上升沿到来之前触发器保持状态不变，不受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端变化的影响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9057EC9D-6F8F-50DF-A701-F09C9A497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456000"/>
                <a:ext cx="6782173" cy="1785104"/>
              </a:xfrm>
              <a:prstGeom prst="rect">
                <a:avLst/>
              </a:prstGeom>
              <a:blipFill>
                <a:blip r:embed="rId17"/>
                <a:stretch>
                  <a:fillRect l="-1617" t="-3754" b="-68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标题 1">
            <a:extLst>
              <a:ext uri="{FF2B5EF4-FFF2-40B4-BE49-F238E27FC236}">
                <a16:creationId xmlns:a16="http://schemas.microsoft.com/office/drawing/2014/main" id="{EEC48D9F-00BC-D732-AC2A-87582CBC92E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938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742FF-CBC6-D0CC-1E0C-C5FAF897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6CF86C0-F87E-E710-46F0-D5EB7E843D3A}"/>
              </a:ext>
            </a:extLst>
          </p:cNvPr>
          <p:cNvSpPr txBox="1"/>
          <p:nvPr/>
        </p:nvSpPr>
        <p:spPr>
          <a:xfrm>
            <a:off x="360000" y="828000"/>
            <a:ext cx="345479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触发器状态图：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9503267C-D769-F579-EB46-53F5EED0318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00000" y="1296000"/>
              <a:ext cx="3755383" cy="2164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42448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899886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313049">
                      <a:extLst>
                        <a:ext uri="{9D8B030D-6E8A-4147-A177-3AD203B41FA5}">
                          <a16:colId xmlns:a16="http://schemas.microsoft.com/office/drawing/2014/main" val="3247256825"/>
                        </a:ext>
                      </a:extLst>
                    </a:gridCol>
                  </a:tblGrid>
                  <a:tr h="3323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baseline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rowSpan="4">
                      <a:txBody>
                        <a:bodyPr/>
                        <a:lstStyle/>
                        <a:p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次态与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oMath>
                          </a14:m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相同，可用于清 </a:t>
                          </a: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 </a:t>
                          </a:r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或置 </a:t>
                          </a: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2A7143C4-BA87-FAA5-329E-6A74462C9E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0806278"/>
                  </p:ext>
                </p:extLst>
              </p:nvPr>
            </p:nvGraphicFramePr>
            <p:xfrm>
              <a:off x="7200000" y="1296000"/>
              <a:ext cx="3755383" cy="2164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42448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899886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313049">
                      <a:extLst>
                        <a:ext uri="{9D8B030D-6E8A-4147-A177-3AD203B41FA5}">
                          <a16:colId xmlns:a16="http://schemas.microsoft.com/office/drawing/2014/main" val="324725682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95" t="-9333" r="-144664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71622" t="-9333" r="-147297" b="-4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rowSpan="4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86111" t="-29181" r="-926" b="-71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sz="24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AB002B25-8004-2A4E-AE82-2FEF511C3FFA}"/>
              </a:ext>
            </a:extLst>
          </p:cNvPr>
          <p:cNvSpPr txBox="1"/>
          <p:nvPr/>
        </p:nvSpPr>
        <p:spPr>
          <a:xfrm>
            <a:off x="7200000" y="792000"/>
            <a:ext cx="3690561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特性表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DE7136A-E16D-B13D-E2DA-43B2701F5400}"/>
              </a:ext>
            </a:extLst>
          </p:cNvPr>
          <p:cNvSpPr txBox="1"/>
          <p:nvPr/>
        </p:nvSpPr>
        <p:spPr>
          <a:xfrm>
            <a:off x="2220990" y="3925217"/>
            <a:ext cx="2039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状态图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E0B58A2-5786-5464-31AF-09ADA645E8D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96D630DB-2937-78FC-E8AB-A7B9D29C49D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2" name="箭头: 五边形 51">
                <a:extLst>
                  <a:ext uri="{FF2B5EF4-FFF2-40B4-BE49-F238E27FC236}">
                    <a16:creationId xmlns:a16="http://schemas.microsoft.com/office/drawing/2014/main" id="{45F3CE2B-C385-6DA9-FB17-66D1593A9A8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箭头: V 形 52">
                <a:extLst>
                  <a:ext uri="{FF2B5EF4-FFF2-40B4-BE49-F238E27FC236}">
                    <a16:creationId xmlns:a16="http://schemas.microsoft.com/office/drawing/2014/main" id="{7AB0F9BC-CD35-F32A-3552-53F847C39DE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1" name="灯片编号占位符 3">
              <a:extLst>
                <a:ext uri="{FF2B5EF4-FFF2-40B4-BE49-F238E27FC236}">
                  <a16:creationId xmlns:a16="http://schemas.microsoft.com/office/drawing/2014/main" id="{CE118C24-8F9B-A35E-344E-9E2D28BDB35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57CF386-72B4-EE0C-2184-E1E7361F7A08}"/>
                  </a:ext>
                </a:extLst>
              </p:cNvPr>
              <p:cNvSpPr txBox="1"/>
              <p:nvPr/>
            </p:nvSpPr>
            <p:spPr>
              <a:xfrm>
                <a:off x="720000" y="4752000"/>
                <a:ext cx="5795914" cy="1800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圆圈：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的一个状态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箭头：状态转换方向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箭头线起点为现态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，终点为次态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箭头线旁表明转换的激励输入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的取值 </a:t>
                </a:r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0322AE7-C629-0C24-96AC-14E344790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752000"/>
                <a:ext cx="5795914" cy="1800493"/>
              </a:xfrm>
              <a:prstGeom prst="rect">
                <a:avLst/>
              </a:prstGeom>
              <a:blipFill>
                <a:blip r:embed="rId3"/>
                <a:stretch>
                  <a:fillRect l="-1577" t="-2712" b="-6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886E828E-BA02-581A-AE3D-FE28E91809B7}"/>
                  </a:ext>
                </a:extLst>
              </p:cNvPr>
              <p:cNvSpPr txBox="1"/>
              <p:nvPr/>
            </p:nvSpPr>
            <p:spPr>
              <a:xfrm>
                <a:off x="6660000" y="3708000"/>
                <a:ext cx="3690561" cy="504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特性方程：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F32F048-96E5-7A16-55A8-4D6F9D4F6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000" y="3708000"/>
                <a:ext cx="3690561" cy="504369"/>
              </a:xfrm>
              <a:prstGeom prst="rect">
                <a:avLst/>
              </a:prstGeom>
              <a:blipFill>
                <a:blip r:embed="rId7"/>
                <a:stretch>
                  <a:fillRect l="-2645" t="-2410" b="-25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文本框 77">
            <a:extLst>
              <a:ext uri="{FF2B5EF4-FFF2-40B4-BE49-F238E27FC236}">
                <a16:creationId xmlns:a16="http://schemas.microsoft.com/office/drawing/2014/main" id="{2FBFE7F7-7095-7B85-031D-71F952500D72}"/>
              </a:ext>
            </a:extLst>
          </p:cNvPr>
          <p:cNvSpPr txBox="1"/>
          <p:nvPr/>
        </p:nvSpPr>
        <p:spPr>
          <a:xfrm>
            <a:off x="6660000" y="4320000"/>
            <a:ext cx="1608678" cy="50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逻辑符号：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974C5BC-0B50-45AA-3390-D1EB8DD02BDB}"/>
              </a:ext>
            </a:extLst>
          </p:cNvPr>
          <p:cNvSpPr txBox="1"/>
          <p:nvPr/>
        </p:nvSpPr>
        <p:spPr>
          <a:xfrm>
            <a:off x="7138800" y="6120000"/>
            <a:ext cx="156969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上升沿有效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8B0EAAB-EFF7-0F18-81CF-91A041332C4D}"/>
              </a:ext>
            </a:extLst>
          </p:cNvPr>
          <p:cNvSpPr txBox="1"/>
          <p:nvPr/>
        </p:nvSpPr>
        <p:spPr>
          <a:xfrm>
            <a:off x="9775777" y="6120000"/>
            <a:ext cx="156969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下降沿有效</a:t>
            </a: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EFF26BC-2C2B-5A25-E7E3-E41BCF22F9FC}"/>
              </a:ext>
            </a:extLst>
          </p:cNvPr>
          <p:cNvGrpSpPr/>
          <p:nvPr/>
        </p:nvGrpSpPr>
        <p:grpSpPr>
          <a:xfrm>
            <a:off x="895175" y="1449623"/>
            <a:ext cx="4600225" cy="2575534"/>
            <a:chOff x="804551" y="1504963"/>
            <a:chExt cx="4181126" cy="2340893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330021A2-3FA6-9330-529A-817917DFC432}"/>
                </a:ext>
              </a:extLst>
            </p:cNvPr>
            <p:cNvSpPr/>
            <p:nvPr/>
          </p:nvSpPr>
          <p:spPr>
            <a:xfrm>
              <a:off x="1706267" y="2680890"/>
              <a:ext cx="616527" cy="61652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B8357865-5E79-1852-C41C-80CB57B57A7B}"/>
                </a:ext>
              </a:extLst>
            </p:cNvPr>
            <p:cNvSpPr/>
            <p:nvPr/>
          </p:nvSpPr>
          <p:spPr>
            <a:xfrm>
              <a:off x="3556102" y="2680722"/>
              <a:ext cx="616527" cy="61652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E0B0B2A4-EBEE-E1D4-71AE-0A4D04D31958}"/>
                </a:ext>
              </a:extLst>
            </p:cNvPr>
            <p:cNvSpPr/>
            <p:nvPr/>
          </p:nvSpPr>
          <p:spPr>
            <a:xfrm>
              <a:off x="2009579" y="2596637"/>
              <a:ext cx="1854084" cy="1249219"/>
            </a:xfrm>
            <a:prstGeom prst="arc">
              <a:avLst>
                <a:gd name="adj1" fmla="val 12768120"/>
                <a:gd name="adj2" fmla="val 19658720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弧形 42">
              <a:extLst>
                <a:ext uri="{FF2B5EF4-FFF2-40B4-BE49-F238E27FC236}">
                  <a16:creationId xmlns:a16="http://schemas.microsoft.com/office/drawing/2014/main" id="{9453CE56-B698-F103-BC00-819164072D2B}"/>
                </a:ext>
              </a:extLst>
            </p:cNvPr>
            <p:cNvSpPr/>
            <p:nvPr/>
          </p:nvSpPr>
          <p:spPr>
            <a:xfrm>
              <a:off x="4033796" y="2667057"/>
              <a:ext cx="550501" cy="616527"/>
            </a:xfrm>
            <a:prstGeom prst="arc">
              <a:avLst>
                <a:gd name="adj1" fmla="val 13362094"/>
                <a:gd name="adj2" fmla="val 8120812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弧形 43">
              <a:extLst>
                <a:ext uri="{FF2B5EF4-FFF2-40B4-BE49-F238E27FC236}">
                  <a16:creationId xmlns:a16="http://schemas.microsoft.com/office/drawing/2014/main" id="{0B0001C9-5C7D-80E4-36DF-4F6D88520E54}"/>
                </a:ext>
              </a:extLst>
            </p:cNvPr>
            <p:cNvSpPr/>
            <p:nvPr/>
          </p:nvSpPr>
          <p:spPr>
            <a:xfrm flipH="1" flipV="1">
              <a:off x="1287560" y="2680889"/>
              <a:ext cx="550501" cy="616527"/>
            </a:xfrm>
            <a:prstGeom prst="arc">
              <a:avLst>
                <a:gd name="adj1" fmla="val 13362094"/>
                <a:gd name="adj2" fmla="val 8120812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Text Box 49">
              <a:extLst>
                <a:ext uri="{FF2B5EF4-FFF2-40B4-BE49-F238E27FC236}">
                  <a16:creationId xmlns:a16="http://schemas.microsoft.com/office/drawing/2014/main" id="{BF291007-F898-F1DC-DBFD-3DB72043C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0430" y="3360326"/>
              <a:ext cx="4923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C4E958C8-8BFA-1249-3D7F-D0EDEA803ED7}"/>
                </a:ext>
              </a:extLst>
            </p:cNvPr>
            <p:cNvSpPr/>
            <p:nvPr/>
          </p:nvSpPr>
          <p:spPr>
            <a:xfrm>
              <a:off x="804551" y="1609809"/>
              <a:ext cx="616527" cy="61652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36D0BA9-139E-7E31-9433-4A8FDA3B61C8}"/>
                    </a:ext>
                  </a:extLst>
                </p:cNvPr>
                <p:cNvSpPr txBox="1"/>
                <p:nvPr/>
              </p:nvSpPr>
              <p:spPr>
                <a:xfrm>
                  <a:off x="826524" y="1659923"/>
                  <a:ext cx="594552" cy="4755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636D0BA9-139E-7E31-9433-4A8FDA3B6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524" y="1659923"/>
                  <a:ext cx="594552" cy="47555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AC85E382-1668-90CB-C5DE-7B818227E275}"/>
                </a:ext>
              </a:extLst>
            </p:cNvPr>
            <p:cNvCxnSpPr>
              <a:cxnSpLocks/>
              <a:stCxn id="5" idx="6"/>
            </p:cNvCxnSpPr>
            <p:nvPr/>
          </p:nvCxnSpPr>
          <p:spPr>
            <a:xfrm>
              <a:off x="1421078" y="1918073"/>
              <a:ext cx="7973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 Box 49">
                  <a:extLst>
                    <a:ext uri="{FF2B5EF4-FFF2-40B4-BE49-F238E27FC236}">
                      <a16:creationId xmlns:a16="http://schemas.microsoft.com/office/drawing/2014/main" id="{7695D5D4-EC9F-976F-D955-32AF50A396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38631" y="1504963"/>
                  <a:ext cx="470948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 Box 49">
                  <a:extLst>
                    <a:ext uri="{FF2B5EF4-FFF2-40B4-BE49-F238E27FC236}">
                      <a16:creationId xmlns:a16="http://schemas.microsoft.com/office/drawing/2014/main" id="{2DF5C3C5-D365-F323-C90C-838DFFBDC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38631" y="1504963"/>
                  <a:ext cx="470948" cy="5355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弧形 80">
              <a:extLst>
                <a:ext uri="{FF2B5EF4-FFF2-40B4-BE49-F238E27FC236}">
                  <a16:creationId xmlns:a16="http://schemas.microsoft.com/office/drawing/2014/main" id="{CB342D49-C07E-CABA-6E7B-9028A571A1FC}"/>
                </a:ext>
              </a:extLst>
            </p:cNvPr>
            <p:cNvSpPr/>
            <p:nvPr/>
          </p:nvSpPr>
          <p:spPr>
            <a:xfrm flipH="1" flipV="1">
              <a:off x="2009579" y="2133879"/>
              <a:ext cx="1854084" cy="1249219"/>
            </a:xfrm>
            <a:prstGeom prst="arc">
              <a:avLst>
                <a:gd name="adj1" fmla="val 12728091"/>
                <a:gd name="adj2" fmla="val 19623839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Text Box 49">
              <a:extLst>
                <a:ext uri="{FF2B5EF4-FFF2-40B4-BE49-F238E27FC236}">
                  <a16:creationId xmlns:a16="http://schemas.microsoft.com/office/drawing/2014/main" id="{EE651F20-2B47-99F9-30BD-03B3095D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790" y="2173065"/>
              <a:ext cx="4923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49">
              <a:extLst>
                <a:ext uri="{FF2B5EF4-FFF2-40B4-BE49-F238E27FC236}">
                  <a16:creationId xmlns:a16="http://schemas.microsoft.com/office/drawing/2014/main" id="{B12518F7-3B1E-2789-4F7B-D97253195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049" y="2759581"/>
              <a:ext cx="4923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Text Box 49">
              <a:extLst>
                <a:ext uri="{FF2B5EF4-FFF2-40B4-BE49-F238E27FC236}">
                  <a16:creationId xmlns:a16="http://schemas.microsoft.com/office/drawing/2014/main" id="{3BC295B8-E943-55D6-F89C-856A98122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3296" y="2758152"/>
              <a:ext cx="4923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94196EA4-E0C2-76A1-9217-8B03C9EA7B0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D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AAA3987-4986-31BC-09FC-D4717F150FF8}"/>
              </a:ext>
            </a:extLst>
          </p:cNvPr>
          <p:cNvGrpSpPr/>
          <p:nvPr/>
        </p:nvGrpSpPr>
        <p:grpSpPr>
          <a:xfrm>
            <a:off x="6788655" y="4906028"/>
            <a:ext cx="2303076" cy="1163907"/>
            <a:chOff x="6788655" y="4906038"/>
            <a:chExt cx="2303076" cy="1163907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7BCEF45-F3A8-BE0A-5D3D-936342240ACE}"/>
                </a:ext>
              </a:extLst>
            </p:cNvPr>
            <p:cNvSpPr/>
            <p:nvPr/>
          </p:nvSpPr>
          <p:spPr>
            <a:xfrm>
              <a:off x="7458342" y="4906038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0C60FD52-80BE-6A9C-1396-E3A03CC5D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2E1826D4-578A-E86D-3349-0994355DE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817003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5B71FAA-4628-76DB-C8DB-CE5A234B0A9A}"/>
                    </a:ext>
                  </a:extLst>
                </p:cNvPr>
                <p:cNvSpPr txBox="1"/>
                <p:nvPr/>
              </p:nvSpPr>
              <p:spPr>
                <a:xfrm>
                  <a:off x="7455256" y="4948762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5B71FAA-4628-76DB-C8DB-CE5A234B0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5256" y="4948762"/>
                  <a:ext cx="448351" cy="430887"/>
                </a:xfrm>
                <a:prstGeom prst="rect">
                  <a:avLst/>
                </a:prstGeom>
                <a:blipFill>
                  <a:blip r:embed="rId13"/>
                  <a:stretch>
                    <a:fillRect l="-1351" r="-162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21F11E25-583E-EA27-5B56-721C7C0A0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7E20E9D2-305D-F925-DF24-660505CAE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817002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28AC6E9F-5A8F-00DB-A53E-C20FC251EFBC}"/>
                    </a:ext>
                  </a:extLst>
                </p:cNvPr>
                <p:cNvSpPr txBox="1"/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E84F2D8-66FE-9E97-E39E-FAB62979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3F6A021-D904-F75A-E846-EA45EC155996}"/>
                    </a:ext>
                  </a:extLst>
                </p:cNvPr>
                <p:cNvSpPr txBox="1"/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90242F3-0630-22DF-ED83-03EED6B89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等腰三角形 24">
              <a:extLst>
                <a:ext uri="{FF2B5EF4-FFF2-40B4-BE49-F238E27FC236}">
                  <a16:creationId xmlns:a16="http://schemas.microsoft.com/office/drawing/2014/main" id="{89E07FAC-336D-CED3-86D8-10DD6E07C374}"/>
                </a:ext>
              </a:extLst>
            </p:cNvPr>
            <p:cNvSpPr/>
            <p:nvPr/>
          </p:nvSpPr>
          <p:spPr>
            <a:xfrm rot="5400000">
              <a:off x="7435899" y="576735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105A2ECA-088A-C485-4303-B48CCF2B6165}"/>
                </a:ext>
              </a:extLst>
            </p:cNvPr>
            <p:cNvSpPr/>
            <p:nvPr/>
          </p:nvSpPr>
          <p:spPr>
            <a:xfrm flipV="1">
              <a:off x="8400690" y="576284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FF97F67-E57C-F168-465D-BE66E55DF52F}"/>
                    </a:ext>
                  </a:extLst>
                </p:cNvPr>
                <p:cNvSpPr txBox="1"/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0FF97F67-E57C-F168-465D-BE66E55DF5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BC7146D-1963-BD19-9769-111B65A86635}"/>
                    </a:ext>
                  </a:extLst>
                </p:cNvPr>
                <p:cNvSpPr txBox="1"/>
                <p:nvPr/>
              </p:nvSpPr>
              <p:spPr>
                <a:xfrm>
                  <a:off x="7498800" y="5597085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BC7146D-1963-BD19-9769-111B65A866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8800" y="5597085"/>
                  <a:ext cx="448351" cy="430887"/>
                </a:xfrm>
                <a:prstGeom prst="rect">
                  <a:avLst/>
                </a:prstGeom>
                <a:blipFill>
                  <a:blip r:embed="rId36"/>
                  <a:stretch>
                    <a:fillRect l="-1351" r="-108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495995A-CE8C-A852-B70C-02D6DCF8A729}"/>
                    </a:ext>
                  </a:extLst>
                </p:cNvPr>
                <p:cNvSpPr txBox="1"/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495995A-CE8C-A852-B70C-02D6DCF8A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1636A949-C631-7478-4DAA-39CBCD0D0ACA}"/>
              </a:ext>
            </a:extLst>
          </p:cNvPr>
          <p:cNvGrpSpPr/>
          <p:nvPr/>
        </p:nvGrpSpPr>
        <p:grpSpPr>
          <a:xfrm>
            <a:off x="9475200" y="4904973"/>
            <a:ext cx="2303076" cy="1163907"/>
            <a:chOff x="4684482" y="1079396"/>
            <a:chExt cx="2303076" cy="1163907"/>
          </a:xfrm>
        </p:grpSpPr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1340BA17-AA6F-01D9-C4A9-C7D3EEFD8B49}"/>
                </a:ext>
              </a:extLst>
            </p:cNvPr>
            <p:cNvSpPr/>
            <p:nvPr/>
          </p:nvSpPr>
          <p:spPr>
            <a:xfrm>
              <a:off x="5354169" y="1079396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4" name="Line 27">
              <a:extLst>
                <a:ext uri="{FF2B5EF4-FFF2-40B4-BE49-F238E27FC236}">
                  <a16:creationId xmlns:a16="http://schemas.microsoft.com/office/drawing/2014/main" id="{B1850CA6-A520-89C6-C02C-657E30A9D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2841" y="133998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5" name="Line 27">
              <a:extLst>
                <a:ext uri="{FF2B5EF4-FFF2-40B4-BE49-F238E27FC236}">
                  <a16:creationId xmlns:a16="http://schemas.microsoft.com/office/drawing/2014/main" id="{4CEC0999-2F64-4AC2-99CF-41AB310F5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2841" y="19903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DBFB7CC3-A663-C738-F432-0A4846FE7ADC}"/>
                    </a:ext>
                  </a:extLst>
                </p:cNvPr>
                <p:cNvSpPr txBox="1"/>
                <p:nvPr/>
              </p:nvSpPr>
              <p:spPr>
                <a:xfrm>
                  <a:off x="5351083" y="1122120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DBFB7CC3-A663-C738-F432-0A4846FE7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1083" y="1122120"/>
                  <a:ext cx="448351" cy="430887"/>
                </a:xfrm>
                <a:prstGeom prst="rect">
                  <a:avLst/>
                </a:prstGeom>
                <a:blipFill>
                  <a:blip r:embed="rId38"/>
                  <a:stretch>
                    <a:fillRect l="-1370" r="-178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0EB31189-5A28-BAE4-4B0F-D9CD075AD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968" y="133998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8" name="Line 27">
              <a:extLst>
                <a:ext uri="{FF2B5EF4-FFF2-40B4-BE49-F238E27FC236}">
                  <a16:creationId xmlns:a16="http://schemas.microsoft.com/office/drawing/2014/main" id="{96088747-977B-27D5-6133-AC56D4656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968" y="1990360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14080638-597B-C78A-E01D-AB5AFFB2ED81}"/>
                    </a:ext>
                  </a:extLst>
                </p:cNvPr>
                <p:cNvSpPr txBox="1"/>
                <p:nvPr/>
              </p:nvSpPr>
              <p:spPr>
                <a:xfrm>
                  <a:off x="6529483" y="111011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14080638-597B-C78A-E01D-AB5AFFB2E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9483" y="1110119"/>
                  <a:ext cx="458075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10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6A8C66AF-DADE-19F7-F598-8D44B3AABF75}"/>
                    </a:ext>
                  </a:extLst>
                </p:cNvPr>
                <p:cNvSpPr txBox="1"/>
                <p:nvPr/>
              </p:nvSpPr>
              <p:spPr>
                <a:xfrm>
                  <a:off x="6523647" y="1765117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6A8C66AF-DADE-19F7-F598-8D44B3AAB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647" y="1765117"/>
                  <a:ext cx="458075" cy="462434"/>
                </a:xfrm>
                <a:prstGeom prst="rect">
                  <a:avLst/>
                </a:prstGeom>
                <a:blipFill>
                  <a:blip r:embed="rId40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等腰三角形 120">
              <a:extLst>
                <a:ext uri="{FF2B5EF4-FFF2-40B4-BE49-F238E27FC236}">
                  <a16:creationId xmlns:a16="http://schemas.microsoft.com/office/drawing/2014/main" id="{72CE4035-3AFF-37D9-DCDB-1153C072048D}"/>
                </a:ext>
              </a:extLst>
            </p:cNvPr>
            <p:cNvSpPr/>
            <p:nvPr/>
          </p:nvSpPr>
          <p:spPr>
            <a:xfrm rot="5400000">
              <a:off x="5331726" y="194071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6DC578A0-5818-DD19-8367-263213F4FB08}"/>
                </a:ext>
              </a:extLst>
            </p:cNvPr>
            <p:cNvSpPr/>
            <p:nvPr/>
          </p:nvSpPr>
          <p:spPr>
            <a:xfrm flipV="1">
              <a:off x="6296517" y="193620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B4EA4C97-AE17-2293-3D6E-BEC611E767AD}"/>
                    </a:ext>
                  </a:extLst>
                </p:cNvPr>
                <p:cNvSpPr txBox="1"/>
                <p:nvPr/>
              </p:nvSpPr>
              <p:spPr>
                <a:xfrm>
                  <a:off x="4705637" y="1106944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B4EA4C97-AE17-2293-3D6E-BEC611E767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5637" y="1106944"/>
                  <a:ext cx="458075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F29E1FC5-09F2-1963-C881-5064B0E6BDCD}"/>
                    </a:ext>
                  </a:extLst>
                </p:cNvPr>
                <p:cNvSpPr txBox="1"/>
                <p:nvPr/>
              </p:nvSpPr>
              <p:spPr>
                <a:xfrm>
                  <a:off x="5394627" y="1770443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F29E1FC5-09F2-1963-C881-5064B0E6B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627" y="1770443"/>
                  <a:ext cx="448351" cy="430887"/>
                </a:xfrm>
                <a:prstGeom prst="rect">
                  <a:avLst/>
                </a:prstGeom>
                <a:blipFill>
                  <a:blip r:embed="rId42"/>
                  <a:stretch>
                    <a:fillRect l="-1370" r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7D53C2C1-AD4B-A9A0-692C-9C00E66B5247}"/>
                    </a:ext>
                  </a:extLst>
                </p:cNvPr>
                <p:cNvSpPr txBox="1"/>
                <p:nvPr/>
              </p:nvSpPr>
              <p:spPr>
                <a:xfrm>
                  <a:off x="4684482" y="175658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7D53C2C1-AD4B-A9A0-692C-9C00E66B52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4482" y="1756589"/>
                  <a:ext cx="458075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1806DBC3-AD53-2CB5-0394-01FDBAD497A4}"/>
                </a:ext>
              </a:extLst>
            </p:cNvPr>
            <p:cNvSpPr/>
            <p:nvPr/>
          </p:nvSpPr>
          <p:spPr>
            <a:xfrm flipV="1">
              <a:off x="5240604" y="193620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8919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99B92CC-DC87-CB51-AB37-FBCD444C23A3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5976085" cy="1612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JK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JK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，保持；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JK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，翻转</a:t>
                </a:r>
                <a:endParaRPr lang="en-US" altLang="zh-CN" sz="2400" b="0" i="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JK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kumimoji="1" lang="zh-CN" altLang="en-US" sz="1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m:rPr>
                        <m:sty m:val="p"/>
                      </m:rPr>
                      <a:rPr lang="en-US" altLang="zh-CN" sz="240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99B92CC-DC87-CB51-AB37-FBCD444C2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5976085" cy="1612108"/>
              </a:xfrm>
              <a:prstGeom prst="rect">
                <a:avLst/>
              </a:prstGeom>
              <a:blipFill>
                <a:blip r:embed="rId3"/>
                <a:stretch>
                  <a:fillRect l="-2041" t="-151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D3725DB-3D3F-A1A1-4688-752D0627DFAB}"/>
                  </a:ext>
                </a:extLst>
              </p:cNvPr>
              <p:cNvSpPr txBox="1"/>
              <p:nvPr/>
            </p:nvSpPr>
            <p:spPr>
              <a:xfrm>
                <a:off x="7572051" y="1790181"/>
                <a:ext cx="81869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D3725DB-3D3F-A1A1-4688-752D0627D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051" y="1790181"/>
                <a:ext cx="818698" cy="462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C1C6916-D100-26ED-C7BC-8F077BD36FD6}"/>
                  </a:ext>
                </a:extLst>
              </p:cNvPr>
              <p:cNvSpPr txBox="1"/>
              <p:nvPr/>
            </p:nvSpPr>
            <p:spPr>
              <a:xfrm>
                <a:off x="8393686" y="1790181"/>
                <a:ext cx="81869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C1C6916-D100-26ED-C7BC-8F077BD36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686" y="1790181"/>
                <a:ext cx="818698" cy="4624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F65C0917-1C91-9007-2FA6-010AFBBBBB54}"/>
              </a:ext>
            </a:extLst>
          </p:cNvPr>
          <p:cNvSpPr/>
          <p:nvPr/>
        </p:nvSpPr>
        <p:spPr>
          <a:xfrm>
            <a:off x="7572051" y="1790181"/>
            <a:ext cx="3293832" cy="924466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43FB2F8-C8AF-9CC8-44EC-C7875ADE4666}"/>
              </a:ext>
            </a:extLst>
          </p:cNvPr>
          <p:cNvCxnSpPr>
            <a:cxnSpLocks/>
          </p:cNvCxnSpPr>
          <p:nvPr/>
        </p:nvCxnSpPr>
        <p:spPr>
          <a:xfrm>
            <a:off x="7179428" y="1395934"/>
            <a:ext cx="392623" cy="39424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81717E3-75FF-3267-197A-8DFAFD9F45CD}"/>
                  </a:ext>
                </a:extLst>
              </p:cNvPr>
              <p:cNvSpPr txBox="1"/>
              <p:nvPr/>
            </p:nvSpPr>
            <p:spPr>
              <a:xfrm>
                <a:off x="7742025" y="1374412"/>
                <a:ext cx="4733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81717E3-75FF-3267-197A-8DFAFD9F4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025" y="1374412"/>
                <a:ext cx="473382" cy="461665"/>
              </a:xfrm>
              <a:prstGeom prst="rect">
                <a:avLst/>
              </a:prstGeom>
              <a:blipFill>
                <a:blip r:embed="rId6"/>
                <a:stretch>
                  <a:fillRect l="-2564" r="-14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49A305A-DEC7-AD76-0622-7BBABFAFE189}"/>
                  </a:ext>
                </a:extLst>
              </p:cNvPr>
              <p:cNvSpPr txBox="1"/>
              <p:nvPr/>
            </p:nvSpPr>
            <p:spPr>
              <a:xfrm>
                <a:off x="8563407" y="1374412"/>
                <a:ext cx="4733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49A305A-DEC7-AD76-0622-7BBABFAFE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407" y="1374412"/>
                <a:ext cx="473382" cy="461665"/>
              </a:xfrm>
              <a:prstGeom prst="rect">
                <a:avLst/>
              </a:prstGeom>
              <a:blipFill>
                <a:blip r:embed="rId7"/>
                <a:stretch>
                  <a:fillRect l="-389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9A1BC52-F22B-84E8-5159-617E3E307838}"/>
                  </a:ext>
                </a:extLst>
              </p:cNvPr>
              <p:cNvSpPr txBox="1"/>
              <p:nvPr/>
            </p:nvSpPr>
            <p:spPr>
              <a:xfrm>
                <a:off x="7306439" y="1109829"/>
                <a:ext cx="6086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JK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9A1BC52-F22B-84E8-5159-617E3E307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439" y="1109829"/>
                <a:ext cx="60860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F7F43B9-3E67-C092-B10C-B3441E963023}"/>
                  </a:ext>
                </a:extLst>
              </p:cNvPr>
              <p:cNvSpPr txBox="1"/>
              <p:nvPr/>
            </p:nvSpPr>
            <p:spPr>
              <a:xfrm>
                <a:off x="9218968" y="1790181"/>
                <a:ext cx="8186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8F7F43B9-3E67-C092-B10C-B3441E96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968" y="1790181"/>
                <a:ext cx="81869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F6790FD-3138-E168-46F4-C9AF12203460}"/>
                  </a:ext>
                </a:extLst>
              </p:cNvPr>
              <p:cNvSpPr txBox="1"/>
              <p:nvPr/>
            </p:nvSpPr>
            <p:spPr>
              <a:xfrm>
                <a:off x="10040603" y="1790181"/>
                <a:ext cx="81869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F6790FD-3138-E168-46F4-C9AF12203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0603" y="1790181"/>
                <a:ext cx="818698" cy="4624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2974613-F668-F5E2-EDB0-5D125CD64734}"/>
              </a:ext>
            </a:extLst>
          </p:cNvPr>
          <p:cNvCxnSpPr>
            <a:cxnSpLocks/>
          </p:cNvCxnSpPr>
          <p:nvPr/>
        </p:nvCxnSpPr>
        <p:spPr>
          <a:xfrm>
            <a:off x="10041819" y="1790181"/>
            <a:ext cx="0" cy="9244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D9617D9-F02B-2546-01AA-51FCDB620BB1}"/>
              </a:ext>
            </a:extLst>
          </p:cNvPr>
          <p:cNvCxnSpPr>
            <a:cxnSpLocks/>
          </p:cNvCxnSpPr>
          <p:nvPr/>
        </p:nvCxnSpPr>
        <p:spPr>
          <a:xfrm>
            <a:off x="8394902" y="1790181"/>
            <a:ext cx="0" cy="9244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BFE5778-AF6B-7E6A-125C-14AB7736E33E}"/>
                  </a:ext>
                </a:extLst>
              </p:cNvPr>
              <p:cNvSpPr txBox="1"/>
              <p:nvPr/>
            </p:nvSpPr>
            <p:spPr>
              <a:xfrm>
                <a:off x="9400410" y="1374412"/>
                <a:ext cx="4733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BFE5778-AF6B-7E6A-125C-14AB7736E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0410" y="1374412"/>
                <a:ext cx="473382" cy="461665"/>
              </a:xfrm>
              <a:prstGeom prst="rect">
                <a:avLst/>
              </a:prstGeom>
              <a:blipFill>
                <a:blip r:embed="rId11"/>
                <a:stretch>
                  <a:fillRect l="-2564" r="-14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FCF7653-BE1B-E2EE-28FF-341F98A19C02}"/>
                  </a:ext>
                </a:extLst>
              </p:cNvPr>
              <p:cNvSpPr txBox="1"/>
              <p:nvPr/>
            </p:nvSpPr>
            <p:spPr>
              <a:xfrm>
                <a:off x="10221792" y="1374412"/>
                <a:ext cx="4733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FCF7653-BE1B-E2EE-28FF-341F98A19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792" y="1374412"/>
                <a:ext cx="473382" cy="461665"/>
              </a:xfrm>
              <a:prstGeom prst="rect">
                <a:avLst/>
              </a:prstGeom>
              <a:blipFill>
                <a:blip r:embed="rId12"/>
                <a:stretch>
                  <a:fillRect l="-3896"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E36BB95-A600-E6FF-0E83-58BE1BAFEFE5}"/>
                  </a:ext>
                </a:extLst>
              </p:cNvPr>
              <p:cNvSpPr txBox="1"/>
              <p:nvPr/>
            </p:nvSpPr>
            <p:spPr>
              <a:xfrm>
                <a:off x="6788655" y="1432769"/>
                <a:ext cx="450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E36BB95-A600-E6FF-0E83-58BE1BAFE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655" y="1432769"/>
                <a:ext cx="450705" cy="523220"/>
              </a:xfrm>
              <a:prstGeom prst="rect">
                <a:avLst/>
              </a:prstGeom>
              <a:blipFill>
                <a:blip r:embed="rId13"/>
                <a:stretch>
                  <a:fillRect r="-8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CD7AE64-A589-602B-9247-AB88C8010AEA}"/>
                  </a:ext>
                </a:extLst>
              </p:cNvPr>
              <p:cNvSpPr txBox="1"/>
              <p:nvPr/>
            </p:nvSpPr>
            <p:spPr>
              <a:xfrm>
                <a:off x="7239360" y="1789412"/>
                <a:ext cx="3339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CD7AE64-A589-602B-9247-AB88C8010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360" y="1789412"/>
                <a:ext cx="333907" cy="461665"/>
              </a:xfrm>
              <a:prstGeom prst="rect">
                <a:avLst/>
              </a:prstGeom>
              <a:blipFill>
                <a:blip r:embed="rId14"/>
                <a:stretch>
                  <a:fillRect l="-5556" r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1AAF360-4852-32CA-01AC-8E64EE00D2E0}"/>
                  </a:ext>
                </a:extLst>
              </p:cNvPr>
              <p:cNvSpPr txBox="1"/>
              <p:nvPr/>
            </p:nvSpPr>
            <p:spPr>
              <a:xfrm>
                <a:off x="7572051" y="2252982"/>
                <a:ext cx="81869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1AAF360-4852-32CA-01AC-8E64EE00D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051" y="2252982"/>
                <a:ext cx="818698" cy="46243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764C34F-5A33-B3AE-038C-EBCC56C36BA6}"/>
                  </a:ext>
                </a:extLst>
              </p:cNvPr>
              <p:cNvSpPr txBox="1"/>
              <p:nvPr/>
            </p:nvSpPr>
            <p:spPr>
              <a:xfrm>
                <a:off x="8393686" y="2252982"/>
                <a:ext cx="8186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764C34F-5A33-B3AE-038C-EBCC56C36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3686" y="2252982"/>
                <a:ext cx="818698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6BA2CE5-8206-3961-402C-4D3F35C8AF01}"/>
                  </a:ext>
                </a:extLst>
              </p:cNvPr>
              <p:cNvSpPr txBox="1"/>
              <p:nvPr/>
            </p:nvSpPr>
            <p:spPr>
              <a:xfrm>
                <a:off x="9218968" y="2252982"/>
                <a:ext cx="8186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6BA2CE5-8206-3961-402C-4D3F35C8A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8968" y="2252982"/>
                <a:ext cx="818698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7D854D5-4C3B-8349-CDF4-32C92164166A}"/>
                  </a:ext>
                </a:extLst>
              </p:cNvPr>
              <p:cNvSpPr txBox="1"/>
              <p:nvPr/>
            </p:nvSpPr>
            <p:spPr>
              <a:xfrm>
                <a:off x="10040603" y="2252982"/>
                <a:ext cx="818698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7D854D5-4C3B-8349-CDF4-32C921641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0603" y="2252982"/>
                <a:ext cx="818698" cy="46243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E187AF2-1B38-F6F2-97C8-6A85E26837FB}"/>
              </a:ext>
            </a:extLst>
          </p:cNvPr>
          <p:cNvCxnSpPr>
            <a:cxnSpLocks/>
            <a:stCxn id="14" idx="0"/>
            <a:endCxn id="14" idx="2"/>
          </p:cNvCxnSpPr>
          <p:nvPr/>
        </p:nvCxnSpPr>
        <p:spPr>
          <a:xfrm>
            <a:off x="9218967" y="1790181"/>
            <a:ext cx="0" cy="9244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E5580D2-F636-3EF8-60C7-B0749DE34C0B}"/>
              </a:ext>
            </a:extLst>
          </p:cNvPr>
          <p:cNvCxnSpPr>
            <a:cxnSpLocks/>
            <a:stCxn id="14" idx="1"/>
            <a:endCxn id="14" idx="3"/>
          </p:cNvCxnSpPr>
          <p:nvPr/>
        </p:nvCxnSpPr>
        <p:spPr>
          <a:xfrm>
            <a:off x="7572051" y="2252414"/>
            <a:ext cx="32938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A2388E9-44CC-6AE3-249E-DCD1CCE85208}"/>
                  </a:ext>
                </a:extLst>
              </p:cNvPr>
              <p:cNvSpPr txBox="1"/>
              <p:nvPr/>
            </p:nvSpPr>
            <p:spPr>
              <a:xfrm>
                <a:off x="7238752" y="2252981"/>
                <a:ext cx="3339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A2388E9-44CC-6AE3-249E-DCD1CCE85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752" y="2252981"/>
                <a:ext cx="333907" cy="461665"/>
              </a:xfrm>
              <a:prstGeom prst="rect">
                <a:avLst/>
              </a:prstGeom>
              <a:blipFill>
                <a:blip r:embed="rId19"/>
                <a:stretch>
                  <a:fillRect l="-3636" r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56AA6C2-3E0F-400C-9A87-D37D46C45358}"/>
                  </a:ext>
                </a:extLst>
              </p:cNvPr>
              <p:cNvSpPr txBox="1"/>
              <p:nvPr/>
            </p:nvSpPr>
            <p:spPr>
              <a:xfrm>
                <a:off x="6474631" y="954802"/>
                <a:ext cx="93653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56AA6C2-3E0F-400C-9A87-D37D46C45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631" y="954802"/>
                <a:ext cx="936533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 71">
            <a:extLst>
              <a:ext uri="{FF2B5EF4-FFF2-40B4-BE49-F238E27FC236}">
                <a16:creationId xmlns:a16="http://schemas.microsoft.com/office/drawing/2014/main" id="{B8B53EDF-9693-ED1E-7AE3-D89047A8134D}"/>
              </a:ext>
            </a:extLst>
          </p:cNvPr>
          <p:cNvSpPr/>
          <p:nvPr/>
        </p:nvSpPr>
        <p:spPr>
          <a:xfrm>
            <a:off x="9374224" y="1861324"/>
            <a:ext cx="1332757" cy="3199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左中括号 72">
            <a:extLst>
              <a:ext uri="{FF2B5EF4-FFF2-40B4-BE49-F238E27FC236}">
                <a16:creationId xmlns:a16="http://schemas.microsoft.com/office/drawing/2014/main" id="{D21B989B-79C3-9CA5-BD42-66BFD22D9776}"/>
              </a:ext>
            </a:extLst>
          </p:cNvPr>
          <p:cNvSpPr/>
          <p:nvPr/>
        </p:nvSpPr>
        <p:spPr>
          <a:xfrm>
            <a:off x="10174249" y="2323558"/>
            <a:ext cx="805878" cy="319948"/>
          </a:xfrm>
          <a:prstGeom prst="leftBracket">
            <a:avLst>
              <a:gd name="adj" fmla="val 0"/>
            </a:avLst>
          </a:prstGeom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左中括号 73">
            <a:extLst>
              <a:ext uri="{FF2B5EF4-FFF2-40B4-BE49-F238E27FC236}">
                <a16:creationId xmlns:a16="http://schemas.microsoft.com/office/drawing/2014/main" id="{BA2823AD-13E9-EF14-C50D-806E107D24C3}"/>
              </a:ext>
            </a:extLst>
          </p:cNvPr>
          <p:cNvSpPr/>
          <p:nvPr/>
        </p:nvSpPr>
        <p:spPr>
          <a:xfrm flipH="1">
            <a:off x="7454854" y="2316763"/>
            <a:ext cx="805878" cy="319948"/>
          </a:xfrm>
          <a:prstGeom prst="leftBracket">
            <a:avLst>
              <a:gd name="adj" fmla="val 0"/>
            </a:avLst>
          </a:prstGeom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A334258-39A1-513D-D21F-FAB3EE11C5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9364017"/>
                  </p:ext>
                </p:extLst>
              </p:nvPr>
            </p:nvGraphicFramePr>
            <p:xfrm>
              <a:off x="972000" y="2981771"/>
              <a:ext cx="4374277" cy="3505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18781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932950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022546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</a:tblGrid>
                  <a:tr h="3323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baseline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367222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翻转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BA334258-39A1-513D-D21F-FAB3EE11C5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9364017"/>
                  </p:ext>
                </p:extLst>
              </p:nvPr>
            </p:nvGraphicFramePr>
            <p:xfrm>
              <a:off x="972000" y="2981771"/>
              <a:ext cx="4374277" cy="3505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18781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932950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022546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9"/>
                          <a:stretch>
                            <a:fillRect l="-251" t="-10667" r="-81156" b="-6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9"/>
                          <a:stretch>
                            <a:fillRect l="-260784" t="-10667" r="-111111" b="-6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翻转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8" name="文本框 97">
            <a:extLst>
              <a:ext uri="{FF2B5EF4-FFF2-40B4-BE49-F238E27FC236}">
                <a16:creationId xmlns:a16="http://schemas.microsoft.com/office/drawing/2014/main" id="{6A7770FF-A084-C9D5-BE05-E77A1E6AD14F}"/>
              </a:ext>
            </a:extLst>
          </p:cNvPr>
          <p:cNvSpPr txBox="1"/>
          <p:nvPr/>
        </p:nvSpPr>
        <p:spPr>
          <a:xfrm>
            <a:off x="972000" y="2484000"/>
            <a:ext cx="4374277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特性表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C62B72A-7A43-2116-36EF-F348BC4F792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54331AF-BCE2-27B9-330D-5436CB68D35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6" name="箭头: 五边形 35">
                <a:extLst>
                  <a:ext uri="{FF2B5EF4-FFF2-40B4-BE49-F238E27FC236}">
                    <a16:creationId xmlns:a16="http://schemas.microsoft.com/office/drawing/2014/main" id="{3AE2277A-3310-ED1A-A544-185B44264D8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箭头: V 形 36">
                <a:extLst>
                  <a:ext uri="{FF2B5EF4-FFF2-40B4-BE49-F238E27FC236}">
                    <a16:creationId xmlns:a16="http://schemas.microsoft.com/office/drawing/2014/main" id="{D47B585E-3C73-56BB-B106-BFDD5D763B2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灯片编号占位符 3">
              <a:extLst>
                <a:ext uri="{FF2B5EF4-FFF2-40B4-BE49-F238E27FC236}">
                  <a16:creationId xmlns:a16="http://schemas.microsoft.com/office/drawing/2014/main" id="{794952BE-57D4-1759-7C58-5E233F01C5F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180CDDF-20F1-8C55-3BD8-C49E1CEF4C16}"/>
                  </a:ext>
                </a:extLst>
              </p:cNvPr>
              <p:cNvSpPr txBox="1"/>
              <p:nvPr/>
            </p:nvSpPr>
            <p:spPr>
              <a:xfrm>
                <a:off x="6660000" y="3708000"/>
                <a:ext cx="4691849" cy="504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特性方程：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B180CDDF-20F1-8C55-3BD8-C49E1CEF4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000" y="3708000"/>
                <a:ext cx="4691849" cy="504690"/>
              </a:xfrm>
              <a:prstGeom prst="rect">
                <a:avLst/>
              </a:prstGeom>
              <a:blipFill>
                <a:blip r:embed="rId30"/>
                <a:stretch>
                  <a:fillRect l="-2081" t="-2410" b="-25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>
            <a:extLst>
              <a:ext uri="{FF2B5EF4-FFF2-40B4-BE49-F238E27FC236}">
                <a16:creationId xmlns:a16="http://schemas.microsoft.com/office/drawing/2014/main" id="{CAF7B56A-D496-D145-D715-E835409DBFBE}"/>
              </a:ext>
            </a:extLst>
          </p:cNvPr>
          <p:cNvSpPr txBox="1"/>
          <p:nvPr/>
        </p:nvSpPr>
        <p:spPr>
          <a:xfrm>
            <a:off x="6660000" y="4320000"/>
            <a:ext cx="1608678" cy="50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逻辑符号：</a:t>
            </a: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6A1DDC46-8BC2-B93A-6D8A-95D9699AF29E}"/>
              </a:ext>
            </a:extLst>
          </p:cNvPr>
          <p:cNvGrpSpPr/>
          <p:nvPr/>
        </p:nvGrpSpPr>
        <p:grpSpPr>
          <a:xfrm>
            <a:off x="6788655" y="4896000"/>
            <a:ext cx="2303076" cy="1184714"/>
            <a:chOff x="6788655" y="4896010"/>
            <a:chExt cx="2303076" cy="1184714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27B1DE0-5535-196B-DECD-3BC253900B81}"/>
                </a:ext>
              </a:extLst>
            </p:cNvPr>
            <p:cNvSpPr/>
            <p:nvPr/>
          </p:nvSpPr>
          <p:spPr>
            <a:xfrm>
              <a:off x="7458342" y="4906038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F1483538-3ABA-2289-3FF2-70BB0A5DA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63D9ED0A-C744-7FCF-C4E1-16187760B6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817003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B76CC2E-5030-22F5-3093-C570B0E80694}"/>
                    </a:ext>
                  </a:extLst>
                </p:cNvPr>
                <p:cNvSpPr txBox="1"/>
                <p:nvPr/>
              </p:nvSpPr>
              <p:spPr>
                <a:xfrm>
                  <a:off x="7443005" y="4896010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AB76CC2E-5030-22F5-3093-C570B0E806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3005" y="4896010"/>
                  <a:ext cx="448351" cy="430887"/>
                </a:xfrm>
                <a:prstGeom prst="rect">
                  <a:avLst/>
                </a:prstGeom>
                <a:blipFill>
                  <a:blip r:embed="rId31"/>
                  <a:stretch>
                    <a:fillRect l="-1351" b="-126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2FD1ACB3-D71D-E9C7-B7A4-7A33EB954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006751CE-1A6A-A1C8-E65F-AFBAD1CDA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817002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E84F2D8-66FE-9E97-E39E-FAB629797CD1}"/>
                    </a:ext>
                  </a:extLst>
                </p:cNvPr>
                <p:cNvSpPr txBox="1"/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E84F2D8-66FE-9E97-E39E-FAB62979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90242F3-0630-22DF-ED83-03EED6B89F3D}"/>
                    </a:ext>
                  </a:extLst>
                </p:cNvPr>
                <p:cNvSpPr txBox="1"/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90242F3-0630-22DF-ED83-03EED6B89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等腰三角形 46">
              <a:extLst>
                <a:ext uri="{FF2B5EF4-FFF2-40B4-BE49-F238E27FC236}">
                  <a16:creationId xmlns:a16="http://schemas.microsoft.com/office/drawing/2014/main" id="{7C20298A-E127-78EB-39B1-4D6F9C2CC05E}"/>
                </a:ext>
              </a:extLst>
            </p:cNvPr>
            <p:cNvSpPr/>
            <p:nvPr/>
          </p:nvSpPr>
          <p:spPr>
            <a:xfrm rot="5400000">
              <a:off x="7435899" y="5439843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491E6880-9198-80EF-E5BC-BC27798B9EA6}"/>
                </a:ext>
              </a:extLst>
            </p:cNvPr>
            <p:cNvSpPr/>
            <p:nvPr/>
          </p:nvSpPr>
          <p:spPr>
            <a:xfrm flipV="1">
              <a:off x="8400690" y="576284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4C5E7DD-1A2E-C7E7-66AE-375651CA423B}"/>
                    </a:ext>
                  </a:extLst>
                </p:cNvPr>
                <p:cNvSpPr txBox="1"/>
                <p:nvPr/>
              </p:nvSpPr>
              <p:spPr>
                <a:xfrm>
                  <a:off x="7572388" y="5275053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4C5E7DD-1A2E-C7E7-66AE-375651CA42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388" y="5275053"/>
                  <a:ext cx="448351" cy="430887"/>
                </a:xfrm>
                <a:prstGeom prst="rect">
                  <a:avLst/>
                </a:prstGeom>
                <a:blipFill>
                  <a:blip r:embed="rId35"/>
                  <a:stretch>
                    <a:fillRect l="-148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83654705-99AD-FCC7-BE54-6275DFBB220E}"/>
                    </a:ext>
                  </a:extLst>
                </p:cNvPr>
                <p:cNvSpPr txBox="1"/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83654705-99AD-FCC7-BE54-6275DFBB2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blipFill>
                  <a:blip r:embed="rId36"/>
                  <a:stretch>
                    <a:fillRect b="-144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BDEF7F0F-8003-08C6-467B-FA319FA62F44}"/>
                    </a:ext>
                  </a:extLst>
                </p:cNvPr>
                <p:cNvSpPr txBox="1"/>
                <p:nvPr/>
              </p:nvSpPr>
              <p:spPr>
                <a:xfrm>
                  <a:off x="6794142" y="526098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BDEF7F0F-8003-08C6-467B-FA319FA62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4142" y="5260985"/>
                  <a:ext cx="458075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3304A1CF-400B-7052-DEB8-7B648ADCD85F}"/>
                    </a:ext>
                  </a:extLst>
                </p:cNvPr>
                <p:cNvSpPr txBox="1"/>
                <p:nvPr/>
              </p:nvSpPr>
              <p:spPr>
                <a:xfrm>
                  <a:off x="7443005" y="5649837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3304A1CF-400B-7052-DEB8-7B648ADCD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3005" y="5649837"/>
                  <a:ext cx="448351" cy="430887"/>
                </a:xfrm>
                <a:prstGeom prst="rect">
                  <a:avLst/>
                </a:prstGeom>
                <a:blipFill>
                  <a:blip r:embed="rId38"/>
                  <a:stretch>
                    <a:fillRect l="-1351" r="-148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" name="Line 27">
              <a:extLst>
                <a:ext uri="{FF2B5EF4-FFF2-40B4-BE49-F238E27FC236}">
                  <a16:creationId xmlns:a16="http://schemas.microsoft.com/office/drawing/2014/main" id="{0B0858D1-B73D-6D69-DE0B-0139BA9DD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487800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8B19FB96-E97C-D969-05A5-17AD9BC08660}"/>
                    </a:ext>
                  </a:extLst>
                </p:cNvPr>
                <p:cNvSpPr txBox="1"/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8B19FB96-E97C-D969-05A5-17AD9BC086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56A24BDE-01E0-4FA9-82D0-7318B1039960}"/>
              </a:ext>
            </a:extLst>
          </p:cNvPr>
          <p:cNvGrpSpPr/>
          <p:nvPr/>
        </p:nvGrpSpPr>
        <p:grpSpPr>
          <a:xfrm>
            <a:off x="9475861" y="4896000"/>
            <a:ext cx="2303076" cy="1184714"/>
            <a:chOff x="9475861" y="4896095"/>
            <a:chExt cx="2303076" cy="1184714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2A6D0F89-51A3-27DE-DBDC-D3E801C167D3}"/>
                </a:ext>
              </a:extLst>
            </p:cNvPr>
            <p:cNvSpPr/>
            <p:nvPr/>
          </p:nvSpPr>
          <p:spPr>
            <a:xfrm>
              <a:off x="10145548" y="4906123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Line 27">
              <a:extLst>
                <a:ext uri="{FF2B5EF4-FFF2-40B4-BE49-F238E27FC236}">
                  <a16:creationId xmlns:a16="http://schemas.microsoft.com/office/drawing/2014/main" id="{632C82DC-F03B-E3CA-4AB8-27BACB956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220" y="5166716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6" name="Line 27">
              <a:extLst>
                <a:ext uri="{FF2B5EF4-FFF2-40B4-BE49-F238E27FC236}">
                  <a16:creationId xmlns:a16="http://schemas.microsoft.com/office/drawing/2014/main" id="{96630C93-016C-CD4C-BB96-5D89AF89D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220" y="5817088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8422908-62F7-2FD0-B170-718CB9E93270}"/>
                    </a:ext>
                  </a:extLst>
                </p:cNvPr>
                <p:cNvSpPr txBox="1"/>
                <p:nvPr/>
              </p:nvSpPr>
              <p:spPr>
                <a:xfrm>
                  <a:off x="10131703" y="4896095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8422908-62F7-2FD0-B170-718CB9E932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1703" y="4896095"/>
                  <a:ext cx="448351" cy="430887"/>
                </a:xfrm>
                <a:prstGeom prst="rect">
                  <a:avLst/>
                </a:prstGeom>
                <a:blipFill>
                  <a:blip r:embed="rId40"/>
                  <a:stretch>
                    <a:fillRect l="-1351" r="-1351" b="-126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Line 27">
              <a:extLst>
                <a:ext uri="{FF2B5EF4-FFF2-40B4-BE49-F238E27FC236}">
                  <a16:creationId xmlns:a16="http://schemas.microsoft.com/office/drawing/2014/main" id="{0DCFB4AA-EBF9-E1E9-9E14-C2C48650E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83347" y="5166716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1CB07EB5-8021-1871-94D9-9FDF0870E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83347" y="5817087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787F9B6-0918-1025-3632-0EE64876BFB3}"/>
                    </a:ext>
                  </a:extLst>
                </p:cNvPr>
                <p:cNvSpPr txBox="1"/>
                <p:nvPr/>
              </p:nvSpPr>
              <p:spPr>
                <a:xfrm>
                  <a:off x="11320862" y="493684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787F9B6-0918-1025-3632-0EE64876BF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0862" y="4936846"/>
                  <a:ext cx="458075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E8A72041-0CB5-9603-77BD-DEEB23DC0D86}"/>
                    </a:ext>
                  </a:extLst>
                </p:cNvPr>
                <p:cNvSpPr txBox="1"/>
                <p:nvPr/>
              </p:nvSpPr>
              <p:spPr>
                <a:xfrm>
                  <a:off x="11315026" y="559184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E8A72041-0CB5-9603-77BD-DEEB23DC0D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5026" y="5591844"/>
                  <a:ext cx="458075" cy="462434"/>
                </a:xfrm>
                <a:prstGeom prst="rect">
                  <a:avLst/>
                </a:prstGeom>
                <a:blipFill>
                  <a:blip r:embed="rId42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2" name="等腰三角形 131">
              <a:extLst>
                <a:ext uri="{FF2B5EF4-FFF2-40B4-BE49-F238E27FC236}">
                  <a16:creationId xmlns:a16="http://schemas.microsoft.com/office/drawing/2014/main" id="{C8AF4167-D397-1A37-B35C-AAEF5BA15E55}"/>
                </a:ext>
              </a:extLst>
            </p:cNvPr>
            <p:cNvSpPr/>
            <p:nvPr/>
          </p:nvSpPr>
          <p:spPr>
            <a:xfrm rot="5400000">
              <a:off x="10123105" y="5439928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17166BCF-FC1E-5F4B-2418-959141DFC4F9}"/>
                </a:ext>
              </a:extLst>
            </p:cNvPr>
            <p:cNvSpPr/>
            <p:nvPr/>
          </p:nvSpPr>
          <p:spPr>
            <a:xfrm flipV="1">
              <a:off x="11087896" y="5762932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40F02B75-79E8-8D69-2290-0C6D35F8B746}"/>
                    </a:ext>
                  </a:extLst>
                </p:cNvPr>
                <p:cNvSpPr txBox="1"/>
                <p:nvPr/>
              </p:nvSpPr>
              <p:spPr>
                <a:xfrm>
                  <a:off x="10259594" y="5275138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40F02B75-79E8-8D69-2290-0C6D35F8B7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9594" y="5275138"/>
                  <a:ext cx="448351" cy="430887"/>
                </a:xfrm>
                <a:prstGeom prst="rect">
                  <a:avLst/>
                </a:prstGeom>
                <a:blipFill>
                  <a:blip r:embed="rId43"/>
                  <a:stretch>
                    <a:fillRect l="-148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A1FAF1DA-5069-47A7-4E09-4425A89E9DC5}"/>
                    </a:ext>
                  </a:extLst>
                </p:cNvPr>
                <p:cNvSpPr txBox="1"/>
                <p:nvPr/>
              </p:nvSpPr>
              <p:spPr>
                <a:xfrm>
                  <a:off x="9497016" y="493367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A1FAF1DA-5069-47A7-4E09-4425A89E9D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016" y="4933671"/>
                  <a:ext cx="458075" cy="461665"/>
                </a:xfrm>
                <a:prstGeom prst="rect">
                  <a:avLst/>
                </a:prstGeom>
                <a:blipFill>
                  <a:blip r:embed="rId44"/>
                  <a:stretch>
                    <a:fillRect b="-144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46092E1B-669E-EF39-2118-EC083EC4C3A5}"/>
                    </a:ext>
                  </a:extLst>
                </p:cNvPr>
                <p:cNvSpPr txBox="1"/>
                <p:nvPr/>
              </p:nvSpPr>
              <p:spPr>
                <a:xfrm>
                  <a:off x="9481348" y="526107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46092E1B-669E-EF39-2118-EC083EC4C3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1348" y="5261070"/>
                  <a:ext cx="458075" cy="461665"/>
                </a:xfrm>
                <a:prstGeom prst="rect">
                  <a:avLst/>
                </a:prstGeom>
                <a:blipFill>
                  <a:blip r:embed="rId45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A2B41C5B-593E-A1BD-185E-3EF5F58C3B6C}"/>
                    </a:ext>
                  </a:extLst>
                </p:cNvPr>
                <p:cNvSpPr txBox="1"/>
                <p:nvPr/>
              </p:nvSpPr>
              <p:spPr>
                <a:xfrm>
                  <a:off x="10131703" y="5649922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A2B41C5B-593E-A1BD-185E-3EF5F58C3B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1703" y="5649922"/>
                  <a:ext cx="448351" cy="430887"/>
                </a:xfrm>
                <a:prstGeom prst="rect">
                  <a:avLst/>
                </a:prstGeom>
                <a:blipFill>
                  <a:blip r:embed="rId46"/>
                  <a:stretch>
                    <a:fillRect l="-1351" r="-148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Line 27">
              <a:extLst>
                <a:ext uri="{FF2B5EF4-FFF2-40B4-BE49-F238E27FC236}">
                  <a16:creationId xmlns:a16="http://schemas.microsoft.com/office/drawing/2014/main" id="{9F005B27-17FF-3AC8-70D9-B1957F029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220" y="5487885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3A8C8533-278E-B50B-87EC-41580868C117}"/>
                    </a:ext>
                  </a:extLst>
                </p:cNvPr>
                <p:cNvSpPr txBox="1"/>
                <p:nvPr/>
              </p:nvSpPr>
              <p:spPr>
                <a:xfrm>
                  <a:off x="9475861" y="558331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3A8C8533-278E-B50B-87EC-41580868C1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5861" y="5583316"/>
                  <a:ext cx="458075" cy="461665"/>
                </a:xfrm>
                <a:prstGeom prst="rect">
                  <a:avLst/>
                </a:prstGeom>
                <a:blipFill>
                  <a:blip r:embed="rId47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37E90824-E2A1-FF19-A412-C4AC236B19C6}"/>
                </a:ext>
              </a:extLst>
            </p:cNvPr>
            <p:cNvSpPr/>
            <p:nvPr/>
          </p:nvSpPr>
          <p:spPr>
            <a:xfrm flipV="1">
              <a:off x="10034727" y="5436272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5E4FAAD3-8499-F0DD-C493-A36E843A02B4}"/>
              </a:ext>
            </a:extLst>
          </p:cNvPr>
          <p:cNvSpPr txBox="1"/>
          <p:nvPr/>
        </p:nvSpPr>
        <p:spPr>
          <a:xfrm>
            <a:off x="7138800" y="6120000"/>
            <a:ext cx="156969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上升沿有效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75FCDA-7239-1D0D-1001-F09A1769117C}"/>
              </a:ext>
            </a:extLst>
          </p:cNvPr>
          <p:cNvSpPr txBox="1"/>
          <p:nvPr/>
        </p:nvSpPr>
        <p:spPr>
          <a:xfrm>
            <a:off x="9775777" y="6120000"/>
            <a:ext cx="156969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下降沿有效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5483C22-92EE-3A39-54D3-D540A303BB0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JK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354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AF4A-D6AA-FD89-3E7B-07A09292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F40F740E-D19D-B84C-CCBD-4C06A26FFB9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EEAC06F3-C4F0-63FC-FC66-A2EC1056D23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5E43CC10-E861-2468-5CD1-D734A1B325F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6B4EB501-3F2D-EFB1-62C7-8D6EE66A875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6BD949AA-A741-658A-6B98-9B2B9FF5380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FF25E273-A02C-8025-BD6C-9AC87E140897}"/>
              </a:ext>
            </a:extLst>
          </p:cNvPr>
          <p:cNvGrpSpPr/>
          <p:nvPr/>
        </p:nvGrpSpPr>
        <p:grpSpPr>
          <a:xfrm>
            <a:off x="5882018" y="2630391"/>
            <a:ext cx="5813597" cy="3267539"/>
            <a:chOff x="5780679" y="2507026"/>
            <a:chExt cx="5813597" cy="3267539"/>
          </a:xfrm>
        </p:grpSpPr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B7CCF0E8-37BF-7884-2E82-4753617297C2}"/>
                </a:ext>
              </a:extLst>
            </p:cNvPr>
            <p:cNvGrpSpPr/>
            <p:nvPr/>
          </p:nvGrpSpPr>
          <p:grpSpPr>
            <a:xfrm>
              <a:off x="7192563" y="2507026"/>
              <a:ext cx="3975073" cy="3267539"/>
              <a:chOff x="7192563" y="2606783"/>
              <a:chExt cx="3975073" cy="2779886"/>
            </a:xfrm>
          </p:grpSpPr>
          <p:sp>
            <p:nvSpPr>
              <p:cNvPr id="53" name="Line 30">
                <a:extLst>
                  <a:ext uri="{FF2B5EF4-FFF2-40B4-BE49-F238E27FC236}">
                    <a16:creationId xmlns:a16="http://schemas.microsoft.com/office/drawing/2014/main" id="{6C0462D1-886E-E04B-7224-85AC75E2C0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2563" y="2623376"/>
                <a:ext cx="0" cy="2763293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Line 31">
                <a:extLst>
                  <a:ext uri="{FF2B5EF4-FFF2-40B4-BE49-F238E27FC236}">
                    <a16:creationId xmlns:a16="http://schemas.microsoft.com/office/drawing/2014/main" id="{09E1ED00-0D65-9D5B-8777-EA7988B123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87285" y="2623376"/>
                <a:ext cx="0" cy="2763293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31">
                <a:extLst>
                  <a:ext uri="{FF2B5EF4-FFF2-40B4-BE49-F238E27FC236}">
                    <a16:creationId xmlns:a16="http://schemas.microsoft.com/office/drawing/2014/main" id="{BC88BF83-E8B3-9263-E628-DE64A3926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779953" y="2606784"/>
                <a:ext cx="0" cy="2763293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31">
                <a:extLst>
                  <a:ext uri="{FF2B5EF4-FFF2-40B4-BE49-F238E27FC236}">
                    <a16:creationId xmlns:a16="http://schemas.microsoft.com/office/drawing/2014/main" id="{209416C9-44F1-7BE5-B7C7-6DA786F47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79664" y="2606784"/>
                <a:ext cx="0" cy="2763293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31">
                <a:extLst>
                  <a:ext uri="{FF2B5EF4-FFF2-40B4-BE49-F238E27FC236}">
                    <a16:creationId xmlns:a16="http://schemas.microsoft.com/office/drawing/2014/main" id="{50A9658A-0CC8-314E-AEA7-CB6031E8F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72239" y="2606784"/>
                <a:ext cx="0" cy="2763293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31">
                <a:extLst>
                  <a:ext uri="{FF2B5EF4-FFF2-40B4-BE49-F238E27FC236}">
                    <a16:creationId xmlns:a16="http://schemas.microsoft.com/office/drawing/2014/main" id="{972D6978-61E5-0827-6693-6B4727B85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67636" y="2606783"/>
                <a:ext cx="0" cy="2763293"/>
              </a:xfrm>
              <a:prstGeom prst="line">
                <a:avLst/>
              </a:prstGeom>
              <a:noFill/>
              <a:ln w="19050">
                <a:solidFill>
                  <a:schemeClr val="accent5">
                    <a:lumMod val="75000"/>
                  </a:schemeClr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" name="Line 5">
              <a:extLst>
                <a:ext uri="{FF2B5EF4-FFF2-40B4-BE49-F238E27FC236}">
                  <a16:creationId xmlns:a16="http://schemas.microsoft.com/office/drawing/2014/main" id="{6C5FD454-61AE-A4F1-80B6-B68E500ED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5275" y="3193407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ABF0EFB5-242D-5356-0DCA-A2B9203900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96087" y="2806456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 Box 34">
                  <a:extLst>
                    <a:ext uri="{FF2B5EF4-FFF2-40B4-BE49-F238E27FC236}">
                      <a16:creationId xmlns:a16="http://schemas.microsoft.com/office/drawing/2014/main" id="{D07FCD5B-B2C5-3229-645D-1E4BFAC226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80679" y="2698021"/>
                  <a:ext cx="679994" cy="6093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b="0" dirty="0"/>
                </a:p>
              </p:txBody>
            </p:sp>
          </mc:Choice>
          <mc:Fallback xmlns="">
            <p:sp>
              <p:nvSpPr>
                <p:cNvPr id="57" name="Text Box 34">
                  <a:extLst>
                    <a:ext uri="{FF2B5EF4-FFF2-40B4-BE49-F238E27FC236}">
                      <a16:creationId xmlns:a16="http://schemas.microsoft.com/office/drawing/2014/main" id="{D07FCD5B-B2C5-3229-645D-1E4BFAC226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80679" y="2698021"/>
                  <a:ext cx="679994" cy="6093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35">
                  <a:extLst>
                    <a:ext uri="{FF2B5EF4-FFF2-40B4-BE49-F238E27FC236}">
                      <a16:creationId xmlns:a16="http://schemas.microsoft.com/office/drawing/2014/main" id="{B17DFC95-B17E-2BD5-8B7F-F607D0A07D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4837" y="3497919"/>
                  <a:ext cx="511679" cy="6093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b="0" dirty="0"/>
                </a:p>
              </p:txBody>
            </p:sp>
          </mc:Choice>
          <mc:Fallback xmlns="">
            <p:sp>
              <p:nvSpPr>
                <p:cNvPr id="58" name="Text Box 35">
                  <a:extLst>
                    <a:ext uri="{FF2B5EF4-FFF2-40B4-BE49-F238E27FC236}">
                      <a16:creationId xmlns:a16="http://schemas.microsoft.com/office/drawing/2014/main" id="{B17DFC95-B17E-2BD5-8B7F-F607D0A07D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64837" y="3497919"/>
                  <a:ext cx="511679" cy="6093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 Box 36">
                  <a:extLst>
                    <a:ext uri="{FF2B5EF4-FFF2-40B4-BE49-F238E27FC236}">
                      <a16:creationId xmlns:a16="http://schemas.microsoft.com/office/drawing/2014/main" id="{A7697509-FAFC-BADD-8810-52A3E8C35D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1647" y="4297817"/>
                  <a:ext cx="511678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b="0" dirty="0"/>
                </a:p>
              </p:txBody>
            </p:sp>
          </mc:Choice>
          <mc:Fallback xmlns="">
            <p:sp>
              <p:nvSpPr>
                <p:cNvPr id="59" name="Text Box 36">
                  <a:extLst>
                    <a:ext uri="{FF2B5EF4-FFF2-40B4-BE49-F238E27FC236}">
                      <a16:creationId xmlns:a16="http://schemas.microsoft.com/office/drawing/2014/main" id="{A7697509-FAFC-BADD-8810-52A3E8C35D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61647" y="4297817"/>
                  <a:ext cx="511678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Line 5">
              <a:extLst>
                <a:ext uri="{FF2B5EF4-FFF2-40B4-BE49-F238E27FC236}">
                  <a16:creationId xmlns:a16="http://schemas.microsoft.com/office/drawing/2014/main" id="{0FBD867E-A6A6-DFF2-9078-B6CE21A91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752" y="2820742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6">
              <a:extLst>
                <a:ext uri="{FF2B5EF4-FFF2-40B4-BE49-F238E27FC236}">
                  <a16:creationId xmlns:a16="http://schemas.microsoft.com/office/drawing/2014/main" id="{526B9623-7994-B761-B8F1-8AE72AE19F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2563" y="2806456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5">
              <a:extLst>
                <a:ext uri="{FF2B5EF4-FFF2-40B4-BE49-F238E27FC236}">
                  <a16:creationId xmlns:a16="http://schemas.microsoft.com/office/drawing/2014/main" id="{11586545-998F-F490-2232-74243DADA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9996" y="3193407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6">
              <a:extLst>
                <a:ext uri="{FF2B5EF4-FFF2-40B4-BE49-F238E27FC236}">
                  <a16:creationId xmlns:a16="http://schemas.microsoft.com/office/drawing/2014/main" id="{4F26D006-F25F-78AA-B8B2-9B929B4CCF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90809" y="2806456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5">
              <a:extLst>
                <a:ext uri="{FF2B5EF4-FFF2-40B4-BE49-F238E27FC236}">
                  <a16:creationId xmlns:a16="http://schemas.microsoft.com/office/drawing/2014/main" id="{FF77A916-C8DA-B676-4B12-1E55CCDA5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6474" y="2820742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6">
              <a:extLst>
                <a:ext uri="{FF2B5EF4-FFF2-40B4-BE49-F238E27FC236}">
                  <a16:creationId xmlns:a16="http://schemas.microsoft.com/office/drawing/2014/main" id="{0CE2FE47-C93B-08E0-55C7-6035A3B37D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87285" y="2806456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5">
              <a:extLst>
                <a:ext uri="{FF2B5EF4-FFF2-40B4-BE49-F238E27FC236}">
                  <a16:creationId xmlns:a16="http://schemas.microsoft.com/office/drawing/2014/main" id="{9C010FCF-C76D-93E5-A4A8-2DBC548CD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4718" y="3193407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6">
              <a:extLst>
                <a:ext uri="{FF2B5EF4-FFF2-40B4-BE49-F238E27FC236}">
                  <a16:creationId xmlns:a16="http://schemas.microsoft.com/office/drawing/2014/main" id="{01550C5C-C0E2-7FF0-191C-59D6B80EDC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85015" y="2806450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5">
              <a:extLst>
                <a:ext uri="{FF2B5EF4-FFF2-40B4-BE49-F238E27FC236}">
                  <a16:creationId xmlns:a16="http://schemas.microsoft.com/office/drawing/2014/main" id="{764F4E58-9A01-2359-25C3-459B329B7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71871" y="2820736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6">
              <a:extLst>
                <a:ext uri="{FF2B5EF4-FFF2-40B4-BE49-F238E27FC236}">
                  <a16:creationId xmlns:a16="http://schemas.microsoft.com/office/drawing/2014/main" id="{4C606A5E-5C09-B3DC-0DF5-463251DF0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82682" y="2806450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5">
              <a:extLst>
                <a:ext uri="{FF2B5EF4-FFF2-40B4-BE49-F238E27FC236}">
                  <a16:creationId xmlns:a16="http://schemas.microsoft.com/office/drawing/2014/main" id="{AD89A806-7F78-43BB-2699-4BD31C85A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70115" y="3193401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6">
              <a:extLst>
                <a:ext uri="{FF2B5EF4-FFF2-40B4-BE49-F238E27FC236}">
                  <a16:creationId xmlns:a16="http://schemas.microsoft.com/office/drawing/2014/main" id="{284D7D8C-FB74-DFC7-29A1-CF0E37F420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81041" y="2806450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5">
              <a:extLst>
                <a:ext uri="{FF2B5EF4-FFF2-40B4-BE49-F238E27FC236}">
                  <a16:creationId xmlns:a16="http://schemas.microsoft.com/office/drawing/2014/main" id="{4870F5D2-AA92-1866-8003-F8C294630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66706" y="2820736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6">
              <a:extLst>
                <a:ext uri="{FF2B5EF4-FFF2-40B4-BE49-F238E27FC236}">
                  <a16:creationId xmlns:a16="http://schemas.microsoft.com/office/drawing/2014/main" id="{55AA7E7A-E18F-6201-827C-40E3D1C3B9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77517" y="2806450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5">
              <a:extLst>
                <a:ext uri="{FF2B5EF4-FFF2-40B4-BE49-F238E27FC236}">
                  <a16:creationId xmlns:a16="http://schemas.microsoft.com/office/drawing/2014/main" id="{57E802D9-4A26-F3D8-A6FC-A6F48C86D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4950" y="3193401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6">
              <a:extLst>
                <a:ext uri="{FF2B5EF4-FFF2-40B4-BE49-F238E27FC236}">
                  <a16:creationId xmlns:a16="http://schemas.microsoft.com/office/drawing/2014/main" id="{C23C39B6-6848-AECA-CEE4-A5DD1FF056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75763" y="2806450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5">
              <a:extLst>
                <a:ext uri="{FF2B5EF4-FFF2-40B4-BE49-F238E27FC236}">
                  <a16:creationId xmlns:a16="http://schemas.microsoft.com/office/drawing/2014/main" id="{F534DCA1-FA77-1943-1DEA-EEC6B84250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1428" y="2820736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6">
              <a:extLst>
                <a:ext uri="{FF2B5EF4-FFF2-40B4-BE49-F238E27FC236}">
                  <a16:creationId xmlns:a16="http://schemas.microsoft.com/office/drawing/2014/main" id="{5E0079A4-756A-66E8-85C4-DD13BC021C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72239" y="2806450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Line 5">
              <a:extLst>
                <a:ext uri="{FF2B5EF4-FFF2-40B4-BE49-F238E27FC236}">
                  <a16:creationId xmlns:a16="http://schemas.microsoft.com/office/drawing/2014/main" id="{918B0A2F-51C3-CD48-3994-D1BDE7C0B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9672" y="3193401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6">
              <a:extLst>
                <a:ext uri="{FF2B5EF4-FFF2-40B4-BE49-F238E27FC236}">
                  <a16:creationId xmlns:a16="http://schemas.microsoft.com/office/drawing/2014/main" id="{7446324C-429D-1926-DF53-4E432D0E4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69969" y="2806444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5">
              <a:extLst>
                <a:ext uri="{FF2B5EF4-FFF2-40B4-BE49-F238E27FC236}">
                  <a16:creationId xmlns:a16="http://schemas.microsoft.com/office/drawing/2014/main" id="{7A2865B4-B183-ECBB-0821-B08D7CB62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6825" y="2820730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6">
              <a:extLst>
                <a:ext uri="{FF2B5EF4-FFF2-40B4-BE49-F238E27FC236}">
                  <a16:creationId xmlns:a16="http://schemas.microsoft.com/office/drawing/2014/main" id="{A6E1DCC7-BF9F-E3E8-DB0E-D42F00939B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67636" y="2806444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5">
              <a:extLst>
                <a:ext uri="{FF2B5EF4-FFF2-40B4-BE49-F238E27FC236}">
                  <a16:creationId xmlns:a16="http://schemas.microsoft.com/office/drawing/2014/main" id="{3CBDEE73-BB82-3F03-422D-01D2839C3F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55069" y="3193395"/>
              <a:ext cx="425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5">
              <a:extLst>
                <a:ext uri="{FF2B5EF4-FFF2-40B4-BE49-F238E27FC236}">
                  <a16:creationId xmlns:a16="http://schemas.microsoft.com/office/drawing/2014/main" id="{3CFD8B38-3A41-E59B-C54D-9F772D902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4084" y="3617672"/>
              <a:ext cx="18031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6">
              <a:extLst>
                <a:ext uri="{FF2B5EF4-FFF2-40B4-BE49-F238E27FC236}">
                  <a16:creationId xmlns:a16="http://schemas.microsoft.com/office/drawing/2014/main" id="{8496EC67-37B5-E906-632F-2225AB035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2979" y="3603386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5">
              <a:extLst>
                <a:ext uri="{FF2B5EF4-FFF2-40B4-BE49-F238E27FC236}">
                  <a16:creationId xmlns:a16="http://schemas.microsoft.com/office/drawing/2014/main" id="{1CAD0AB7-07EF-97F2-9E23-85D0F8983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0412" y="3990337"/>
              <a:ext cx="7942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6">
              <a:extLst>
                <a:ext uri="{FF2B5EF4-FFF2-40B4-BE49-F238E27FC236}">
                  <a16:creationId xmlns:a16="http://schemas.microsoft.com/office/drawing/2014/main" id="{A58910B8-55ED-3221-824B-47673F546E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40932" y="3602194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5">
              <a:extLst>
                <a:ext uri="{FF2B5EF4-FFF2-40B4-BE49-F238E27FC236}">
                  <a16:creationId xmlns:a16="http://schemas.microsoft.com/office/drawing/2014/main" id="{882FEDC9-405C-6B11-0126-647DEEFC6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26701" y="3615435"/>
              <a:ext cx="7876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6">
              <a:extLst>
                <a:ext uri="{FF2B5EF4-FFF2-40B4-BE49-F238E27FC236}">
                  <a16:creationId xmlns:a16="http://schemas.microsoft.com/office/drawing/2014/main" id="{C80A3042-3FEE-D810-C2FB-FF963D720A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00551" y="3601800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5">
              <a:extLst>
                <a:ext uri="{FF2B5EF4-FFF2-40B4-BE49-F238E27FC236}">
                  <a16:creationId xmlns:a16="http://schemas.microsoft.com/office/drawing/2014/main" id="{23F217F2-579A-6723-DCD5-68A401F42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85607" y="3988431"/>
              <a:ext cx="19086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 Box 36">
                  <a:extLst>
                    <a:ext uri="{FF2B5EF4-FFF2-40B4-BE49-F238E27FC236}">
                      <a16:creationId xmlns:a16="http://schemas.microsoft.com/office/drawing/2014/main" id="{C4472669-0EE4-CAF6-F5C2-2867FBEFC1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861647" y="5011537"/>
                  <a:ext cx="511677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Aft>
                      <a:spcPct val="0"/>
                    </a:spcAft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b="0" dirty="0"/>
                </a:p>
              </p:txBody>
            </p:sp>
          </mc:Choice>
          <mc:Fallback xmlns="">
            <p:sp>
              <p:nvSpPr>
                <p:cNvPr id="108" name="Text Box 36">
                  <a:extLst>
                    <a:ext uri="{FF2B5EF4-FFF2-40B4-BE49-F238E27FC236}">
                      <a16:creationId xmlns:a16="http://schemas.microsoft.com/office/drawing/2014/main" id="{C4472669-0EE4-CAF6-F5C2-2867FBEFC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61647" y="5011537"/>
                  <a:ext cx="511677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5D1EACEB-B664-786C-D04A-70F297E46D6F}"/>
                </a:ext>
              </a:extLst>
            </p:cNvPr>
            <p:cNvGrpSpPr/>
            <p:nvPr/>
          </p:nvGrpSpPr>
          <p:grpSpPr>
            <a:xfrm>
              <a:off x="6384084" y="4361090"/>
              <a:ext cx="5210191" cy="401637"/>
              <a:chOff x="6384084" y="4359112"/>
              <a:chExt cx="5210191" cy="401637"/>
            </a:xfrm>
          </p:grpSpPr>
          <p:sp>
            <p:nvSpPr>
              <p:cNvPr id="63" name="Line 40">
                <a:extLst>
                  <a:ext uri="{FF2B5EF4-FFF2-40B4-BE49-F238E27FC236}">
                    <a16:creationId xmlns:a16="http://schemas.microsoft.com/office/drawing/2014/main" id="{3BED2A75-7766-9B0F-567E-FC346A94C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84084" y="4371835"/>
                <a:ext cx="257055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6">
                <a:extLst>
                  <a:ext uri="{FF2B5EF4-FFF2-40B4-BE49-F238E27FC236}">
                    <a16:creationId xmlns:a16="http://schemas.microsoft.com/office/drawing/2014/main" id="{E6BAEFE2-4846-6C5D-D201-E3411C059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40804" y="4359112"/>
                <a:ext cx="0" cy="4016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5">
                <a:extLst>
                  <a:ext uri="{FF2B5EF4-FFF2-40B4-BE49-F238E27FC236}">
                    <a16:creationId xmlns:a16="http://schemas.microsoft.com/office/drawing/2014/main" id="{DE9CC938-26CA-032A-BAB8-091BF9F2FA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26635" y="4747027"/>
                <a:ext cx="7876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6">
                <a:extLst>
                  <a:ext uri="{FF2B5EF4-FFF2-40B4-BE49-F238E27FC236}">
                    <a16:creationId xmlns:a16="http://schemas.microsoft.com/office/drawing/2014/main" id="{4EA5C9FF-6187-459C-AEE0-A2C1505DF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700551" y="4359112"/>
                <a:ext cx="0" cy="4016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5">
                <a:extLst>
                  <a:ext uri="{FF2B5EF4-FFF2-40B4-BE49-F238E27FC236}">
                    <a16:creationId xmlns:a16="http://schemas.microsoft.com/office/drawing/2014/main" id="{B339ABF3-8028-A8AE-1E5D-335A16C208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85607" y="4373026"/>
                <a:ext cx="7876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13" name="Line 6">
                <a:extLst>
                  <a:ext uri="{FF2B5EF4-FFF2-40B4-BE49-F238E27FC236}">
                    <a16:creationId xmlns:a16="http://schemas.microsoft.com/office/drawing/2014/main" id="{B92BA4FB-6163-2291-36A3-B4F534A62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458262" y="4359112"/>
                <a:ext cx="0" cy="4016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5">
                <a:extLst>
                  <a:ext uri="{FF2B5EF4-FFF2-40B4-BE49-F238E27FC236}">
                    <a16:creationId xmlns:a16="http://schemas.microsoft.com/office/drawing/2014/main" id="{43AE37A0-BB56-A45A-5B73-7E24ED209D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4394" y="4747034"/>
                <a:ext cx="11498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5" name="Line 5">
              <a:extLst>
                <a:ext uri="{FF2B5EF4-FFF2-40B4-BE49-F238E27FC236}">
                  <a16:creationId xmlns:a16="http://schemas.microsoft.com/office/drawing/2014/main" id="{8E990E03-7F26-D015-5D53-D8B58CA11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4084" y="5460668"/>
              <a:ext cx="8230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6">
              <a:extLst>
                <a:ext uri="{FF2B5EF4-FFF2-40B4-BE49-F238E27FC236}">
                  <a16:creationId xmlns:a16="http://schemas.microsoft.com/office/drawing/2014/main" id="{55870A1A-9492-CA8E-8362-04D243D369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3391" y="5072525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5">
              <a:extLst>
                <a:ext uri="{FF2B5EF4-FFF2-40B4-BE49-F238E27FC236}">
                  <a16:creationId xmlns:a16="http://schemas.microsoft.com/office/drawing/2014/main" id="{0628D992-06F8-31A8-0F8A-27CAB373B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9160" y="5085766"/>
              <a:ext cx="8224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5">
              <a:extLst>
                <a:ext uri="{FF2B5EF4-FFF2-40B4-BE49-F238E27FC236}">
                  <a16:creationId xmlns:a16="http://schemas.microsoft.com/office/drawing/2014/main" id="{D3407976-6352-02B9-7E80-5387F671C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2339" y="5460668"/>
              <a:ext cx="16194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6">
              <a:extLst>
                <a:ext uri="{FF2B5EF4-FFF2-40B4-BE49-F238E27FC236}">
                  <a16:creationId xmlns:a16="http://schemas.microsoft.com/office/drawing/2014/main" id="{3B8BC581-6550-9CCC-7BE7-94AC2AF4EA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87285" y="5072128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6">
              <a:extLst>
                <a:ext uri="{FF2B5EF4-FFF2-40B4-BE49-F238E27FC236}">
                  <a16:creationId xmlns:a16="http://schemas.microsoft.com/office/drawing/2014/main" id="{BB5FA807-04F6-64BB-9546-0D8DCD2DC2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79899" y="5072665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5">
              <a:extLst>
                <a:ext uri="{FF2B5EF4-FFF2-40B4-BE49-F238E27FC236}">
                  <a16:creationId xmlns:a16="http://schemas.microsoft.com/office/drawing/2014/main" id="{D9E16615-613F-8CAF-05A8-BECC1FC82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5404" y="5086957"/>
              <a:ext cx="8211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6">
              <a:extLst>
                <a:ext uri="{FF2B5EF4-FFF2-40B4-BE49-F238E27FC236}">
                  <a16:creationId xmlns:a16="http://schemas.microsoft.com/office/drawing/2014/main" id="{9077819F-1F91-C872-E291-B0D85DD838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72239" y="5073322"/>
              <a:ext cx="0" cy="4016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5">
              <a:extLst>
                <a:ext uri="{FF2B5EF4-FFF2-40B4-BE49-F238E27FC236}">
                  <a16:creationId xmlns:a16="http://schemas.microsoft.com/office/drawing/2014/main" id="{AF605355-D770-39F1-EC90-670712B3E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72192" y="5460668"/>
              <a:ext cx="12220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7" name="文本框 136">
            <a:extLst>
              <a:ext uri="{FF2B5EF4-FFF2-40B4-BE49-F238E27FC236}">
                <a16:creationId xmlns:a16="http://schemas.microsoft.com/office/drawing/2014/main" id="{F4429A8E-AA6E-3FA8-1B6C-D48B44E37AB5}"/>
              </a:ext>
            </a:extLst>
          </p:cNvPr>
          <p:cNvSpPr txBox="1"/>
          <p:nvPr/>
        </p:nvSpPr>
        <p:spPr>
          <a:xfrm>
            <a:off x="6471046" y="1216635"/>
            <a:ext cx="156969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下降沿有效</a:t>
            </a:r>
          </a:p>
        </p:txBody>
      </p:sp>
      <p:sp>
        <p:nvSpPr>
          <p:cNvPr id="26" name="标题 1">
            <a:extLst>
              <a:ext uri="{FF2B5EF4-FFF2-40B4-BE49-F238E27FC236}">
                <a16:creationId xmlns:a16="http://schemas.microsoft.com/office/drawing/2014/main" id="{9755BEEC-C659-D19E-6D7E-A762C8E8C26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JK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表格 29">
                <a:extLst>
                  <a:ext uri="{FF2B5EF4-FFF2-40B4-BE49-F238E27FC236}">
                    <a16:creationId xmlns:a16="http://schemas.microsoft.com/office/drawing/2014/main" id="{E666AAD4-4FC8-40E1-C3EC-8409CDBBF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2463150"/>
                  </p:ext>
                </p:extLst>
              </p:nvPr>
            </p:nvGraphicFramePr>
            <p:xfrm>
              <a:off x="972000" y="2981771"/>
              <a:ext cx="4374277" cy="3505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18781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932950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022546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</a:tblGrid>
                  <a:tr h="3323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baseline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367222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翻转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表格 29">
                <a:extLst>
                  <a:ext uri="{FF2B5EF4-FFF2-40B4-BE49-F238E27FC236}">
                    <a16:creationId xmlns:a16="http://schemas.microsoft.com/office/drawing/2014/main" id="{E666AAD4-4FC8-40E1-C3EC-8409CDBBF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2463150"/>
                  </p:ext>
                </p:extLst>
              </p:nvPr>
            </p:nvGraphicFramePr>
            <p:xfrm>
              <a:off x="972000" y="2981771"/>
              <a:ext cx="4374277" cy="3505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18781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932950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022546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251" t="-10667" r="-81156" b="-6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14"/>
                          <a:stretch>
                            <a:fillRect l="-260784" t="-10667" r="-111111" b="-6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翻转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772D8D73-B101-8CA3-649E-FEBB445A30FC}"/>
              </a:ext>
            </a:extLst>
          </p:cNvPr>
          <p:cNvSpPr txBox="1"/>
          <p:nvPr/>
        </p:nvSpPr>
        <p:spPr>
          <a:xfrm>
            <a:off x="972000" y="2484000"/>
            <a:ext cx="4374277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特性表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30DE050-9E5A-CC61-3936-32B1AEDFDA68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5976085" cy="1612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JK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JK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，保持；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JK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，翻转</a:t>
                </a:r>
                <a:endParaRPr lang="en-US" altLang="zh-CN" sz="2400" b="0" i="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JK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kumimoji="1" lang="zh-CN" altLang="en-US" sz="1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m:rPr>
                        <m:sty m:val="p"/>
                      </m:rPr>
                      <a:rPr lang="en-US" altLang="zh-CN" sz="240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，置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30DE050-9E5A-CC61-3936-32B1AEDFD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5976085" cy="1612108"/>
              </a:xfrm>
              <a:prstGeom prst="rect">
                <a:avLst/>
              </a:prstGeom>
              <a:blipFill>
                <a:blip r:embed="rId15"/>
                <a:stretch>
                  <a:fillRect l="-2041" t="-151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组合 45">
            <a:extLst>
              <a:ext uri="{FF2B5EF4-FFF2-40B4-BE49-F238E27FC236}">
                <a16:creationId xmlns:a16="http://schemas.microsoft.com/office/drawing/2014/main" id="{383A3A83-C648-CFFE-1656-AB94DD290F13}"/>
              </a:ext>
            </a:extLst>
          </p:cNvPr>
          <p:cNvGrpSpPr/>
          <p:nvPr/>
        </p:nvGrpSpPr>
        <p:grpSpPr>
          <a:xfrm>
            <a:off x="8148074" y="852588"/>
            <a:ext cx="1894717" cy="1184714"/>
            <a:chOff x="9884220" y="4896095"/>
            <a:chExt cx="1894717" cy="1184714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2201EEA8-112A-415C-DF35-E7231D7E184E}"/>
                </a:ext>
              </a:extLst>
            </p:cNvPr>
            <p:cNvSpPr/>
            <p:nvPr/>
          </p:nvSpPr>
          <p:spPr>
            <a:xfrm>
              <a:off x="10145548" y="4906123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9DAB0A8A-B2C1-38A2-6931-F0BAA046E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220" y="5166716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43D04D10-A16C-F9A7-3A22-050C51618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220" y="5817088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0E78BA02-029F-CA61-6649-A035A59757C3}"/>
                    </a:ext>
                  </a:extLst>
                </p:cNvPr>
                <p:cNvSpPr txBox="1"/>
                <p:nvPr/>
              </p:nvSpPr>
              <p:spPr>
                <a:xfrm>
                  <a:off x="10131703" y="4896095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0E78BA02-029F-CA61-6649-A035A59757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1703" y="4896095"/>
                  <a:ext cx="448351" cy="430887"/>
                </a:xfrm>
                <a:prstGeom prst="rect">
                  <a:avLst/>
                </a:prstGeom>
                <a:blipFill>
                  <a:blip r:embed="rId16"/>
                  <a:stretch>
                    <a:fillRect l="-1351" r="-1351" b="-1267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9BCA1F76-EB82-318E-473A-FAE107A0D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83347" y="5166716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95347097-B924-4952-9603-569A9E0B1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83347" y="5817087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E71A6D6-AE49-02B3-816D-266F7BBD2215}"/>
                    </a:ext>
                  </a:extLst>
                </p:cNvPr>
                <p:cNvSpPr txBox="1"/>
                <p:nvPr/>
              </p:nvSpPr>
              <p:spPr>
                <a:xfrm>
                  <a:off x="11320862" y="493684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E71A6D6-AE49-02B3-816D-266F7BBD22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0862" y="4936846"/>
                  <a:ext cx="458075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10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D40C94E-E7EA-80AB-3AC8-7D3919B2ECAC}"/>
                    </a:ext>
                  </a:extLst>
                </p:cNvPr>
                <p:cNvSpPr txBox="1"/>
                <p:nvPr/>
              </p:nvSpPr>
              <p:spPr>
                <a:xfrm>
                  <a:off x="11315026" y="5591844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BD40C94E-E7EA-80AB-3AC8-7D3919B2EC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5026" y="5591844"/>
                  <a:ext cx="458075" cy="462434"/>
                </a:xfrm>
                <a:prstGeom prst="rect">
                  <a:avLst/>
                </a:prstGeom>
                <a:blipFill>
                  <a:blip r:embed="rId18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5C676C0B-3435-7D0F-E302-E3FEC8C0BC6F}"/>
                </a:ext>
              </a:extLst>
            </p:cNvPr>
            <p:cNvSpPr/>
            <p:nvPr/>
          </p:nvSpPr>
          <p:spPr>
            <a:xfrm rot="5400000">
              <a:off x="10123105" y="5439928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B785D353-CAC8-312A-BD89-1A84012E261E}"/>
                </a:ext>
              </a:extLst>
            </p:cNvPr>
            <p:cNvSpPr/>
            <p:nvPr/>
          </p:nvSpPr>
          <p:spPr>
            <a:xfrm flipV="1">
              <a:off x="11087896" y="5762932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9D21A11-F165-06AD-7E7C-BC2579A33EC4}"/>
                    </a:ext>
                  </a:extLst>
                </p:cNvPr>
                <p:cNvSpPr txBox="1"/>
                <p:nvPr/>
              </p:nvSpPr>
              <p:spPr>
                <a:xfrm>
                  <a:off x="10259594" y="5275138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C9D21A11-F165-06AD-7E7C-BC2579A33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9594" y="5275138"/>
                  <a:ext cx="448351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148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5C3531B8-9783-3889-07B2-E85A63572539}"/>
                    </a:ext>
                  </a:extLst>
                </p:cNvPr>
                <p:cNvSpPr txBox="1"/>
                <p:nvPr/>
              </p:nvSpPr>
              <p:spPr>
                <a:xfrm>
                  <a:off x="10131703" y="5649922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5C3531B8-9783-3889-07B2-E85A63572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1703" y="5649922"/>
                  <a:ext cx="448351" cy="430887"/>
                </a:xfrm>
                <a:prstGeom prst="rect">
                  <a:avLst/>
                </a:prstGeom>
                <a:blipFill>
                  <a:blip r:embed="rId20"/>
                  <a:stretch>
                    <a:fillRect l="-1351" r="-148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B57AFE3D-4771-61A8-BB64-74FA87313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220" y="5487885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716910D6-F815-A315-D46E-B13EA1E341C7}"/>
                </a:ext>
              </a:extLst>
            </p:cNvPr>
            <p:cNvSpPr/>
            <p:nvPr/>
          </p:nvSpPr>
          <p:spPr>
            <a:xfrm flipV="1">
              <a:off x="10034727" y="5436272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7521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264A-A24D-828F-598F-DDD40F027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66E2E0A-87F5-AB4A-87E8-DA09B4616579}"/>
              </a:ext>
            </a:extLst>
          </p:cNvPr>
          <p:cNvSpPr txBox="1"/>
          <p:nvPr/>
        </p:nvSpPr>
        <p:spPr>
          <a:xfrm>
            <a:off x="360000" y="828000"/>
            <a:ext cx="534570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触发器构成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80E9C52-4B62-CBBF-282B-25A6C3D68DD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690B7C9-4737-125E-8B24-6FF96821B05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73C5B514-EF63-05DC-8877-3BE16811F74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19BDAD8C-F6F8-860A-0624-7670F52E750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灯片编号占位符 3">
              <a:extLst>
                <a:ext uri="{FF2B5EF4-FFF2-40B4-BE49-F238E27FC236}">
                  <a16:creationId xmlns:a16="http://schemas.microsoft.com/office/drawing/2014/main" id="{9B9578A9-D912-E5B3-7B60-04D9AA6D0E4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4BA523E-D11A-0A32-05B2-1D71A89F25F0}"/>
                  </a:ext>
                </a:extLst>
              </p:cNvPr>
              <p:cNvSpPr txBox="1"/>
              <p:nvPr/>
            </p:nvSpPr>
            <p:spPr>
              <a:xfrm>
                <a:off x="360000" y="4500000"/>
                <a:ext cx="5132010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JK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4BA523E-D11A-0A32-05B2-1D71A89F2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00000"/>
                <a:ext cx="5132010" cy="565348"/>
              </a:xfrm>
              <a:prstGeom prst="rect">
                <a:avLst/>
              </a:prstGeom>
              <a:blipFill>
                <a:blip r:embed="rId3"/>
                <a:stretch>
                  <a:fillRect l="-2375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596D6A3-9A80-D57F-D958-EA6C00CFE309}"/>
                  </a:ext>
                </a:extLst>
              </p:cNvPr>
              <p:cNvSpPr txBox="1"/>
              <p:nvPr/>
            </p:nvSpPr>
            <p:spPr>
              <a:xfrm>
                <a:off x="360000" y="3780000"/>
                <a:ext cx="5345708" cy="572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596D6A3-9A80-D57F-D958-EA6C00CFE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780000"/>
                <a:ext cx="5345708" cy="572977"/>
              </a:xfrm>
              <a:prstGeom prst="rect">
                <a:avLst/>
              </a:prstGeom>
              <a:blipFill>
                <a:blip r:embed="rId4"/>
                <a:stretch>
                  <a:fillRect l="-2281" t="-3191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E96BD3A-21FA-014A-2805-5ABDD94D2744}"/>
                  </a:ext>
                </a:extLst>
              </p:cNvPr>
              <p:cNvSpPr txBox="1"/>
              <p:nvPr/>
            </p:nvSpPr>
            <p:spPr>
              <a:xfrm>
                <a:off x="360000" y="5220000"/>
                <a:ext cx="6123927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转换</a:t>
                </a:r>
                <a:r>
                  <a:rPr lang="zh-CN" altLang="en-US" sz="2800" b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电路：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E96BD3A-21FA-014A-2805-5ABDD94D2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20000"/>
                <a:ext cx="6123927" cy="565348"/>
              </a:xfrm>
              <a:prstGeom prst="rect">
                <a:avLst/>
              </a:prstGeom>
              <a:blipFill>
                <a:blip r:embed="rId5"/>
                <a:stretch>
                  <a:fillRect l="-299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箭头: 右 65">
            <a:extLst>
              <a:ext uri="{FF2B5EF4-FFF2-40B4-BE49-F238E27FC236}">
                <a16:creationId xmlns:a16="http://schemas.microsoft.com/office/drawing/2014/main" id="{28CCF287-2E0A-FED2-416B-30836D30C874}"/>
              </a:ext>
            </a:extLst>
          </p:cNvPr>
          <p:cNvSpPr/>
          <p:nvPr/>
        </p:nvSpPr>
        <p:spPr>
          <a:xfrm>
            <a:off x="5866962" y="2259682"/>
            <a:ext cx="458075" cy="390545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C33E79B6-DFA3-4EF9-1BF4-50551D7B49E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JK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D5F6970-8CF3-7254-CE85-77796F0B0256}"/>
              </a:ext>
            </a:extLst>
          </p:cNvPr>
          <p:cNvGrpSpPr/>
          <p:nvPr/>
        </p:nvGrpSpPr>
        <p:grpSpPr>
          <a:xfrm>
            <a:off x="7380436" y="1789200"/>
            <a:ext cx="2303076" cy="1184714"/>
            <a:chOff x="6788655" y="4896010"/>
            <a:chExt cx="2303076" cy="1184714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8769DF2-784B-229F-F06E-A7B509CF3A67}"/>
                </a:ext>
              </a:extLst>
            </p:cNvPr>
            <p:cNvSpPr/>
            <p:nvPr/>
          </p:nvSpPr>
          <p:spPr>
            <a:xfrm>
              <a:off x="7458342" y="4906038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Line 27">
              <a:extLst>
                <a:ext uri="{FF2B5EF4-FFF2-40B4-BE49-F238E27FC236}">
                  <a16:creationId xmlns:a16="http://schemas.microsoft.com/office/drawing/2014/main" id="{62C46233-AE6E-3604-74AD-C0ABB636B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A51FEEF2-2D7A-BC13-39EE-B971D0F04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817003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0DB8241F-2592-1107-01E4-BE3A7E7D2EEB}"/>
                    </a:ext>
                  </a:extLst>
                </p:cNvPr>
                <p:cNvSpPr txBox="1"/>
                <p:nvPr/>
              </p:nvSpPr>
              <p:spPr>
                <a:xfrm>
                  <a:off x="7443005" y="4896010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0DB8241F-2592-1107-01E4-BE3A7E7D2E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3005" y="4896010"/>
                  <a:ext cx="448351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351" r="-1351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549B00DD-B256-1323-F71A-D1BA5F498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E23A8B1A-A830-8B17-B7CD-FF595192F8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817002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988A0818-5028-A79F-BB07-70AAC00EB124}"/>
                    </a:ext>
                  </a:extLst>
                </p:cNvPr>
                <p:cNvSpPr txBox="1"/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E84F2D8-66FE-9E97-E39E-FAB62979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C703436-1883-11AE-971D-9C5FB0524CD8}"/>
                    </a:ext>
                  </a:extLst>
                </p:cNvPr>
                <p:cNvSpPr txBox="1"/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90242F3-0630-22DF-ED83-03EED6B89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DDA9334D-D019-F2A6-05E9-D3B8D2FE92DC}"/>
                </a:ext>
              </a:extLst>
            </p:cNvPr>
            <p:cNvSpPr/>
            <p:nvPr/>
          </p:nvSpPr>
          <p:spPr>
            <a:xfrm rot="5400000">
              <a:off x="7435899" y="5439843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D742880-DBEC-EF27-3D5B-1256F74AE21A}"/>
                </a:ext>
              </a:extLst>
            </p:cNvPr>
            <p:cNvSpPr/>
            <p:nvPr/>
          </p:nvSpPr>
          <p:spPr>
            <a:xfrm flipV="1">
              <a:off x="8400690" y="576284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B594C551-4509-34E1-F645-F5BC2A6BFA19}"/>
                    </a:ext>
                  </a:extLst>
                </p:cNvPr>
                <p:cNvSpPr txBox="1"/>
                <p:nvPr/>
              </p:nvSpPr>
              <p:spPr>
                <a:xfrm>
                  <a:off x="7572388" y="5275053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4C5E7DD-1A2E-C7E7-66AE-375651CA42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2388" y="5275053"/>
                  <a:ext cx="448351" cy="430887"/>
                </a:xfrm>
                <a:prstGeom prst="rect">
                  <a:avLst/>
                </a:prstGeom>
                <a:blipFill>
                  <a:blip r:embed="rId35"/>
                  <a:stretch>
                    <a:fillRect l="-148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1CE96A0D-4535-5ECD-D4BE-CBB6D87911B7}"/>
                    </a:ext>
                  </a:extLst>
                </p:cNvPr>
                <p:cNvSpPr txBox="1"/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83654705-99AD-FCC7-BE54-6275DFBB2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blipFill>
                  <a:blip r:embed="rId36"/>
                  <a:stretch>
                    <a:fillRect b="-144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6FB64B08-95FD-FB74-B0F0-1C6287179492}"/>
                    </a:ext>
                  </a:extLst>
                </p:cNvPr>
                <p:cNvSpPr txBox="1"/>
                <p:nvPr/>
              </p:nvSpPr>
              <p:spPr>
                <a:xfrm>
                  <a:off x="6794142" y="526098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BDEF7F0F-8003-08C6-467B-FA319FA62F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4142" y="5260985"/>
                  <a:ext cx="458075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965998B6-07CA-FB85-9095-66E4F4D15696}"/>
                    </a:ext>
                  </a:extLst>
                </p:cNvPr>
                <p:cNvSpPr txBox="1"/>
                <p:nvPr/>
              </p:nvSpPr>
              <p:spPr>
                <a:xfrm>
                  <a:off x="7443005" y="5649837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965998B6-07CA-FB85-9095-66E4F4D15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3005" y="5649837"/>
                  <a:ext cx="448351" cy="430887"/>
                </a:xfrm>
                <a:prstGeom prst="rect">
                  <a:avLst/>
                </a:prstGeom>
                <a:blipFill>
                  <a:blip r:embed="rId38"/>
                  <a:stretch>
                    <a:fillRect l="-1351" r="-1486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Line 27">
              <a:extLst>
                <a:ext uri="{FF2B5EF4-FFF2-40B4-BE49-F238E27FC236}">
                  <a16:creationId xmlns:a16="http://schemas.microsoft.com/office/drawing/2014/main" id="{878466F0-D49D-C3FF-FAC0-149EC90EE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487800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D76C223D-8A98-58DF-F4DC-0BB254500AF7}"/>
                    </a:ext>
                  </a:extLst>
                </p:cNvPr>
                <p:cNvSpPr txBox="1"/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8B19FB96-E97C-D969-05A5-17AD9BC086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87BA14A6-CB32-9BD2-F9C0-A81EAB095AC0}"/>
              </a:ext>
            </a:extLst>
          </p:cNvPr>
          <p:cNvGrpSpPr/>
          <p:nvPr/>
        </p:nvGrpSpPr>
        <p:grpSpPr>
          <a:xfrm>
            <a:off x="936000" y="1800000"/>
            <a:ext cx="3941145" cy="1163907"/>
            <a:chOff x="936000" y="1800000"/>
            <a:chExt cx="3941145" cy="1163907"/>
          </a:xfrm>
        </p:grpSpPr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B0C23E6B-9AC0-1085-3960-FBDD39A76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351" y="2060593"/>
              <a:ext cx="771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F3ACFCD8-31DB-1FBF-C080-86043C2E8E7B}"/>
                </a:ext>
              </a:extLst>
            </p:cNvPr>
            <p:cNvSpPr/>
            <p:nvPr/>
          </p:nvSpPr>
          <p:spPr>
            <a:xfrm>
              <a:off x="1533552" y="1800000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转换电路</a:t>
              </a:r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C1EFE1D1-735C-3141-0ED4-3654EE6A1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7027" y="2060417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C2F5CC19-5D1F-D28C-3E9D-94039DD2F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7026" y="271078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EEA8D1D-AE9B-5526-28A9-0E00C5DD3851}"/>
                    </a:ext>
                  </a:extLst>
                </p:cNvPr>
                <p:cNvSpPr txBox="1"/>
                <p:nvPr/>
              </p:nvSpPr>
              <p:spPr>
                <a:xfrm>
                  <a:off x="936001" y="1828098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EEA8D1D-AE9B-5526-28A9-0E00C5DD3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1" y="1828098"/>
                  <a:ext cx="448351" cy="461665"/>
                </a:xfrm>
                <a:prstGeom prst="rect">
                  <a:avLst/>
                </a:prstGeom>
                <a:blipFill>
                  <a:blip r:embed="rId40"/>
                  <a:stretch>
                    <a:fillRect l="-1370" b="-144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83E8186-BBB1-34EB-B453-0791A05836BE}"/>
                    </a:ext>
                  </a:extLst>
                </p:cNvPr>
                <p:cNvSpPr txBox="1"/>
                <p:nvPr/>
              </p:nvSpPr>
              <p:spPr>
                <a:xfrm>
                  <a:off x="936000" y="247719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983E8186-BBB1-34EB-B453-0791A0583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" y="2477193"/>
                  <a:ext cx="448351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54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B9C58126-10D6-1D07-F45A-C310A6B25828}"/>
                </a:ext>
              </a:extLst>
            </p:cNvPr>
            <p:cNvSpPr/>
            <p:nvPr/>
          </p:nvSpPr>
          <p:spPr>
            <a:xfrm>
              <a:off x="3243756" y="1800000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Line 27">
              <a:extLst>
                <a:ext uri="{FF2B5EF4-FFF2-40B4-BE49-F238E27FC236}">
                  <a16:creationId xmlns:a16="http://schemas.microsoft.com/office/drawing/2014/main" id="{1BE87FF2-741B-76DF-C92F-F21103B8D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428" y="20612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0" name="Line 27">
              <a:extLst>
                <a:ext uri="{FF2B5EF4-FFF2-40B4-BE49-F238E27FC236}">
                  <a16:creationId xmlns:a16="http://schemas.microsoft.com/office/drawing/2014/main" id="{6A8DAB1B-4D6C-C5AB-056D-FCD906930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428" y="271162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75AB2382-BF5C-9383-98A9-560038B2E79B}"/>
                    </a:ext>
                  </a:extLst>
                </p:cNvPr>
                <p:cNvSpPr txBox="1"/>
                <p:nvPr/>
              </p:nvSpPr>
              <p:spPr>
                <a:xfrm>
                  <a:off x="3240670" y="1843380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75AB2382-BF5C-9383-98A9-560038B2E7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670" y="1843380"/>
                  <a:ext cx="448351" cy="430887"/>
                </a:xfrm>
                <a:prstGeom prst="rect">
                  <a:avLst/>
                </a:prstGeom>
                <a:blipFill>
                  <a:blip r:embed="rId42"/>
                  <a:stretch>
                    <a:fillRect l="-1370" r="-178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Line 27">
              <a:extLst>
                <a:ext uri="{FF2B5EF4-FFF2-40B4-BE49-F238E27FC236}">
                  <a16:creationId xmlns:a16="http://schemas.microsoft.com/office/drawing/2014/main" id="{44B6BE12-6C21-D042-A0C4-A41918F3E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1555" y="20612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3" name="Line 27">
              <a:extLst>
                <a:ext uri="{FF2B5EF4-FFF2-40B4-BE49-F238E27FC236}">
                  <a16:creationId xmlns:a16="http://schemas.microsoft.com/office/drawing/2014/main" id="{63C6408B-33A3-EA37-47E3-A8DCCE5AB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1555" y="2711620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D89824A7-F324-99A3-0625-26DDBA2609FD}"/>
                    </a:ext>
                  </a:extLst>
                </p:cNvPr>
                <p:cNvSpPr txBox="1"/>
                <p:nvPr/>
              </p:nvSpPr>
              <p:spPr>
                <a:xfrm>
                  <a:off x="4419070" y="183137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D89824A7-F324-99A3-0625-26DDBA2609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070" y="1831379"/>
                  <a:ext cx="458075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C1CF2E56-0718-348D-5449-99030149B9CC}"/>
                    </a:ext>
                  </a:extLst>
                </p:cNvPr>
                <p:cNvSpPr txBox="1"/>
                <p:nvPr/>
              </p:nvSpPr>
              <p:spPr>
                <a:xfrm>
                  <a:off x="4413234" y="2486377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C1CF2E56-0718-348D-5449-99030149B9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3234" y="2486377"/>
                  <a:ext cx="458075" cy="462434"/>
                </a:xfrm>
                <a:prstGeom prst="rect">
                  <a:avLst/>
                </a:prstGeom>
                <a:blipFill>
                  <a:blip r:embed="rId44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" name="等腰三角形 105">
              <a:extLst>
                <a:ext uri="{FF2B5EF4-FFF2-40B4-BE49-F238E27FC236}">
                  <a16:creationId xmlns:a16="http://schemas.microsoft.com/office/drawing/2014/main" id="{B4C1D6AC-6383-A2EB-474E-E76F9ADF519F}"/>
                </a:ext>
              </a:extLst>
            </p:cNvPr>
            <p:cNvSpPr/>
            <p:nvPr/>
          </p:nvSpPr>
          <p:spPr>
            <a:xfrm rot="5400000">
              <a:off x="3221313" y="266197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22180D7D-4CFD-9A43-9550-BDAD5B4D990A}"/>
                </a:ext>
              </a:extLst>
            </p:cNvPr>
            <p:cNvSpPr/>
            <p:nvPr/>
          </p:nvSpPr>
          <p:spPr>
            <a:xfrm flipV="1">
              <a:off x="4186104" y="265746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A210AABE-0E78-68B6-2BE7-77972118D4A8}"/>
                    </a:ext>
                  </a:extLst>
                </p:cNvPr>
                <p:cNvSpPr txBox="1"/>
                <p:nvPr/>
              </p:nvSpPr>
              <p:spPr>
                <a:xfrm>
                  <a:off x="3284214" y="2491703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A210AABE-0E78-68B6-2BE7-77972118D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214" y="2491703"/>
                  <a:ext cx="448351" cy="430887"/>
                </a:xfrm>
                <a:prstGeom prst="rect">
                  <a:avLst/>
                </a:prstGeom>
                <a:blipFill>
                  <a:blip r:embed="rId45"/>
                  <a:stretch>
                    <a:fillRect l="-1370" r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463BB8C6-B613-7001-A9D8-BB84F56F176F}"/>
              </a:ext>
            </a:extLst>
          </p:cNvPr>
          <p:cNvGrpSpPr/>
          <p:nvPr/>
        </p:nvGrpSpPr>
        <p:grpSpPr>
          <a:xfrm>
            <a:off x="5904419" y="3905202"/>
            <a:ext cx="5567200" cy="1808764"/>
            <a:chOff x="5904419" y="3905202"/>
            <a:chExt cx="5567200" cy="1808764"/>
          </a:xfrm>
        </p:grpSpPr>
        <p:sp>
          <p:nvSpPr>
            <p:cNvPr id="151" name="流程图: 延期 150">
              <a:extLst>
                <a:ext uri="{FF2B5EF4-FFF2-40B4-BE49-F238E27FC236}">
                  <a16:creationId xmlns:a16="http://schemas.microsoft.com/office/drawing/2014/main" id="{C1936531-A95C-A2B1-46C6-A2277DDC2A4D}"/>
                </a:ext>
              </a:extLst>
            </p:cNvPr>
            <p:cNvSpPr/>
            <p:nvPr/>
          </p:nvSpPr>
          <p:spPr>
            <a:xfrm>
              <a:off x="7580280" y="4044901"/>
              <a:ext cx="547479" cy="545194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53" name="Line 27">
              <a:extLst>
                <a:ext uri="{FF2B5EF4-FFF2-40B4-BE49-F238E27FC236}">
                  <a16:creationId xmlns:a16="http://schemas.microsoft.com/office/drawing/2014/main" id="{7D66ECAB-7499-5D32-8649-644388B17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7798" y="4176524"/>
              <a:ext cx="262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54" name="Line 27">
              <a:extLst>
                <a:ext uri="{FF2B5EF4-FFF2-40B4-BE49-F238E27FC236}">
                  <a16:creationId xmlns:a16="http://schemas.microsoft.com/office/drawing/2014/main" id="{56776D97-E03E-48FF-F944-5E8A69A64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7704" y="4458472"/>
              <a:ext cx="1372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62" name="Line 27">
              <a:extLst>
                <a:ext uri="{FF2B5EF4-FFF2-40B4-BE49-F238E27FC236}">
                  <a16:creationId xmlns:a16="http://schemas.microsoft.com/office/drawing/2014/main" id="{6932A3F6-844A-4AC4-4356-8662492E2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7759" y="4321628"/>
              <a:ext cx="1711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72" name="Arc 158">
              <a:extLst>
                <a:ext uri="{FF2B5EF4-FFF2-40B4-BE49-F238E27FC236}">
                  <a16:creationId xmlns:a16="http://schemas.microsoft.com/office/drawing/2014/main" id="{0B9F35BE-EDFD-6934-F520-9C78A73F0DB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746061" y="4249998"/>
              <a:ext cx="592996" cy="9245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3" name="Line 160">
              <a:extLst>
                <a:ext uri="{FF2B5EF4-FFF2-40B4-BE49-F238E27FC236}">
                  <a16:creationId xmlns:a16="http://schemas.microsoft.com/office/drawing/2014/main" id="{E903379B-3830-AF07-1F85-4205BE2561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69543" y="4412598"/>
              <a:ext cx="2848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4" name="Line 160">
              <a:extLst>
                <a:ext uri="{FF2B5EF4-FFF2-40B4-BE49-F238E27FC236}">
                  <a16:creationId xmlns:a16="http://schemas.microsoft.com/office/drawing/2014/main" id="{1DDABC9D-FFFD-C279-2E4A-CA02DD069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69543" y="5008779"/>
              <a:ext cx="2848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5" name="Arc 156">
              <a:extLst>
                <a:ext uri="{FF2B5EF4-FFF2-40B4-BE49-F238E27FC236}">
                  <a16:creationId xmlns:a16="http://schemas.microsoft.com/office/drawing/2014/main" id="{A55EFFAB-74B0-6152-51D9-378ED4FDE7D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633833" y="4435924"/>
              <a:ext cx="430028" cy="57285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8" name="Arc 156">
              <a:extLst>
                <a:ext uri="{FF2B5EF4-FFF2-40B4-BE49-F238E27FC236}">
                  <a16:creationId xmlns:a16="http://schemas.microsoft.com/office/drawing/2014/main" id="{798E8B59-A680-CD26-2299-3F366D47B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1976" y="4412581"/>
              <a:ext cx="430028" cy="57285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1" name="流程图: 延期 180">
              <a:extLst>
                <a:ext uri="{FF2B5EF4-FFF2-40B4-BE49-F238E27FC236}">
                  <a16:creationId xmlns:a16="http://schemas.microsoft.com/office/drawing/2014/main" id="{7149A2F8-E176-D974-58B2-013FA07E5D2E}"/>
                </a:ext>
              </a:extLst>
            </p:cNvPr>
            <p:cNvSpPr/>
            <p:nvPr/>
          </p:nvSpPr>
          <p:spPr>
            <a:xfrm>
              <a:off x="7580279" y="4828838"/>
              <a:ext cx="547479" cy="545194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82" name="Line 27">
              <a:extLst>
                <a:ext uri="{FF2B5EF4-FFF2-40B4-BE49-F238E27FC236}">
                  <a16:creationId xmlns:a16="http://schemas.microsoft.com/office/drawing/2014/main" id="{FF009EA5-EFD3-330C-02FE-86BA8577E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0593" y="4960461"/>
              <a:ext cx="3996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3" name="Line 27">
              <a:extLst>
                <a:ext uri="{FF2B5EF4-FFF2-40B4-BE49-F238E27FC236}">
                  <a16:creationId xmlns:a16="http://schemas.microsoft.com/office/drawing/2014/main" id="{9B20ADDB-EA9F-DE78-35CA-6146500BF5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7797" y="5242409"/>
              <a:ext cx="26248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4" name="Line 27">
              <a:extLst>
                <a:ext uri="{FF2B5EF4-FFF2-40B4-BE49-F238E27FC236}">
                  <a16:creationId xmlns:a16="http://schemas.microsoft.com/office/drawing/2014/main" id="{C850607A-6185-6283-C015-B1C9A33C4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7758" y="5105565"/>
              <a:ext cx="1711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DBF75D0C-57D8-FB73-AFBC-7E3F6C00D793}"/>
                    </a:ext>
                  </a:extLst>
                </p:cNvPr>
                <p:cNvSpPr txBox="1"/>
                <p:nvPr/>
              </p:nvSpPr>
              <p:spPr>
                <a:xfrm>
                  <a:off x="5909863" y="4225476"/>
                  <a:ext cx="422020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DBF75D0C-57D8-FB73-AFBC-7E3F6C00D7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9863" y="4225476"/>
                  <a:ext cx="422020" cy="462434"/>
                </a:xfrm>
                <a:prstGeom prst="rect">
                  <a:avLst/>
                </a:prstGeom>
                <a:blipFill>
                  <a:blip r:embed="rId46"/>
                  <a:stretch>
                    <a:fillRect l="-2857" b="-144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8" name="等腰三角形 187">
              <a:extLst>
                <a:ext uri="{FF2B5EF4-FFF2-40B4-BE49-F238E27FC236}">
                  <a16:creationId xmlns:a16="http://schemas.microsoft.com/office/drawing/2014/main" id="{6434EE7C-3174-A37E-F4CC-3E4DA6056FDF}"/>
                </a:ext>
              </a:extLst>
            </p:cNvPr>
            <p:cNvSpPr/>
            <p:nvPr/>
          </p:nvSpPr>
          <p:spPr>
            <a:xfrm rot="5400000">
              <a:off x="6570743" y="4731423"/>
              <a:ext cx="531367" cy="458075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>
              <a:extLst>
                <a:ext uri="{FF2B5EF4-FFF2-40B4-BE49-F238E27FC236}">
                  <a16:creationId xmlns:a16="http://schemas.microsoft.com/office/drawing/2014/main" id="{EF117CCC-A044-942F-0F3A-6E919238CE39}"/>
                </a:ext>
              </a:extLst>
            </p:cNvPr>
            <p:cNvSpPr/>
            <p:nvPr/>
          </p:nvSpPr>
          <p:spPr>
            <a:xfrm flipV="1">
              <a:off x="7065464" y="4896115"/>
              <a:ext cx="115128" cy="120287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99" name="Line 27">
              <a:extLst>
                <a:ext uri="{FF2B5EF4-FFF2-40B4-BE49-F238E27FC236}">
                  <a16:creationId xmlns:a16="http://schemas.microsoft.com/office/drawing/2014/main" id="{3B8B4BB9-4840-9903-3D2D-0DB32C4D1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7703" y="4960461"/>
              <a:ext cx="3996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0" name="Line 27">
              <a:extLst>
                <a:ext uri="{FF2B5EF4-FFF2-40B4-BE49-F238E27FC236}">
                  <a16:creationId xmlns:a16="http://schemas.microsoft.com/office/drawing/2014/main" id="{5FF0DF34-A8C0-6DCC-1189-2305E57D35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98392" y="4036443"/>
              <a:ext cx="262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1" name="Line 27">
              <a:extLst>
                <a:ext uri="{FF2B5EF4-FFF2-40B4-BE49-F238E27FC236}">
                  <a16:creationId xmlns:a16="http://schemas.microsoft.com/office/drawing/2014/main" id="{EC639044-8CA8-7AC1-2793-2047A4A138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092854" y="5477187"/>
              <a:ext cx="4735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2" name="Line 27">
              <a:extLst>
                <a:ext uri="{FF2B5EF4-FFF2-40B4-BE49-F238E27FC236}">
                  <a16:creationId xmlns:a16="http://schemas.microsoft.com/office/drawing/2014/main" id="{1DB56954-ECD9-AAB1-A58B-D49AE40F26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76677" y="4441522"/>
              <a:ext cx="262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3" name="Line 27">
              <a:extLst>
                <a:ext uri="{FF2B5EF4-FFF2-40B4-BE49-F238E27FC236}">
                  <a16:creationId xmlns:a16="http://schemas.microsoft.com/office/drawing/2014/main" id="{A6A694E7-9A74-316F-E185-9932EF0865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176677" y="4986510"/>
              <a:ext cx="2624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4" name="Line 27">
              <a:extLst>
                <a:ext uri="{FF2B5EF4-FFF2-40B4-BE49-F238E27FC236}">
                  <a16:creationId xmlns:a16="http://schemas.microsoft.com/office/drawing/2014/main" id="{B34D6C0B-8333-0DBB-1EC2-5EB5AB2D8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873" y="4560944"/>
              <a:ext cx="1711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5" name="Line 27">
              <a:extLst>
                <a:ext uri="{FF2B5EF4-FFF2-40B4-BE49-F238E27FC236}">
                  <a16:creationId xmlns:a16="http://schemas.microsoft.com/office/drawing/2014/main" id="{6FB73002-6CF5-B5A0-8F7F-6BC88D106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6491" y="4866837"/>
              <a:ext cx="17111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6" name="Line 27">
              <a:extLst>
                <a:ext uri="{FF2B5EF4-FFF2-40B4-BE49-F238E27FC236}">
                  <a16:creationId xmlns:a16="http://schemas.microsoft.com/office/drawing/2014/main" id="{A6FAC8D8-933C-C197-C211-02B4D3B86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2003" y="4711898"/>
              <a:ext cx="4605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2" name="Line 27">
              <a:extLst>
                <a:ext uri="{FF2B5EF4-FFF2-40B4-BE49-F238E27FC236}">
                  <a16:creationId xmlns:a16="http://schemas.microsoft.com/office/drawing/2014/main" id="{C6CA21EF-5AE8-12A5-EE44-14797AB7B1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0301" y="4709887"/>
              <a:ext cx="5830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3" name="Line 27">
              <a:extLst>
                <a:ext uri="{FF2B5EF4-FFF2-40B4-BE49-F238E27FC236}">
                  <a16:creationId xmlns:a16="http://schemas.microsoft.com/office/drawing/2014/main" id="{A17BC4C1-52D4-CBC1-C516-830FF5DBA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0302" y="5360258"/>
              <a:ext cx="583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213DFD4-19DD-D537-59EC-10F66DF96102}"/>
                    </a:ext>
                  </a:extLst>
                </p:cNvPr>
                <p:cNvSpPr txBox="1"/>
                <p:nvPr/>
              </p:nvSpPr>
              <p:spPr>
                <a:xfrm>
                  <a:off x="11013544" y="449116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4" name="文本框 213">
                  <a:extLst>
                    <a:ext uri="{FF2B5EF4-FFF2-40B4-BE49-F238E27FC236}">
                      <a16:creationId xmlns:a16="http://schemas.microsoft.com/office/drawing/2014/main" id="{3213DFD4-19DD-D537-59EC-10F66DF961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3544" y="4491169"/>
                  <a:ext cx="458075" cy="461665"/>
                </a:xfrm>
                <a:prstGeom prst="rect">
                  <a:avLst/>
                </a:prstGeom>
                <a:blipFill>
                  <a:blip r:embed="rId47"/>
                  <a:stretch>
                    <a:fillRect l="-10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EB35F878-FF11-950F-1227-6BD24FFB3C9F}"/>
                    </a:ext>
                  </a:extLst>
                </p:cNvPr>
                <p:cNvSpPr txBox="1"/>
                <p:nvPr/>
              </p:nvSpPr>
              <p:spPr>
                <a:xfrm>
                  <a:off x="11012647" y="516498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5" name="文本框 214">
                  <a:extLst>
                    <a:ext uri="{FF2B5EF4-FFF2-40B4-BE49-F238E27FC236}">
                      <a16:creationId xmlns:a16="http://schemas.microsoft.com/office/drawing/2014/main" id="{EB35F878-FF11-950F-1227-6BD24FFB3C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2647" y="5164985"/>
                  <a:ext cx="458075" cy="462434"/>
                </a:xfrm>
                <a:prstGeom prst="rect">
                  <a:avLst/>
                </a:prstGeom>
                <a:blipFill>
                  <a:blip r:embed="rId48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8" name="Line 27">
              <a:extLst>
                <a:ext uri="{FF2B5EF4-FFF2-40B4-BE49-F238E27FC236}">
                  <a16:creationId xmlns:a16="http://schemas.microsoft.com/office/drawing/2014/main" id="{B86570AA-C9F8-489C-50BF-CA0C7538A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7796" y="3905202"/>
              <a:ext cx="3593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9" name="Line 27">
              <a:extLst>
                <a:ext uri="{FF2B5EF4-FFF2-40B4-BE49-F238E27FC236}">
                  <a16:creationId xmlns:a16="http://schemas.microsoft.com/office/drawing/2014/main" id="{D46740D7-18CF-C8FA-C87D-41C5AB350C2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174522" y="4631261"/>
              <a:ext cx="145211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0" name="椭圆 219">
              <a:extLst>
                <a:ext uri="{FF2B5EF4-FFF2-40B4-BE49-F238E27FC236}">
                  <a16:creationId xmlns:a16="http://schemas.microsoft.com/office/drawing/2014/main" id="{D77243DD-EBCF-AA98-138B-6C2F83FDA744}"/>
                </a:ext>
              </a:extLst>
            </p:cNvPr>
            <p:cNvSpPr/>
            <p:nvPr/>
          </p:nvSpPr>
          <p:spPr>
            <a:xfrm flipV="1">
              <a:off x="10856720" y="5318031"/>
              <a:ext cx="87721" cy="8572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21" name="Line 27">
              <a:extLst>
                <a:ext uri="{FF2B5EF4-FFF2-40B4-BE49-F238E27FC236}">
                  <a16:creationId xmlns:a16="http://schemas.microsoft.com/office/drawing/2014/main" id="{1B56A9F7-5A1B-8858-1153-E859B8A64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7796" y="5713966"/>
              <a:ext cx="34097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1BDD20E2-F7E8-426B-C743-ED42F0987C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18483" y="5207436"/>
              <a:ext cx="9950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95855C26-51C2-86CD-E319-46C65A716DDE}"/>
                </a:ext>
              </a:extLst>
            </p:cNvPr>
            <p:cNvSpPr/>
            <p:nvPr/>
          </p:nvSpPr>
          <p:spPr>
            <a:xfrm flipV="1">
              <a:off x="10672313" y="4667024"/>
              <a:ext cx="87721" cy="8572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DF5E88AB-2BCA-D3F2-806F-D8F7CE7F6EB2}"/>
                    </a:ext>
                  </a:extLst>
                </p:cNvPr>
                <p:cNvSpPr txBox="1"/>
                <p:nvPr/>
              </p:nvSpPr>
              <p:spPr>
                <a:xfrm>
                  <a:off x="5904419" y="4728845"/>
                  <a:ext cx="422020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4" name="文本框 223">
                  <a:extLst>
                    <a:ext uri="{FF2B5EF4-FFF2-40B4-BE49-F238E27FC236}">
                      <a16:creationId xmlns:a16="http://schemas.microsoft.com/office/drawing/2014/main" id="{DF5E88AB-2BCA-D3F2-806F-D8F7CE7F6E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4419" y="4728845"/>
                  <a:ext cx="422020" cy="462434"/>
                </a:xfrm>
                <a:prstGeom prst="rect">
                  <a:avLst/>
                </a:prstGeom>
                <a:blipFill>
                  <a:blip r:embed="rId49"/>
                  <a:stretch>
                    <a:fillRect l="-869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B4A15D07-F43F-CF51-181A-4E6A8C4ABBC3}"/>
                </a:ext>
              </a:extLst>
            </p:cNvPr>
            <p:cNvSpPr/>
            <p:nvPr/>
          </p:nvSpPr>
          <p:spPr>
            <a:xfrm>
              <a:off x="9522716" y="4448866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9" name="Line 27">
              <a:extLst>
                <a:ext uri="{FF2B5EF4-FFF2-40B4-BE49-F238E27FC236}">
                  <a16:creationId xmlns:a16="http://schemas.microsoft.com/office/drawing/2014/main" id="{E910C595-FC38-6013-8DD3-6B40F598F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1388" y="53598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F1BE43AE-590B-59EA-B248-C6BEE0174DC0}"/>
                    </a:ext>
                  </a:extLst>
                </p:cNvPr>
                <p:cNvSpPr txBox="1"/>
                <p:nvPr/>
              </p:nvSpPr>
              <p:spPr>
                <a:xfrm>
                  <a:off x="9519630" y="4491590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F1BE43AE-590B-59EA-B248-C6BEE0174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9630" y="4491590"/>
                  <a:ext cx="448351" cy="430887"/>
                </a:xfrm>
                <a:prstGeom prst="rect">
                  <a:avLst/>
                </a:prstGeom>
                <a:blipFill>
                  <a:blip r:embed="rId50"/>
                  <a:stretch>
                    <a:fillRect l="-1370" r="-178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" name="等腰三角形 134">
              <a:extLst>
                <a:ext uri="{FF2B5EF4-FFF2-40B4-BE49-F238E27FC236}">
                  <a16:creationId xmlns:a16="http://schemas.microsoft.com/office/drawing/2014/main" id="{74C5526E-4CD7-9C6C-A23A-E28326CEE1F6}"/>
                </a:ext>
              </a:extLst>
            </p:cNvPr>
            <p:cNvSpPr/>
            <p:nvPr/>
          </p:nvSpPr>
          <p:spPr>
            <a:xfrm rot="5400000">
              <a:off x="9500273" y="531018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D8B7A32E-06DF-6C19-0E9F-24DDDD315B28}"/>
                    </a:ext>
                  </a:extLst>
                </p:cNvPr>
                <p:cNvSpPr txBox="1"/>
                <p:nvPr/>
              </p:nvSpPr>
              <p:spPr>
                <a:xfrm>
                  <a:off x="9563174" y="5139913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D8B7A32E-06DF-6C19-0E9F-24DDDD315B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3174" y="5139913"/>
                  <a:ext cx="448351" cy="430887"/>
                </a:xfrm>
                <a:prstGeom prst="rect">
                  <a:avLst/>
                </a:prstGeom>
                <a:blipFill>
                  <a:blip r:embed="rId51"/>
                  <a:stretch>
                    <a:fillRect l="-1370" r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93231B63-E3D0-2CE1-8C9A-960C74A8FB13}"/>
                    </a:ext>
                  </a:extLst>
                </p:cNvPr>
                <p:cNvSpPr txBox="1"/>
                <p:nvPr/>
              </p:nvSpPr>
              <p:spPr>
                <a:xfrm>
                  <a:off x="8853029" y="512605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93231B63-E3D0-2CE1-8C9A-960C74A8FB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3029" y="5126059"/>
                  <a:ext cx="458075" cy="461665"/>
                </a:xfrm>
                <a:prstGeom prst="rect">
                  <a:avLst/>
                </a:prstGeom>
                <a:blipFill>
                  <a:blip r:embed="rId52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5886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CA8C7BF-1D6C-C410-205E-5BA5D9CA35F8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5048557" cy="1612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时，触发器状态保持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时，触发器状态翻转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CA8C7BF-1D6C-C410-205E-5BA5D9CA3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5048557" cy="1612108"/>
              </a:xfrm>
              <a:prstGeom prst="rect">
                <a:avLst/>
              </a:prstGeom>
              <a:blipFill>
                <a:blip r:embed="rId2"/>
                <a:stretch>
                  <a:fillRect l="-2415" t="-151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B1882120-E3EB-2D07-2623-A6CD0E9864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800428"/>
                  </p:ext>
                </p:extLst>
              </p:nvPr>
            </p:nvGraphicFramePr>
            <p:xfrm>
              <a:off x="828000" y="3600000"/>
              <a:ext cx="3855308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2854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955589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276865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</a:tblGrid>
                  <a:tr h="3323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baseline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翻转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B1882120-E3EB-2D07-2623-A6CD0E9864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800428"/>
                  </p:ext>
                </p:extLst>
              </p:nvPr>
            </p:nvGraphicFramePr>
            <p:xfrm>
              <a:off x="828000" y="3600000"/>
              <a:ext cx="3855308" cy="1981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2854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955589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276865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5" t="-9333" r="-138202" b="-36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701" t="-9333" r="-135032" b="-36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翻转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DC273C10-3890-75E0-1334-281A1CCC8472}"/>
              </a:ext>
            </a:extLst>
          </p:cNvPr>
          <p:cNvSpPr txBox="1"/>
          <p:nvPr/>
        </p:nvSpPr>
        <p:spPr>
          <a:xfrm>
            <a:off x="828000" y="3060000"/>
            <a:ext cx="3855308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特性表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9544874-677E-6DCF-50BE-9A972EDDBBD6}"/>
              </a:ext>
            </a:extLst>
          </p:cNvPr>
          <p:cNvSpPr txBox="1"/>
          <p:nvPr/>
        </p:nvSpPr>
        <p:spPr>
          <a:xfrm>
            <a:off x="8174409" y="3014948"/>
            <a:ext cx="2039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状态图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6840229B-5EDB-14C4-DF5C-10EDB26DC08C}"/>
              </a:ext>
            </a:extLst>
          </p:cNvPr>
          <p:cNvSpPr/>
          <p:nvPr/>
        </p:nvSpPr>
        <p:spPr>
          <a:xfrm>
            <a:off x="7840694" y="1833151"/>
            <a:ext cx="678325" cy="67832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D138581C-A6B2-5CDB-C7FC-585849381579}"/>
              </a:ext>
            </a:extLst>
          </p:cNvPr>
          <p:cNvSpPr/>
          <p:nvPr/>
        </p:nvSpPr>
        <p:spPr>
          <a:xfrm>
            <a:off x="9875949" y="1832966"/>
            <a:ext cx="678325" cy="67832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弧形 79">
            <a:extLst>
              <a:ext uri="{FF2B5EF4-FFF2-40B4-BE49-F238E27FC236}">
                <a16:creationId xmlns:a16="http://schemas.microsoft.com/office/drawing/2014/main" id="{2E8A39DC-FA4D-D563-2CD2-9D1701DBBF84}"/>
              </a:ext>
            </a:extLst>
          </p:cNvPr>
          <p:cNvSpPr/>
          <p:nvPr/>
        </p:nvSpPr>
        <p:spPr>
          <a:xfrm>
            <a:off x="8174409" y="1740452"/>
            <a:ext cx="2039930" cy="1374436"/>
          </a:xfrm>
          <a:prstGeom prst="arc">
            <a:avLst>
              <a:gd name="adj1" fmla="val 12768120"/>
              <a:gd name="adj2" fmla="val 19658720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弧形 80">
            <a:extLst>
              <a:ext uri="{FF2B5EF4-FFF2-40B4-BE49-F238E27FC236}">
                <a16:creationId xmlns:a16="http://schemas.microsoft.com/office/drawing/2014/main" id="{8CB50BEF-794F-59B2-18FC-FDBB8F34452D}"/>
              </a:ext>
            </a:extLst>
          </p:cNvPr>
          <p:cNvSpPr/>
          <p:nvPr/>
        </p:nvSpPr>
        <p:spPr>
          <a:xfrm>
            <a:off x="10401525" y="1817931"/>
            <a:ext cx="605681" cy="678325"/>
          </a:xfrm>
          <a:prstGeom prst="arc">
            <a:avLst>
              <a:gd name="adj1" fmla="val 13362094"/>
              <a:gd name="adj2" fmla="val 8120812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弧形 81">
            <a:extLst>
              <a:ext uri="{FF2B5EF4-FFF2-40B4-BE49-F238E27FC236}">
                <a16:creationId xmlns:a16="http://schemas.microsoft.com/office/drawing/2014/main" id="{A6D33AA7-A64A-6CDD-C458-A170B32AB99C}"/>
              </a:ext>
            </a:extLst>
          </p:cNvPr>
          <p:cNvSpPr/>
          <p:nvPr/>
        </p:nvSpPr>
        <p:spPr>
          <a:xfrm flipH="1" flipV="1">
            <a:off x="7380018" y="1833150"/>
            <a:ext cx="605681" cy="678325"/>
          </a:xfrm>
          <a:prstGeom prst="arc">
            <a:avLst>
              <a:gd name="adj1" fmla="val 13362094"/>
              <a:gd name="adj2" fmla="val 8120812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Text Box 49">
            <a:extLst>
              <a:ext uri="{FF2B5EF4-FFF2-40B4-BE49-F238E27FC236}">
                <a16:creationId xmlns:a16="http://schemas.microsoft.com/office/drawing/2014/main" id="{21298538-AB1D-DAA3-FC32-5EB3058FE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506" y="2580690"/>
            <a:ext cx="5417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弧形 87">
            <a:extLst>
              <a:ext uri="{FF2B5EF4-FFF2-40B4-BE49-F238E27FC236}">
                <a16:creationId xmlns:a16="http://schemas.microsoft.com/office/drawing/2014/main" id="{A004F016-B0DC-F753-4CD2-CD6BD7F43408}"/>
              </a:ext>
            </a:extLst>
          </p:cNvPr>
          <p:cNvSpPr/>
          <p:nvPr/>
        </p:nvSpPr>
        <p:spPr>
          <a:xfrm flipH="1" flipV="1">
            <a:off x="8174409" y="1231309"/>
            <a:ext cx="2039930" cy="1374436"/>
          </a:xfrm>
          <a:prstGeom prst="arc">
            <a:avLst>
              <a:gd name="adj1" fmla="val 12728091"/>
              <a:gd name="adj2" fmla="val 19623839"/>
            </a:avLst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Text Box 49">
            <a:extLst>
              <a:ext uri="{FF2B5EF4-FFF2-40B4-BE49-F238E27FC236}">
                <a16:creationId xmlns:a16="http://schemas.microsoft.com/office/drawing/2014/main" id="{4C6E52D1-D097-32DB-6FED-80F1418D7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01" y="1274423"/>
            <a:ext cx="5417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 Box 49">
            <a:extLst>
              <a:ext uri="{FF2B5EF4-FFF2-40B4-BE49-F238E27FC236}">
                <a16:creationId xmlns:a16="http://schemas.microsoft.com/office/drawing/2014/main" id="{757C5714-6727-603F-2F91-C16440544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473" y="1919729"/>
            <a:ext cx="678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 Box 49">
            <a:extLst>
              <a:ext uri="{FF2B5EF4-FFF2-40B4-BE49-F238E27FC236}">
                <a16:creationId xmlns:a16="http://schemas.microsoft.com/office/drawing/2014/main" id="{AD59A82E-C430-7B21-DA35-28DE84206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0467" y="1918527"/>
            <a:ext cx="6783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06629E-69B6-6EBB-9CFA-43D9E4AFD25E}"/>
                  </a:ext>
                </a:extLst>
              </p:cNvPr>
              <p:cNvSpPr txBox="1"/>
              <p:nvPr/>
            </p:nvSpPr>
            <p:spPr>
              <a:xfrm>
                <a:off x="6175060" y="3708000"/>
                <a:ext cx="5712137" cy="5046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特性方程：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acc>
                    <m:r>
                      <a:rPr lang="en-US" altLang="zh-C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06629E-69B6-6EBB-9CFA-43D9E4AFD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060" y="3708000"/>
                <a:ext cx="5712137" cy="504690"/>
              </a:xfrm>
              <a:prstGeom prst="rect">
                <a:avLst/>
              </a:prstGeom>
              <a:blipFill>
                <a:blip r:embed="rId15"/>
                <a:stretch>
                  <a:fillRect l="-1708" t="-2410" b="-25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组合 54">
            <a:extLst>
              <a:ext uri="{FF2B5EF4-FFF2-40B4-BE49-F238E27FC236}">
                <a16:creationId xmlns:a16="http://schemas.microsoft.com/office/drawing/2014/main" id="{83AF5E5F-3233-F116-AF2D-8DFEA706691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4E995C2B-1ECF-71A9-91C7-3753270F57B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8" name="箭头: 五边形 57">
                <a:extLst>
                  <a:ext uri="{FF2B5EF4-FFF2-40B4-BE49-F238E27FC236}">
                    <a16:creationId xmlns:a16="http://schemas.microsoft.com/office/drawing/2014/main" id="{D35ADDD7-B903-5621-87EC-4C705066EA3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9" name="箭头: V 形 58">
                <a:extLst>
                  <a:ext uri="{FF2B5EF4-FFF2-40B4-BE49-F238E27FC236}">
                    <a16:creationId xmlns:a16="http://schemas.microsoft.com/office/drawing/2014/main" id="{C0A6E373-43CC-9E78-2F73-B933CD4A656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7" name="灯片编号占位符 3">
              <a:extLst>
                <a:ext uri="{FF2B5EF4-FFF2-40B4-BE49-F238E27FC236}">
                  <a16:creationId xmlns:a16="http://schemas.microsoft.com/office/drawing/2014/main" id="{7341D894-8FBD-46A6-2846-5C51E66248B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5" name="标题 1">
            <a:extLst>
              <a:ext uri="{FF2B5EF4-FFF2-40B4-BE49-F238E27FC236}">
                <a16:creationId xmlns:a16="http://schemas.microsoft.com/office/drawing/2014/main" id="{C9941457-1F27-7FEE-446F-3EDEF4102F5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T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BEAFA9-77C1-2F5C-6D3F-8B0A6E9F4DBA}"/>
              </a:ext>
            </a:extLst>
          </p:cNvPr>
          <p:cNvSpPr txBox="1"/>
          <p:nvPr/>
        </p:nvSpPr>
        <p:spPr>
          <a:xfrm>
            <a:off x="7138800" y="6120000"/>
            <a:ext cx="156969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上升沿有效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3690F3-A5CE-EF52-EB35-BE40BF3D4934}"/>
              </a:ext>
            </a:extLst>
          </p:cNvPr>
          <p:cNvSpPr txBox="1"/>
          <p:nvPr/>
        </p:nvSpPr>
        <p:spPr>
          <a:xfrm>
            <a:off x="9775777" y="6120000"/>
            <a:ext cx="1569699" cy="4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下降沿有效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FE2F12-FB42-2D5A-0C6F-A74A792EFAAE}"/>
              </a:ext>
            </a:extLst>
          </p:cNvPr>
          <p:cNvSpPr txBox="1"/>
          <p:nvPr/>
        </p:nvSpPr>
        <p:spPr>
          <a:xfrm>
            <a:off x="6660000" y="4320000"/>
            <a:ext cx="1608678" cy="504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逻辑符号：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9DCA83A-1497-0E9D-3C81-380BDCD615B8}"/>
              </a:ext>
            </a:extLst>
          </p:cNvPr>
          <p:cNvSpPr/>
          <p:nvPr/>
        </p:nvSpPr>
        <p:spPr>
          <a:xfrm>
            <a:off x="6848594" y="937915"/>
            <a:ext cx="678325" cy="67832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F9225B0-525A-159A-AA94-0191970F7B41}"/>
                  </a:ext>
                </a:extLst>
              </p:cNvPr>
              <p:cNvSpPr txBox="1"/>
              <p:nvPr/>
            </p:nvSpPr>
            <p:spPr>
              <a:xfrm>
                <a:off x="6872769" y="993053"/>
                <a:ext cx="6541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F9225B0-525A-159A-AA94-0191970F7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2769" y="993053"/>
                <a:ext cx="65414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73D6DDB-88A8-9CD8-9711-103F644E2394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7526919" y="1277078"/>
            <a:ext cx="87731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49">
                <a:extLst>
                  <a:ext uri="{FF2B5EF4-FFF2-40B4-BE49-F238E27FC236}">
                    <a16:creationId xmlns:a16="http://schemas.microsoft.com/office/drawing/2014/main" id="{60D37A85-ACF0-D782-CA7F-05EC761B59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56255" y="822560"/>
                <a:ext cx="518154" cy="535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zh-CN" alt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 Box 49">
                <a:extLst>
                  <a:ext uri="{FF2B5EF4-FFF2-40B4-BE49-F238E27FC236}">
                    <a16:creationId xmlns:a16="http://schemas.microsoft.com/office/drawing/2014/main" id="{60D37A85-ACF0-D782-CA7F-05EC761B5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56255" y="822560"/>
                <a:ext cx="518154" cy="53553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27EA6A07-94A8-A446-D22D-845D69DABA04}"/>
              </a:ext>
            </a:extLst>
          </p:cNvPr>
          <p:cNvGrpSpPr/>
          <p:nvPr/>
        </p:nvGrpSpPr>
        <p:grpSpPr>
          <a:xfrm>
            <a:off x="6788655" y="4906028"/>
            <a:ext cx="2303076" cy="1163907"/>
            <a:chOff x="6788655" y="4906038"/>
            <a:chExt cx="2303076" cy="1163907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6735D3D-AD98-0BAF-74CD-8C27DFECF1CC}"/>
                </a:ext>
              </a:extLst>
            </p:cNvPr>
            <p:cNvSpPr/>
            <p:nvPr/>
          </p:nvSpPr>
          <p:spPr>
            <a:xfrm>
              <a:off x="7458342" y="4906038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F227F374-0D60-5EE6-B32A-4873C91E04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1BF5719D-65AB-7A04-3383-C0275DAFD7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817003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7029970-23FC-7D08-576B-0FA734070BB0}"/>
                    </a:ext>
                  </a:extLst>
                </p:cNvPr>
                <p:cNvSpPr txBox="1"/>
                <p:nvPr/>
              </p:nvSpPr>
              <p:spPr>
                <a:xfrm>
                  <a:off x="7455256" y="4948762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7029970-23FC-7D08-576B-0FA734070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5256" y="4948762"/>
                  <a:ext cx="448351" cy="430887"/>
                </a:xfrm>
                <a:prstGeom prst="rect">
                  <a:avLst/>
                </a:prstGeom>
                <a:blipFill>
                  <a:blip r:embed="rId18"/>
                  <a:stretch>
                    <a:fillRect l="-1351" r="-121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8C13932B-5B6A-F4CB-D384-C40F1F08B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C90455B5-AF89-0067-F935-86AF1CAF13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817002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F53901D-6A64-A681-129C-92AF497D0C7B}"/>
                    </a:ext>
                  </a:extLst>
                </p:cNvPr>
                <p:cNvSpPr txBox="1"/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E84F2D8-66FE-9E97-E39E-FAB62979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A0403E9-2D0E-B47E-FD1D-2C12C4745659}"/>
                    </a:ext>
                  </a:extLst>
                </p:cNvPr>
                <p:cNvSpPr txBox="1"/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90242F3-0630-22DF-ED83-03EED6B89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94E66E89-1BF6-0597-777B-E7D05238FFB5}"/>
                </a:ext>
              </a:extLst>
            </p:cNvPr>
            <p:cNvSpPr/>
            <p:nvPr/>
          </p:nvSpPr>
          <p:spPr>
            <a:xfrm rot="5400000">
              <a:off x="7435899" y="576735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F4FC65A3-EF4E-E5BF-AE23-D525C9982137}"/>
                </a:ext>
              </a:extLst>
            </p:cNvPr>
            <p:cNvSpPr/>
            <p:nvPr/>
          </p:nvSpPr>
          <p:spPr>
            <a:xfrm flipV="1">
              <a:off x="8400690" y="576284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0A2A3F4-46BD-EC6B-7313-34C2FEA5B551}"/>
                    </a:ext>
                  </a:extLst>
                </p:cNvPr>
                <p:cNvSpPr txBox="1"/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30A2A3F4-46BD-EC6B-7313-34C2FEA5B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23FAE11-C6E5-1910-238F-8423B11FD0C6}"/>
                    </a:ext>
                  </a:extLst>
                </p:cNvPr>
                <p:cNvSpPr txBox="1"/>
                <p:nvPr/>
              </p:nvSpPr>
              <p:spPr>
                <a:xfrm>
                  <a:off x="7498800" y="5597085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E23FAE11-C6E5-1910-238F-8423B11FD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8800" y="5597085"/>
                  <a:ext cx="448351" cy="430887"/>
                </a:xfrm>
                <a:prstGeom prst="rect">
                  <a:avLst/>
                </a:prstGeom>
                <a:blipFill>
                  <a:blip r:embed="rId36"/>
                  <a:stretch>
                    <a:fillRect l="-1351" r="-108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121C4691-F352-FDC6-6EC1-4734ED373FD7}"/>
                    </a:ext>
                  </a:extLst>
                </p:cNvPr>
                <p:cNvSpPr txBox="1"/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121C4691-F352-FDC6-6EC1-4734ED373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A6B400F-3FA5-7321-68E3-5464CE74C2E5}"/>
              </a:ext>
            </a:extLst>
          </p:cNvPr>
          <p:cNvGrpSpPr/>
          <p:nvPr/>
        </p:nvGrpSpPr>
        <p:grpSpPr>
          <a:xfrm>
            <a:off x="9475200" y="4904973"/>
            <a:ext cx="2303076" cy="1163907"/>
            <a:chOff x="4684482" y="1079396"/>
            <a:chExt cx="2303076" cy="1163907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0E4F865-6853-7033-F0E3-3B2616406B32}"/>
                </a:ext>
              </a:extLst>
            </p:cNvPr>
            <p:cNvSpPr/>
            <p:nvPr/>
          </p:nvSpPr>
          <p:spPr>
            <a:xfrm>
              <a:off x="5354169" y="1079396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D98614E4-7FC7-3189-3D34-75CDCDBD59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2841" y="133998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4DD7A08F-751E-0286-6DE8-F9D6126E9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2841" y="199036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A4B71237-EDB5-E8B0-CF82-A1F2D41733D5}"/>
                    </a:ext>
                  </a:extLst>
                </p:cNvPr>
                <p:cNvSpPr txBox="1"/>
                <p:nvPr/>
              </p:nvSpPr>
              <p:spPr>
                <a:xfrm>
                  <a:off x="5351083" y="1122120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A4B71237-EDB5-E8B0-CF82-A1F2D41733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1083" y="1122120"/>
                  <a:ext cx="448351" cy="430887"/>
                </a:xfrm>
                <a:prstGeom prst="rect">
                  <a:avLst/>
                </a:prstGeom>
                <a:blipFill>
                  <a:blip r:embed="rId38"/>
                  <a:stretch>
                    <a:fillRect l="-1370" r="-136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4BFC1AA7-1499-C23C-7E6A-EC6A5D768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968" y="133998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3794F62B-09B9-886B-F22B-DA5A3A385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968" y="1990360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C22F2C6-9AEE-0B18-E332-A840C4917378}"/>
                    </a:ext>
                  </a:extLst>
                </p:cNvPr>
                <p:cNvSpPr txBox="1"/>
                <p:nvPr/>
              </p:nvSpPr>
              <p:spPr>
                <a:xfrm>
                  <a:off x="6529483" y="111011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7C22F2C6-9AEE-0B18-E332-A840C4917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9483" y="1110119"/>
                  <a:ext cx="458075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10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C73772A-6263-3067-943E-3C0FD68C05A3}"/>
                    </a:ext>
                  </a:extLst>
                </p:cNvPr>
                <p:cNvSpPr txBox="1"/>
                <p:nvPr/>
              </p:nvSpPr>
              <p:spPr>
                <a:xfrm>
                  <a:off x="6523647" y="1765117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C73772A-6263-3067-943E-3C0FD68C05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647" y="1765117"/>
                  <a:ext cx="458075" cy="462434"/>
                </a:xfrm>
                <a:prstGeom prst="rect">
                  <a:avLst/>
                </a:prstGeom>
                <a:blipFill>
                  <a:blip r:embed="rId40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等腰三角形 39">
              <a:extLst>
                <a:ext uri="{FF2B5EF4-FFF2-40B4-BE49-F238E27FC236}">
                  <a16:creationId xmlns:a16="http://schemas.microsoft.com/office/drawing/2014/main" id="{B608962D-2DEB-6F84-99C3-0BDDDE4A3A49}"/>
                </a:ext>
              </a:extLst>
            </p:cNvPr>
            <p:cNvSpPr/>
            <p:nvPr/>
          </p:nvSpPr>
          <p:spPr>
            <a:xfrm rot="5400000">
              <a:off x="5331726" y="194071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F94BE62E-791D-C89B-6F0E-D52368CA1827}"/>
                </a:ext>
              </a:extLst>
            </p:cNvPr>
            <p:cNvSpPr/>
            <p:nvPr/>
          </p:nvSpPr>
          <p:spPr>
            <a:xfrm flipV="1">
              <a:off x="6296517" y="193620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AEE09A0-3E40-449C-968A-DAC82C42483D}"/>
                    </a:ext>
                  </a:extLst>
                </p:cNvPr>
                <p:cNvSpPr txBox="1"/>
                <p:nvPr/>
              </p:nvSpPr>
              <p:spPr>
                <a:xfrm>
                  <a:off x="4705637" y="1106944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4AEE09A0-3E40-449C-968A-DAC82C424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5637" y="1106944"/>
                  <a:ext cx="458075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19C6A2D-A70D-4883-A3AF-4D20A13BC0FB}"/>
                    </a:ext>
                  </a:extLst>
                </p:cNvPr>
                <p:cNvSpPr txBox="1"/>
                <p:nvPr/>
              </p:nvSpPr>
              <p:spPr>
                <a:xfrm>
                  <a:off x="5394627" y="1770443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B19C6A2D-A70D-4883-A3AF-4D20A13BC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627" y="1770443"/>
                  <a:ext cx="448351" cy="430887"/>
                </a:xfrm>
                <a:prstGeom prst="rect">
                  <a:avLst/>
                </a:prstGeom>
                <a:blipFill>
                  <a:blip r:embed="rId42"/>
                  <a:stretch>
                    <a:fillRect l="-1370" r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9B0B4441-1DC5-5706-A6DE-E5FDA08C0593}"/>
                    </a:ext>
                  </a:extLst>
                </p:cNvPr>
                <p:cNvSpPr txBox="1"/>
                <p:nvPr/>
              </p:nvSpPr>
              <p:spPr>
                <a:xfrm>
                  <a:off x="4684482" y="175658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9B0B4441-1DC5-5706-A6DE-E5FDA08C05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4482" y="1756589"/>
                  <a:ext cx="458075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9AE5415A-079F-A51C-BFC8-A39FBEA2284E}"/>
                </a:ext>
              </a:extLst>
            </p:cNvPr>
            <p:cNvSpPr/>
            <p:nvPr/>
          </p:nvSpPr>
          <p:spPr>
            <a:xfrm flipV="1">
              <a:off x="5240604" y="193620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2810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1ACD53C-76C3-2471-8702-2775F1B23BD4}"/>
              </a:ext>
            </a:extLst>
          </p:cNvPr>
          <p:cNvSpPr txBox="1"/>
          <p:nvPr/>
        </p:nvSpPr>
        <p:spPr>
          <a:xfrm>
            <a:off x="360000" y="828000"/>
            <a:ext cx="534570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触发器构成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EAE38E8-467F-F1B6-E082-872C5DABF83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C8C0E3A-6C09-9C3E-C544-09D96399F84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48665ECB-57EB-2BBD-97C2-F8EBD739B26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4E04ED16-FC31-A15A-13F3-23897C4714E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92ED298A-A8D7-0926-8DF7-FAEA5914DD5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BAFDDD0-4115-9E7F-CB98-CA113D90285B}"/>
                  </a:ext>
                </a:extLst>
              </p:cNvPr>
              <p:cNvSpPr txBox="1"/>
              <p:nvPr/>
            </p:nvSpPr>
            <p:spPr>
              <a:xfrm>
                <a:off x="359999" y="4500000"/>
                <a:ext cx="5583601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T </a:t>
                </a:r>
                <a:r>
                  <a:rPr kumimoji="1" lang="en-US" altLang="zh-CN" sz="16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BAFDDD0-4115-9E7F-CB98-CA113D902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4500000"/>
                <a:ext cx="5583601" cy="565348"/>
              </a:xfrm>
              <a:prstGeom prst="rect">
                <a:avLst/>
              </a:prstGeom>
              <a:blipFill>
                <a:blip r:embed="rId3"/>
                <a:stretch>
                  <a:fillRect l="-328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BBC331C-4286-B56E-204E-63C072B6303B}"/>
                  </a:ext>
                </a:extLst>
              </p:cNvPr>
              <p:cNvSpPr txBox="1"/>
              <p:nvPr/>
            </p:nvSpPr>
            <p:spPr>
              <a:xfrm>
                <a:off x="360000" y="3780000"/>
                <a:ext cx="4549280" cy="572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BBC331C-4286-B56E-204E-63C072B63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780000"/>
                <a:ext cx="4549280" cy="572977"/>
              </a:xfrm>
              <a:prstGeom prst="rect">
                <a:avLst/>
              </a:prstGeom>
              <a:blipFill>
                <a:blip r:embed="rId4"/>
                <a:stretch>
                  <a:fillRect l="-402" t="-3191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7A5E808-FC18-8373-1303-B672D92B6351}"/>
                  </a:ext>
                </a:extLst>
              </p:cNvPr>
              <p:cNvSpPr txBox="1"/>
              <p:nvPr/>
            </p:nvSpPr>
            <p:spPr>
              <a:xfrm>
                <a:off x="360000" y="5220000"/>
                <a:ext cx="6648270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转换</a:t>
                </a:r>
                <a:r>
                  <a:rPr lang="zh-CN" altLang="en-US" sz="2800" b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电路：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7A5E808-FC18-8373-1303-B672D92B6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20000"/>
                <a:ext cx="6648270" cy="565348"/>
              </a:xfrm>
              <a:prstGeom prst="rect">
                <a:avLst/>
              </a:prstGeom>
              <a:blipFill>
                <a:blip r:embed="rId5"/>
                <a:stretch>
                  <a:fillRect l="-275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AAA772C8-E854-E86F-71AC-2C832A2EA778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T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ED5D486A-52BC-47A1-9912-7B66D7E3C3F8}"/>
              </a:ext>
            </a:extLst>
          </p:cNvPr>
          <p:cNvSpPr/>
          <p:nvPr/>
        </p:nvSpPr>
        <p:spPr>
          <a:xfrm>
            <a:off x="5866962" y="2259682"/>
            <a:ext cx="458075" cy="390545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E7CC3E3E-BCF7-F9E9-4744-FF0D4A0AE137}"/>
              </a:ext>
            </a:extLst>
          </p:cNvPr>
          <p:cNvGrpSpPr/>
          <p:nvPr/>
        </p:nvGrpSpPr>
        <p:grpSpPr>
          <a:xfrm>
            <a:off x="936001" y="1800000"/>
            <a:ext cx="3941144" cy="1163907"/>
            <a:chOff x="936001" y="1800000"/>
            <a:chExt cx="3941144" cy="1163907"/>
          </a:xfrm>
        </p:grpSpPr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9C70E336-5A6F-3DDD-03CF-3227399C8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351" y="2060593"/>
              <a:ext cx="771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B0E2FD26-13C2-1A59-C9E1-279BEBE280B3}"/>
                </a:ext>
              </a:extLst>
            </p:cNvPr>
            <p:cNvSpPr/>
            <p:nvPr/>
          </p:nvSpPr>
          <p:spPr>
            <a:xfrm>
              <a:off x="1533552" y="1800000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转换电路</a:t>
              </a:r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6BB25511-C46A-87FD-4A01-F9B2756520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7027" y="2374648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AB9AE44C-2550-9C80-7BC0-3E01CDF64F7D}"/>
                    </a:ext>
                  </a:extLst>
                </p:cNvPr>
                <p:cNvSpPr txBox="1"/>
                <p:nvPr/>
              </p:nvSpPr>
              <p:spPr>
                <a:xfrm>
                  <a:off x="936001" y="2142329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AB9AE44C-2550-9C80-7BC0-3E01CDF64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1" y="2142329"/>
                  <a:ext cx="448351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41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1CEAE70D-7FB9-0D4E-95F3-1FDE8EE4DCD1}"/>
                </a:ext>
              </a:extLst>
            </p:cNvPr>
            <p:cNvSpPr/>
            <p:nvPr/>
          </p:nvSpPr>
          <p:spPr>
            <a:xfrm>
              <a:off x="3243756" y="1800000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547F6E3B-2D91-243C-5206-5E5C7BB59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428" y="20612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17C05B26-9EF1-3884-FE5D-A723F13DF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428" y="271162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EAA89661-6BBE-5B48-091D-72F3F7BE571A}"/>
                    </a:ext>
                  </a:extLst>
                </p:cNvPr>
                <p:cNvSpPr txBox="1"/>
                <p:nvPr/>
              </p:nvSpPr>
              <p:spPr>
                <a:xfrm>
                  <a:off x="3240670" y="1843380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EAA89661-6BBE-5B48-091D-72F3F7BE5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670" y="1843380"/>
                  <a:ext cx="448351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1370" r="-178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8B81B6E1-6D58-465E-EBFC-F8E0CACBE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1555" y="20612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5" name="Line 27">
              <a:extLst>
                <a:ext uri="{FF2B5EF4-FFF2-40B4-BE49-F238E27FC236}">
                  <a16:creationId xmlns:a16="http://schemas.microsoft.com/office/drawing/2014/main" id="{D365F19B-2960-C6B7-15EC-193DD4068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1555" y="2711620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0A8FA339-C6BE-3D37-B04F-37E74DE4DF5B}"/>
                    </a:ext>
                  </a:extLst>
                </p:cNvPr>
                <p:cNvSpPr txBox="1"/>
                <p:nvPr/>
              </p:nvSpPr>
              <p:spPr>
                <a:xfrm>
                  <a:off x="4419070" y="183137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0A8FA339-C6BE-3D37-B04F-37E74DE4D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070" y="1831379"/>
                  <a:ext cx="458075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84742E56-0F4C-6EF5-2EFA-342DFBE154DA}"/>
                    </a:ext>
                  </a:extLst>
                </p:cNvPr>
                <p:cNvSpPr txBox="1"/>
                <p:nvPr/>
              </p:nvSpPr>
              <p:spPr>
                <a:xfrm>
                  <a:off x="4413234" y="2486377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84742E56-0F4C-6EF5-2EFA-342DFBE154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3234" y="2486377"/>
                  <a:ext cx="458075" cy="462434"/>
                </a:xfrm>
                <a:prstGeom prst="rect">
                  <a:avLst/>
                </a:prstGeom>
                <a:blipFill>
                  <a:blip r:embed="rId9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5" name="等腰三角形 124">
              <a:extLst>
                <a:ext uri="{FF2B5EF4-FFF2-40B4-BE49-F238E27FC236}">
                  <a16:creationId xmlns:a16="http://schemas.microsoft.com/office/drawing/2014/main" id="{45ADD957-B9B9-B200-542B-AC1AEB4C5705}"/>
                </a:ext>
              </a:extLst>
            </p:cNvPr>
            <p:cNvSpPr/>
            <p:nvPr/>
          </p:nvSpPr>
          <p:spPr>
            <a:xfrm rot="5400000">
              <a:off x="3221313" y="266197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46D60FEC-5E93-F954-FAB4-B15899F35F83}"/>
                </a:ext>
              </a:extLst>
            </p:cNvPr>
            <p:cNvSpPr/>
            <p:nvPr/>
          </p:nvSpPr>
          <p:spPr>
            <a:xfrm flipV="1">
              <a:off x="4186104" y="265746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8ECADB6D-58D9-568B-49DA-B2AE337923B6}"/>
                    </a:ext>
                  </a:extLst>
                </p:cNvPr>
                <p:cNvSpPr txBox="1"/>
                <p:nvPr/>
              </p:nvSpPr>
              <p:spPr>
                <a:xfrm>
                  <a:off x="3284214" y="2491703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8ECADB6D-58D9-568B-49DA-B2AE33792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214" y="2491703"/>
                  <a:ext cx="448351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370" r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DFAECF9C-6153-4700-D650-325816127FFE}"/>
              </a:ext>
            </a:extLst>
          </p:cNvPr>
          <p:cNvGrpSpPr/>
          <p:nvPr/>
        </p:nvGrpSpPr>
        <p:grpSpPr>
          <a:xfrm>
            <a:off x="7381068" y="1799999"/>
            <a:ext cx="2303076" cy="1163907"/>
            <a:chOff x="6788655" y="4906038"/>
            <a:chExt cx="2303076" cy="1163907"/>
          </a:xfrm>
        </p:grpSpPr>
        <p:sp>
          <p:nvSpPr>
            <p:cNvPr id="143" name="矩形 142">
              <a:extLst>
                <a:ext uri="{FF2B5EF4-FFF2-40B4-BE49-F238E27FC236}">
                  <a16:creationId xmlns:a16="http://schemas.microsoft.com/office/drawing/2014/main" id="{A7ABE0EF-9A2F-CDB2-0DF0-D05FEBEAB5AD}"/>
                </a:ext>
              </a:extLst>
            </p:cNvPr>
            <p:cNvSpPr/>
            <p:nvPr/>
          </p:nvSpPr>
          <p:spPr>
            <a:xfrm>
              <a:off x="7458342" y="4906038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4" name="Line 27">
              <a:extLst>
                <a:ext uri="{FF2B5EF4-FFF2-40B4-BE49-F238E27FC236}">
                  <a16:creationId xmlns:a16="http://schemas.microsoft.com/office/drawing/2014/main" id="{F1AAB7D9-5CBA-DE3D-A708-323FFEEDF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5" name="Line 27">
              <a:extLst>
                <a:ext uri="{FF2B5EF4-FFF2-40B4-BE49-F238E27FC236}">
                  <a16:creationId xmlns:a16="http://schemas.microsoft.com/office/drawing/2014/main" id="{3B2EAF7C-2EB8-AFCE-B851-9C7EBD4C4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817003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EDD7B31B-AAA7-5109-A86B-745F0BDF3087}"/>
                    </a:ext>
                  </a:extLst>
                </p:cNvPr>
                <p:cNvSpPr txBox="1"/>
                <p:nvPr/>
              </p:nvSpPr>
              <p:spPr>
                <a:xfrm>
                  <a:off x="7455256" y="4948762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EDD7B31B-AAA7-5109-A86B-745F0BDF30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5256" y="4948762"/>
                  <a:ext cx="448351" cy="430887"/>
                </a:xfrm>
                <a:prstGeom prst="rect">
                  <a:avLst/>
                </a:prstGeom>
                <a:blipFill>
                  <a:blip r:embed="rId11"/>
                  <a:stretch>
                    <a:fillRect l="-1351" r="-121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Line 27">
              <a:extLst>
                <a:ext uri="{FF2B5EF4-FFF2-40B4-BE49-F238E27FC236}">
                  <a16:creationId xmlns:a16="http://schemas.microsoft.com/office/drawing/2014/main" id="{26C10AB2-BEC1-E50C-DA41-DD09421092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8" name="Line 27">
              <a:extLst>
                <a:ext uri="{FF2B5EF4-FFF2-40B4-BE49-F238E27FC236}">
                  <a16:creationId xmlns:a16="http://schemas.microsoft.com/office/drawing/2014/main" id="{7ECDA279-4825-37C1-A7AC-A56C86FE7B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817002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22EB5734-D876-DC8A-DA13-C7373D93320B}"/>
                    </a:ext>
                  </a:extLst>
                </p:cNvPr>
                <p:cNvSpPr txBox="1"/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E84F2D8-66FE-9E97-E39E-FAB62979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BD666E22-0442-83A8-9191-50F1038BA7D9}"/>
                    </a:ext>
                  </a:extLst>
                </p:cNvPr>
                <p:cNvSpPr txBox="1"/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90242F3-0630-22DF-ED83-03EED6B89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" name="等腰三角形 150">
              <a:extLst>
                <a:ext uri="{FF2B5EF4-FFF2-40B4-BE49-F238E27FC236}">
                  <a16:creationId xmlns:a16="http://schemas.microsoft.com/office/drawing/2014/main" id="{99DBB753-14EF-B06B-9AC0-43766459A221}"/>
                </a:ext>
              </a:extLst>
            </p:cNvPr>
            <p:cNvSpPr/>
            <p:nvPr/>
          </p:nvSpPr>
          <p:spPr>
            <a:xfrm rot="5400000">
              <a:off x="7435899" y="576735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DFE1A4AC-8EAC-3263-D4B4-15D021D6CD23}"/>
                </a:ext>
              </a:extLst>
            </p:cNvPr>
            <p:cNvSpPr/>
            <p:nvPr/>
          </p:nvSpPr>
          <p:spPr>
            <a:xfrm flipV="1">
              <a:off x="8400690" y="576284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1F4B209E-4BE4-CCEA-BC7F-614209C0A8D9}"/>
                    </a:ext>
                  </a:extLst>
                </p:cNvPr>
                <p:cNvSpPr txBox="1"/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1F4B209E-4BE4-CCEA-BC7F-614209C0A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DB7A9CFD-51B0-1887-B15E-E2F0880C6D90}"/>
                    </a:ext>
                  </a:extLst>
                </p:cNvPr>
                <p:cNvSpPr txBox="1"/>
                <p:nvPr/>
              </p:nvSpPr>
              <p:spPr>
                <a:xfrm>
                  <a:off x="7498800" y="5597085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DB7A9CFD-51B0-1887-B15E-E2F0880C6D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8800" y="5597085"/>
                  <a:ext cx="448351" cy="430887"/>
                </a:xfrm>
                <a:prstGeom prst="rect">
                  <a:avLst/>
                </a:prstGeom>
                <a:blipFill>
                  <a:blip r:embed="rId36"/>
                  <a:stretch>
                    <a:fillRect l="-1351" r="-108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B414316F-4FFF-E129-569F-771FEB88E1F0}"/>
                    </a:ext>
                  </a:extLst>
                </p:cNvPr>
                <p:cNvSpPr txBox="1"/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B414316F-4FFF-E129-569F-771FEB88E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AF4BA438-23D2-9467-D6F5-0812DB47996A}"/>
              </a:ext>
            </a:extLst>
          </p:cNvPr>
          <p:cNvGrpSpPr/>
          <p:nvPr/>
        </p:nvGrpSpPr>
        <p:grpSpPr>
          <a:xfrm>
            <a:off x="7416942" y="3294402"/>
            <a:ext cx="4054677" cy="3216358"/>
            <a:chOff x="7416942" y="3294402"/>
            <a:chExt cx="4054677" cy="3216358"/>
          </a:xfrm>
        </p:grpSpPr>
        <p:sp>
          <p:nvSpPr>
            <p:cNvPr id="97" name="Arc 158">
              <a:extLst>
                <a:ext uri="{FF2B5EF4-FFF2-40B4-BE49-F238E27FC236}">
                  <a16:creationId xmlns:a16="http://schemas.microsoft.com/office/drawing/2014/main" id="{85CC466E-F654-EF7B-AD91-8B7A2425B01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641870" y="3330153"/>
              <a:ext cx="549512" cy="999367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8" name="Arc 158">
              <a:extLst>
                <a:ext uri="{FF2B5EF4-FFF2-40B4-BE49-F238E27FC236}">
                  <a16:creationId xmlns:a16="http://schemas.microsoft.com/office/drawing/2014/main" id="{FC298CB0-1A8D-4DAF-D581-E91620B449E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746061" y="3369153"/>
              <a:ext cx="592996" cy="9245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9" name="Line 160">
              <a:extLst>
                <a:ext uri="{FF2B5EF4-FFF2-40B4-BE49-F238E27FC236}">
                  <a16:creationId xmlns:a16="http://schemas.microsoft.com/office/drawing/2014/main" id="{6B756CDD-7941-5D08-31FC-CE8C7EA731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69543" y="3531753"/>
              <a:ext cx="2848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0" name="Line 160">
              <a:extLst>
                <a:ext uri="{FF2B5EF4-FFF2-40B4-BE49-F238E27FC236}">
                  <a16:creationId xmlns:a16="http://schemas.microsoft.com/office/drawing/2014/main" id="{FD87D757-7D72-456A-4D34-0E08CB4E1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69543" y="4127934"/>
              <a:ext cx="2848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1" name="Arc 156">
              <a:extLst>
                <a:ext uri="{FF2B5EF4-FFF2-40B4-BE49-F238E27FC236}">
                  <a16:creationId xmlns:a16="http://schemas.microsoft.com/office/drawing/2014/main" id="{8EB40527-F9D0-CE65-19B0-D0895ECA6BC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633833" y="3555079"/>
              <a:ext cx="430028" cy="57285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52" name="Arc 156">
              <a:extLst>
                <a:ext uri="{FF2B5EF4-FFF2-40B4-BE49-F238E27FC236}">
                  <a16:creationId xmlns:a16="http://schemas.microsoft.com/office/drawing/2014/main" id="{5BB8E2D4-8CC8-3C3F-6EFE-29132B6FF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1976" y="3531736"/>
              <a:ext cx="430028" cy="57285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DCCB3E5B-9E3F-ABBD-18BA-EF605C870AD5}"/>
                    </a:ext>
                  </a:extLst>
                </p:cNvPr>
                <p:cNvSpPr txBox="1"/>
                <p:nvPr/>
              </p:nvSpPr>
              <p:spPr>
                <a:xfrm>
                  <a:off x="7540500" y="3756905"/>
                  <a:ext cx="51382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DCCB3E5B-9E3F-ABBD-18BA-EF605C870A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500" y="3756905"/>
                  <a:ext cx="513824" cy="46166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Line 27">
              <a:extLst>
                <a:ext uri="{FF2B5EF4-FFF2-40B4-BE49-F238E27FC236}">
                  <a16:creationId xmlns:a16="http://schemas.microsoft.com/office/drawing/2014/main" id="{8B710209-72FF-2983-801E-1CC2C233F8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939051" y="3483842"/>
              <a:ext cx="3788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A897161C-B96C-88E8-5836-2E7E17807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5346" y="3680099"/>
              <a:ext cx="3546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6" name="Line 27">
              <a:extLst>
                <a:ext uri="{FF2B5EF4-FFF2-40B4-BE49-F238E27FC236}">
                  <a16:creationId xmlns:a16="http://schemas.microsoft.com/office/drawing/2014/main" id="{4BDF1AEE-7252-5ADF-D9E4-450F831A7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190" y="3985992"/>
              <a:ext cx="481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7" name="Line 27">
              <a:extLst>
                <a:ext uri="{FF2B5EF4-FFF2-40B4-BE49-F238E27FC236}">
                  <a16:creationId xmlns:a16="http://schemas.microsoft.com/office/drawing/2014/main" id="{E5DA2744-6AB1-EBF5-CC27-9D6655F85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2003" y="3829862"/>
              <a:ext cx="4605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374F5BA7-EB54-28C3-1180-ADCF35A54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190" y="4479414"/>
              <a:ext cx="1536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86AC7751-E753-EFCF-B7F2-69CB59E2C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0301" y="3829042"/>
              <a:ext cx="5830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94D07C7A-19E3-7763-B5FD-E1C0B3F5EE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0302" y="4479413"/>
              <a:ext cx="583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AE4C0CB0-212F-2536-879D-237FA77FA491}"/>
                    </a:ext>
                  </a:extLst>
                </p:cNvPr>
                <p:cNvSpPr txBox="1"/>
                <p:nvPr/>
              </p:nvSpPr>
              <p:spPr>
                <a:xfrm>
                  <a:off x="11013544" y="3610324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AE4C0CB0-212F-2536-879D-237FA77FA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3544" y="3610324"/>
                  <a:ext cx="458075" cy="461665"/>
                </a:xfrm>
                <a:prstGeom prst="rect">
                  <a:avLst/>
                </a:prstGeom>
                <a:blipFill>
                  <a:blip r:embed="rId39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5341609F-B85D-FE9E-1C09-1B66DC38AA5D}"/>
                    </a:ext>
                  </a:extLst>
                </p:cNvPr>
                <p:cNvSpPr txBox="1"/>
                <p:nvPr/>
              </p:nvSpPr>
              <p:spPr>
                <a:xfrm>
                  <a:off x="11012647" y="4284140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5341609F-B85D-FE9E-1C09-1B66DC38A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2647" y="4284140"/>
                  <a:ext cx="458075" cy="462434"/>
                </a:xfrm>
                <a:prstGeom prst="rect">
                  <a:avLst/>
                </a:prstGeom>
                <a:blipFill>
                  <a:blip r:embed="rId40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B3E47C7-3D9A-F8BC-9995-15FFEA20FA5A}"/>
                </a:ext>
              </a:extLst>
            </p:cNvPr>
            <p:cNvSpPr/>
            <p:nvPr/>
          </p:nvSpPr>
          <p:spPr>
            <a:xfrm flipV="1">
              <a:off x="10464851" y="4425258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77" name="Line 27">
              <a:extLst>
                <a:ext uri="{FF2B5EF4-FFF2-40B4-BE49-F238E27FC236}">
                  <a16:creationId xmlns:a16="http://schemas.microsoft.com/office/drawing/2014/main" id="{DA3A6BD4-A75C-033A-0319-47DC220D7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7050" y="3307022"/>
              <a:ext cx="2613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6DBBD41A-BA02-EC86-3957-FD8274F03B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450757" y="3562574"/>
              <a:ext cx="5363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4A8920E2-B75F-C945-8DB8-2367627E9E1F}"/>
                </a:ext>
              </a:extLst>
            </p:cNvPr>
            <p:cNvSpPr/>
            <p:nvPr/>
          </p:nvSpPr>
          <p:spPr>
            <a:xfrm flipV="1">
              <a:off x="10674016" y="3786179"/>
              <a:ext cx="87721" cy="8572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9D6F306-3D29-89A1-35A6-9D3B1DC86CEC}"/>
                    </a:ext>
                  </a:extLst>
                </p:cNvPr>
                <p:cNvSpPr txBox="1"/>
                <p:nvPr/>
              </p:nvSpPr>
              <p:spPr>
                <a:xfrm>
                  <a:off x="7540500" y="4251258"/>
                  <a:ext cx="513824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9D6F306-3D29-89A1-35A6-9D3B1DC86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500" y="4251258"/>
                  <a:ext cx="513824" cy="462434"/>
                </a:xfrm>
                <a:prstGeom prst="rect">
                  <a:avLst/>
                </a:prstGeom>
                <a:blipFill>
                  <a:blip r:embed="rId41"/>
                  <a:stretch>
                    <a:fillRect l="-130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Arc 158">
              <a:extLst>
                <a:ext uri="{FF2B5EF4-FFF2-40B4-BE49-F238E27FC236}">
                  <a16:creationId xmlns:a16="http://schemas.microsoft.com/office/drawing/2014/main" id="{4AA63EAF-4AE2-BB63-F186-762BCCB1CF81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641870" y="5094339"/>
              <a:ext cx="549512" cy="999367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9" name="Arc 158">
              <a:extLst>
                <a:ext uri="{FF2B5EF4-FFF2-40B4-BE49-F238E27FC236}">
                  <a16:creationId xmlns:a16="http://schemas.microsoft.com/office/drawing/2014/main" id="{365F36EE-B516-CBD7-DEC4-84E150F2DEF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746061" y="5133339"/>
              <a:ext cx="592996" cy="924563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0" name="Line 160">
              <a:extLst>
                <a:ext uri="{FF2B5EF4-FFF2-40B4-BE49-F238E27FC236}">
                  <a16:creationId xmlns:a16="http://schemas.microsoft.com/office/drawing/2014/main" id="{924B75CD-B5FD-0573-276C-CC6E5E90C8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69543" y="5295939"/>
              <a:ext cx="2848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1" name="Line 160">
              <a:extLst>
                <a:ext uri="{FF2B5EF4-FFF2-40B4-BE49-F238E27FC236}">
                  <a16:creationId xmlns:a16="http://schemas.microsoft.com/office/drawing/2014/main" id="{71AA137D-F2A9-571D-339F-15B1196FF3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69543" y="5892120"/>
              <a:ext cx="2848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2" name="Arc 156">
              <a:extLst>
                <a:ext uri="{FF2B5EF4-FFF2-40B4-BE49-F238E27FC236}">
                  <a16:creationId xmlns:a16="http://schemas.microsoft.com/office/drawing/2014/main" id="{AF99B17D-9B70-BFB2-1F23-AE1E5B787A1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633833" y="5319265"/>
              <a:ext cx="430028" cy="57285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3" name="Arc 156">
              <a:extLst>
                <a:ext uri="{FF2B5EF4-FFF2-40B4-BE49-F238E27FC236}">
                  <a16:creationId xmlns:a16="http://schemas.microsoft.com/office/drawing/2014/main" id="{FFA378F5-E211-AC08-F6B6-175F83A44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1976" y="5295922"/>
              <a:ext cx="430028" cy="572856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CB094746-5A41-F9C7-9EA3-1207C4DACDAD}"/>
                    </a:ext>
                  </a:extLst>
                </p:cNvPr>
                <p:cNvSpPr txBox="1"/>
                <p:nvPr/>
              </p:nvSpPr>
              <p:spPr>
                <a:xfrm>
                  <a:off x="7540500" y="5521091"/>
                  <a:ext cx="51382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CB094746-5A41-F9C7-9EA3-1207C4DAC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500" y="5521091"/>
                  <a:ext cx="513824" cy="46166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7027052D-67A7-4EE0-B382-C512EFC9CB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939051" y="5248028"/>
              <a:ext cx="3788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E5EADF92-DB77-48D6-24C2-04CC83FE7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5346" y="5444285"/>
              <a:ext cx="35464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F4174869-7B77-68EF-261A-DDA40AB13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190" y="5750178"/>
              <a:ext cx="481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8" name="Line 27">
              <a:extLst>
                <a:ext uri="{FF2B5EF4-FFF2-40B4-BE49-F238E27FC236}">
                  <a16:creationId xmlns:a16="http://schemas.microsoft.com/office/drawing/2014/main" id="{CA3A9473-D5CC-667C-8715-2E42F2631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62003" y="5594048"/>
              <a:ext cx="4605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0" name="Line 27">
              <a:extLst>
                <a:ext uri="{FF2B5EF4-FFF2-40B4-BE49-F238E27FC236}">
                  <a16:creationId xmlns:a16="http://schemas.microsoft.com/office/drawing/2014/main" id="{169C3C63-A38A-EC75-1B5F-40FC3ABD9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190" y="6243600"/>
              <a:ext cx="15363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2" name="Line 27">
              <a:extLst>
                <a:ext uri="{FF2B5EF4-FFF2-40B4-BE49-F238E27FC236}">
                  <a16:creationId xmlns:a16="http://schemas.microsoft.com/office/drawing/2014/main" id="{17634947-9669-6961-F899-925C1E376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0301" y="5593228"/>
              <a:ext cx="5830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3" name="Line 27">
              <a:extLst>
                <a:ext uri="{FF2B5EF4-FFF2-40B4-BE49-F238E27FC236}">
                  <a16:creationId xmlns:a16="http://schemas.microsoft.com/office/drawing/2014/main" id="{6AE48612-71BB-5AD5-02F9-40E3D4F95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60302" y="6243599"/>
              <a:ext cx="583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2DAA48DB-84B7-61F1-0125-58E3A81703D9}"/>
                    </a:ext>
                  </a:extLst>
                </p:cNvPr>
                <p:cNvSpPr txBox="1"/>
                <p:nvPr/>
              </p:nvSpPr>
              <p:spPr>
                <a:xfrm>
                  <a:off x="11013544" y="5374510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2DAA48DB-84B7-61F1-0125-58E3A81703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3544" y="5374510"/>
                  <a:ext cx="458075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10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8FA7A095-431B-FC67-4022-46CC6438CBB4}"/>
                    </a:ext>
                  </a:extLst>
                </p:cNvPr>
                <p:cNvSpPr txBox="1"/>
                <p:nvPr/>
              </p:nvSpPr>
              <p:spPr>
                <a:xfrm>
                  <a:off x="11012647" y="604832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8FA7A095-431B-FC67-4022-46CC6438C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2647" y="6048326"/>
                  <a:ext cx="458075" cy="462434"/>
                </a:xfrm>
                <a:prstGeom prst="rect">
                  <a:avLst/>
                </a:prstGeom>
                <a:blipFill>
                  <a:blip r:embed="rId4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5B720746-6268-A561-D555-5AB8D73BB3F4}"/>
                </a:ext>
              </a:extLst>
            </p:cNvPr>
            <p:cNvSpPr/>
            <p:nvPr/>
          </p:nvSpPr>
          <p:spPr>
            <a:xfrm flipV="1">
              <a:off x="10464851" y="6189444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18" name="Line 27">
              <a:extLst>
                <a:ext uri="{FF2B5EF4-FFF2-40B4-BE49-F238E27FC236}">
                  <a16:creationId xmlns:a16="http://schemas.microsoft.com/office/drawing/2014/main" id="{6D6D0FE6-EB19-82FF-B7F0-5A7423893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17050" y="5071208"/>
              <a:ext cx="26133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9" name="Line 27">
              <a:extLst>
                <a:ext uri="{FF2B5EF4-FFF2-40B4-BE49-F238E27FC236}">
                  <a16:creationId xmlns:a16="http://schemas.microsoft.com/office/drawing/2014/main" id="{9DCFAE5A-AFE6-E96C-9101-4A0B8B1C04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130353" y="5649626"/>
              <a:ext cx="118207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3BE50581-A722-785F-A4D7-A553E7978A73}"/>
                </a:ext>
              </a:extLst>
            </p:cNvPr>
            <p:cNvSpPr/>
            <p:nvPr/>
          </p:nvSpPr>
          <p:spPr>
            <a:xfrm flipV="1">
              <a:off x="10677386" y="6201456"/>
              <a:ext cx="87721" cy="85723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A700E98-B636-17E2-CD23-FBFBA2E795E1}"/>
                    </a:ext>
                  </a:extLst>
                </p:cNvPr>
                <p:cNvSpPr txBox="1"/>
                <p:nvPr/>
              </p:nvSpPr>
              <p:spPr>
                <a:xfrm>
                  <a:off x="7540500" y="6015444"/>
                  <a:ext cx="513824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A700E98-B636-17E2-CD23-FBFBA2E79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0500" y="6015444"/>
                  <a:ext cx="513824" cy="462434"/>
                </a:xfrm>
                <a:prstGeom prst="rect">
                  <a:avLst/>
                </a:prstGeom>
                <a:blipFill>
                  <a:blip r:embed="rId45"/>
                  <a:stretch>
                    <a:fillRect l="-130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C5701581-F224-6C77-D37B-31CBBCB3C7E5}"/>
                </a:ext>
              </a:extLst>
            </p:cNvPr>
            <p:cNvSpPr/>
            <p:nvPr/>
          </p:nvSpPr>
          <p:spPr>
            <a:xfrm flipV="1">
              <a:off x="9062374" y="5538222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11661606-9227-07E7-02AC-D9333793F40D}"/>
                </a:ext>
              </a:extLst>
            </p:cNvPr>
            <p:cNvSpPr/>
            <p:nvPr/>
          </p:nvSpPr>
          <p:spPr>
            <a:xfrm>
              <a:off x="9522692" y="3568054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D9510D3F-9364-85C7-86B2-839FF09DCE2F}"/>
                    </a:ext>
                  </a:extLst>
                </p:cNvPr>
                <p:cNvSpPr txBox="1"/>
                <p:nvPr/>
              </p:nvSpPr>
              <p:spPr>
                <a:xfrm>
                  <a:off x="9519606" y="3610778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D9510D3F-9364-85C7-86B2-839FF09DCE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9606" y="3610778"/>
                  <a:ext cx="448351" cy="430887"/>
                </a:xfrm>
                <a:prstGeom prst="rect">
                  <a:avLst/>
                </a:prstGeom>
                <a:blipFill>
                  <a:blip r:embed="rId46"/>
                  <a:stretch>
                    <a:fillRect l="-1370" r="-178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9" name="等腰三角形 178">
              <a:extLst>
                <a:ext uri="{FF2B5EF4-FFF2-40B4-BE49-F238E27FC236}">
                  <a16:creationId xmlns:a16="http://schemas.microsoft.com/office/drawing/2014/main" id="{789CB5B1-9C77-9DD2-F6AC-DB40555FDE4C}"/>
                </a:ext>
              </a:extLst>
            </p:cNvPr>
            <p:cNvSpPr/>
            <p:nvPr/>
          </p:nvSpPr>
          <p:spPr>
            <a:xfrm rot="5400000">
              <a:off x="9500249" y="4429373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FA85E795-C534-DD1E-E4B2-21CE37AA9916}"/>
                    </a:ext>
                  </a:extLst>
                </p:cNvPr>
                <p:cNvSpPr txBox="1"/>
                <p:nvPr/>
              </p:nvSpPr>
              <p:spPr>
                <a:xfrm>
                  <a:off x="9563150" y="4259101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FA85E795-C534-DD1E-E4B2-21CE37AA9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3150" y="4259101"/>
                  <a:ext cx="448351" cy="430887"/>
                </a:xfrm>
                <a:prstGeom prst="rect">
                  <a:avLst/>
                </a:prstGeom>
                <a:blipFill>
                  <a:blip r:embed="rId47"/>
                  <a:stretch>
                    <a:fillRect l="-1370" r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97DD0C05-C4A4-4F96-F898-CED5CEC4C344}"/>
                </a:ext>
              </a:extLst>
            </p:cNvPr>
            <p:cNvSpPr/>
            <p:nvPr/>
          </p:nvSpPr>
          <p:spPr>
            <a:xfrm>
              <a:off x="9525086" y="5331600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C445C4E7-3514-127C-96B0-F133416183D3}"/>
                    </a:ext>
                  </a:extLst>
                </p:cNvPr>
                <p:cNvSpPr txBox="1"/>
                <p:nvPr/>
              </p:nvSpPr>
              <p:spPr>
                <a:xfrm>
                  <a:off x="9522000" y="5374324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C445C4E7-3514-127C-96B0-F133416183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2000" y="5374324"/>
                  <a:ext cx="448351" cy="430887"/>
                </a:xfrm>
                <a:prstGeom prst="rect">
                  <a:avLst/>
                </a:prstGeom>
                <a:blipFill>
                  <a:blip r:embed="rId48"/>
                  <a:stretch>
                    <a:fillRect l="-1351" r="-162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5" name="等腰三角形 184">
              <a:extLst>
                <a:ext uri="{FF2B5EF4-FFF2-40B4-BE49-F238E27FC236}">
                  <a16:creationId xmlns:a16="http://schemas.microsoft.com/office/drawing/2014/main" id="{EEB392C9-39C9-E053-200B-11DE34AFC9C3}"/>
                </a:ext>
              </a:extLst>
            </p:cNvPr>
            <p:cNvSpPr/>
            <p:nvPr/>
          </p:nvSpPr>
          <p:spPr>
            <a:xfrm rot="5400000">
              <a:off x="9502643" y="6192919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BA4D0350-D59E-A8D9-5FC8-29D9372446CF}"/>
                    </a:ext>
                  </a:extLst>
                </p:cNvPr>
                <p:cNvSpPr txBox="1"/>
                <p:nvPr/>
              </p:nvSpPr>
              <p:spPr>
                <a:xfrm>
                  <a:off x="9565544" y="6022647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86" name="文本框 185">
                  <a:extLst>
                    <a:ext uri="{FF2B5EF4-FFF2-40B4-BE49-F238E27FC236}">
                      <a16:creationId xmlns:a16="http://schemas.microsoft.com/office/drawing/2014/main" id="{BA4D0350-D59E-A8D9-5FC8-29D937244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5544" y="6022647"/>
                  <a:ext cx="448351" cy="430887"/>
                </a:xfrm>
                <a:prstGeom prst="rect">
                  <a:avLst/>
                </a:prstGeom>
                <a:blipFill>
                  <a:blip r:embed="rId49"/>
                  <a:stretch>
                    <a:fillRect l="-1351" r="-108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9428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E83AD-9F27-D20B-929C-1CFDCC43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0ACA7BF-B4A7-37DF-6114-85D987C8C0C4}"/>
              </a:ext>
            </a:extLst>
          </p:cNvPr>
          <p:cNvSpPr txBox="1"/>
          <p:nvPr/>
        </p:nvSpPr>
        <p:spPr>
          <a:xfrm>
            <a:off x="360000" y="828000"/>
            <a:ext cx="5345709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触发器构成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A2A7A0-17D4-82EC-7C25-138A654F060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F49D84E-4849-26AB-D907-F26D0E67F33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C20D58D0-3C23-56DC-5BCC-D7AD33AAF50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C7BC064C-9813-5EE9-8EDD-009DC29BF75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0DF221B1-457B-0FEF-7EDE-7F8CD5193ED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65FE16C-EC1C-2976-8067-E2C6DE5E1E4B}"/>
                  </a:ext>
                </a:extLst>
              </p:cNvPr>
              <p:cNvSpPr txBox="1"/>
              <p:nvPr/>
            </p:nvSpPr>
            <p:spPr>
              <a:xfrm>
                <a:off x="359999" y="4500000"/>
                <a:ext cx="5965037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T </a:t>
                </a:r>
                <a:r>
                  <a:rPr kumimoji="1" lang="en-US" altLang="zh-CN" sz="16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65FE16C-EC1C-2976-8067-E2C6DE5E1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4500000"/>
                <a:ext cx="5965037" cy="565348"/>
              </a:xfrm>
              <a:prstGeom prst="rect">
                <a:avLst/>
              </a:prstGeom>
              <a:blipFill>
                <a:blip r:embed="rId3"/>
                <a:stretch>
                  <a:fillRect l="-306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C8C708F-F976-AE3C-BE52-DBCA113A767E}"/>
                  </a:ext>
                </a:extLst>
              </p:cNvPr>
              <p:cNvSpPr txBox="1"/>
              <p:nvPr/>
            </p:nvSpPr>
            <p:spPr>
              <a:xfrm>
                <a:off x="360000" y="3780000"/>
                <a:ext cx="6215842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JK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C8C708F-F976-AE3C-BE52-DBCA113A7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780000"/>
                <a:ext cx="6215842" cy="565348"/>
              </a:xfrm>
              <a:prstGeom prst="rect">
                <a:avLst/>
              </a:prstGeom>
              <a:blipFill>
                <a:blip r:embed="rId4"/>
                <a:stretch>
                  <a:fillRect l="-1961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C93EB3B-2EDB-BB1C-F6B9-22662C916CFE}"/>
                  </a:ext>
                </a:extLst>
              </p:cNvPr>
              <p:cNvSpPr txBox="1"/>
              <p:nvPr/>
            </p:nvSpPr>
            <p:spPr>
              <a:xfrm>
                <a:off x="360000" y="5220000"/>
                <a:ext cx="4493503" cy="5738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转换</a:t>
                </a:r>
                <a:r>
                  <a:rPr lang="zh-CN" altLang="en-US" sz="2800" b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电路</a:t>
                </a: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C93EB3B-2EDB-BB1C-F6B9-22662C916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20000"/>
                <a:ext cx="4493503" cy="573811"/>
              </a:xfrm>
              <a:prstGeom prst="rect">
                <a:avLst/>
              </a:prstGeom>
              <a:blipFill>
                <a:blip r:embed="rId5"/>
                <a:stretch>
                  <a:fillRect l="-407" t="-3191" b="-276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20B8CB2D-E66E-BB9D-3923-666A7475CCF7}"/>
                  </a:ext>
                </a:extLst>
              </p:cNvPr>
              <p:cNvSpPr txBox="1"/>
              <p:nvPr/>
            </p:nvSpPr>
            <p:spPr>
              <a:xfrm>
                <a:off x="7405667" y="4334092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20B8CB2D-E66E-BB9D-3923-666A7475C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667" y="4334092"/>
                <a:ext cx="448351" cy="461665"/>
              </a:xfrm>
              <a:prstGeom prst="rect">
                <a:avLst/>
              </a:prstGeom>
              <a:blipFill>
                <a:blip r:embed="rId17"/>
                <a:stretch>
                  <a:fillRect l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Line 27">
            <a:extLst>
              <a:ext uri="{FF2B5EF4-FFF2-40B4-BE49-F238E27FC236}">
                <a16:creationId xmlns:a16="http://schemas.microsoft.com/office/drawing/2014/main" id="{A3026280-0BE1-F577-C8F5-4BE01ED9C2F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8120491" y="4892463"/>
            <a:ext cx="6550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DF601702-4646-818D-8984-2D12D70CF54C}"/>
              </a:ext>
            </a:extLst>
          </p:cNvPr>
          <p:cNvSpPr/>
          <p:nvPr/>
        </p:nvSpPr>
        <p:spPr>
          <a:xfrm flipV="1">
            <a:off x="8399899" y="4518320"/>
            <a:ext cx="96776" cy="94572"/>
          </a:xfrm>
          <a:prstGeom prst="ellipse">
            <a:avLst/>
          </a:prstGeom>
          <a:solidFill>
            <a:schemeClr val="tx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D599156C-07CB-59B2-9C6E-3A2FE6417826}"/>
                  </a:ext>
                </a:extLst>
              </p:cNvPr>
              <p:cNvSpPr txBox="1"/>
              <p:nvPr/>
            </p:nvSpPr>
            <p:spPr>
              <a:xfrm>
                <a:off x="7334455" y="4658372"/>
                <a:ext cx="513824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CP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D599156C-07CB-59B2-9C6E-3A2FE6417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455" y="4658372"/>
                <a:ext cx="513824" cy="462434"/>
              </a:xfrm>
              <a:prstGeom prst="rect">
                <a:avLst/>
              </a:prstGeom>
              <a:blipFill>
                <a:blip r:embed="rId25"/>
                <a:stretch>
                  <a:fillRect l="-11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标题 1">
            <a:extLst>
              <a:ext uri="{FF2B5EF4-FFF2-40B4-BE49-F238E27FC236}">
                <a16:creationId xmlns:a16="http://schemas.microsoft.com/office/drawing/2014/main" id="{55976E63-3056-B884-E328-75CF77D8E2F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T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E3062882-2675-19C6-4A5F-9ED5986CDB42}"/>
              </a:ext>
            </a:extLst>
          </p:cNvPr>
          <p:cNvSpPr/>
          <p:nvPr/>
        </p:nvSpPr>
        <p:spPr>
          <a:xfrm>
            <a:off x="5866962" y="2259682"/>
            <a:ext cx="458075" cy="390545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Line 27">
            <a:extLst>
              <a:ext uri="{FF2B5EF4-FFF2-40B4-BE49-F238E27FC236}">
                <a16:creationId xmlns:a16="http://schemas.microsoft.com/office/drawing/2014/main" id="{50B31372-D9D7-9B25-EDC0-88E6F5DD5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1351" y="2060593"/>
            <a:ext cx="77187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F874A3D-2D3F-7DB4-F6EE-650BC096D4DD}"/>
              </a:ext>
            </a:extLst>
          </p:cNvPr>
          <p:cNvSpPr/>
          <p:nvPr/>
        </p:nvSpPr>
        <p:spPr>
          <a:xfrm>
            <a:off x="1533552" y="1800000"/>
            <a:ext cx="937799" cy="116390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转换电路</a:t>
            </a:r>
          </a:p>
        </p:txBody>
      </p:sp>
      <p:sp>
        <p:nvSpPr>
          <p:cNvPr id="58" name="Line 27">
            <a:extLst>
              <a:ext uri="{FF2B5EF4-FFF2-40B4-BE49-F238E27FC236}">
                <a16:creationId xmlns:a16="http://schemas.microsoft.com/office/drawing/2014/main" id="{D99F3CC6-0798-7004-5EC0-0BA300DF9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7027" y="2374648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12278F5F-84C7-500E-2333-D0EA17860F73}"/>
                  </a:ext>
                </a:extLst>
              </p:cNvPr>
              <p:cNvSpPr txBox="1"/>
              <p:nvPr/>
            </p:nvSpPr>
            <p:spPr>
              <a:xfrm>
                <a:off x="936001" y="2142329"/>
                <a:ext cx="44835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12278F5F-84C7-500E-2333-D0EA17860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01" y="2142329"/>
                <a:ext cx="448351" cy="461665"/>
              </a:xfrm>
              <a:prstGeom prst="rect">
                <a:avLst/>
              </a:prstGeom>
              <a:blipFill>
                <a:blip r:embed="rId26"/>
                <a:stretch>
                  <a:fillRect l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Line 27">
            <a:extLst>
              <a:ext uri="{FF2B5EF4-FFF2-40B4-BE49-F238E27FC236}">
                <a16:creationId xmlns:a16="http://schemas.microsoft.com/office/drawing/2014/main" id="{297DA842-C500-9204-AD0D-9DA06E075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1555" y="2061249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89" name="Line 27">
            <a:extLst>
              <a:ext uri="{FF2B5EF4-FFF2-40B4-BE49-F238E27FC236}">
                <a16:creationId xmlns:a16="http://schemas.microsoft.com/office/drawing/2014/main" id="{D99AD62E-B369-A3EA-FA1B-EFEAB1E36D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1555" y="2711620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9079407F-7B3E-30DA-8E88-B6C2D46C046E}"/>
                  </a:ext>
                </a:extLst>
              </p:cNvPr>
              <p:cNvSpPr txBox="1"/>
              <p:nvPr/>
            </p:nvSpPr>
            <p:spPr>
              <a:xfrm>
                <a:off x="4419070" y="1831379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9079407F-7B3E-30DA-8E88-B6C2D46C0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070" y="1831379"/>
                <a:ext cx="458075" cy="461665"/>
              </a:xfrm>
              <a:prstGeom prst="rect">
                <a:avLst/>
              </a:prstGeom>
              <a:blipFill>
                <a:blip r:embed="rId27"/>
                <a:stretch>
                  <a:fillRect l="-10667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316CEDC3-D901-5CB8-7792-03EB37C862E4}"/>
                  </a:ext>
                </a:extLst>
              </p:cNvPr>
              <p:cNvSpPr txBox="1"/>
              <p:nvPr/>
            </p:nvSpPr>
            <p:spPr>
              <a:xfrm>
                <a:off x="4413234" y="2486377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316CEDC3-D901-5CB8-7792-03EB37C86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234" y="2486377"/>
                <a:ext cx="458075" cy="462434"/>
              </a:xfrm>
              <a:prstGeom prst="rect">
                <a:avLst/>
              </a:prstGeom>
              <a:blipFill>
                <a:blip r:embed="rId28"/>
                <a:stretch>
                  <a:fillRect l="-1066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椭圆 92">
            <a:extLst>
              <a:ext uri="{FF2B5EF4-FFF2-40B4-BE49-F238E27FC236}">
                <a16:creationId xmlns:a16="http://schemas.microsoft.com/office/drawing/2014/main" id="{A073FD79-3E7B-AB07-1614-63BD45A04C13}"/>
              </a:ext>
            </a:extLst>
          </p:cNvPr>
          <p:cNvSpPr/>
          <p:nvPr/>
        </p:nvSpPr>
        <p:spPr>
          <a:xfrm flipV="1">
            <a:off x="4186104" y="2657465"/>
            <a:ext cx="104821" cy="10243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B8640935-F1FE-E063-84AF-B6CA87E64395}"/>
              </a:ext>
            </a:extLst>
          </p:cNvPr>
          <p:cNvGrpSpPr/>
          <p:nvPr/>
        </p:nvGrpSpPr>
        <p:grpSpPr>
          <a:xfrm>
            <a:off x="7381068" y="1799999"/>
            <a:ext cx="2303076" cy="1163907"/>
            <a:chOff x="6788655" y="4906038"/>
            <a:chExt cx="2303076" cy="1163907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3F88D4DE-EC9E-8379-9F7E-F03C21F311E3}"/>
                </a:ext>
              </a:extLst>
            </p:cNvPr>
            <p:cNvSpPr/>
            <p:nvPr/>
          </p:nvSpPr>
          <p:spPr>
            <a:xfrm>
              <a:off x="7458342" y="4906038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043052E8-1D5B-951B-A2F3-CB76FD3BE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9" name="Line 27">
              <a:extLst>
                <a:ext uri="{FF2B5EF4-FFF2-40B4-BE49-F238E27FC236}">
                  <a16:creationId xmlns:a16="http://schemas.microsoft.com/office/drawing/2014/main" id="{7027411A-75B0-F490-35F1-E492577BD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014" y="5817003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E08130F-5C90-3314-E8E4-A1E5A04E24A0}"/>
                    </a:ext>
                  </a:extLst>
                </p:cNvPr>
                <p:cNvSpPr txBox="1"/>
                <p:nvPr/>
              </p:nvSpPr>
              <p:spPr>
                <a:xfrm>
                  <a:off x="7455256" y="4948762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E08130F-5C90-3314-E8E4-A1E5A04E24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5256" y="4948762"/>
                  <a:ext cx="448351" cy="430887"/>
                </a:xfrm>
                <a:prstGeom prst="rect">
                  <a:avLst/>
                </a:prstGeom>
                <a:blipFill>
                  <a:blip r:embed="rId29"/>
                  <a:stretch>
                    <a:fillRect l="-1351" r="-121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7" name="Line 27">
              <a:extLst>
                <a:ext uri="{FF2B5EF4-FFF2-40B4-BE49-F238E27FC236}">
                  <a16:creationId xmlns:a16="http://schemas.microsoft.com/office/drawing/2014/main" id="{033B4BAB-A484-1A75-D3A5-C6960AC60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16663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8" name="Line 27">
              <a:extLst>
                <a:ext uri="{FF2B5EF4-FFF2-40B4-BE49-F238E27FC236}">
                  <a16:creationId xmlns:a16="http://schemas.microsoft.com/office/drawing/2014/main" id="{54FDF45E-E391-09B4-6A57-90E6CA0B41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6141" y="5817002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CB60C87E-0017-FA1C-66EC-5D205D4EB214}"/>
                    </a:ext>
                  </a:extLst>
                </p:cNvPr>
                <p:cNvSpPr txBox="1"/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6E84F2D8-66FE-9E97-E39E-FAB629797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656" y="4936761"/>
                  <a:ext cx="458075" cy="461665"/>
                </a:xfrm>
                <a:prstGeom prst="rect">
                  <a:avLst/>
                </a:prstGeom>
                <a:blipFill>
                  <a:blip r:embed="rId33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C2385590-3C22-DAC2-DBEE-A96C57A1E917}"/>
                    </a:ext>
                  </a:extLst>
                </p:cNvPr>
                <p:cNvSpPr txBox="1"/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90242F3-0630-22DF-ED83-03EED6B89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7820" y="5591759"/>
                  <a:ext cx="458075" cy="462434"/>
                </a:xfrm>
                <a:prstGeom prst="rect">
                  <a:avLst/>
                </a:prstGeom>
                <a:blipFill>
                  <a:blip r:embed="rId34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等腰三角形 120">
              <a:extLst>
                <a:ext uri="{FF2B5EF4-FFF2-40B4-BE49-F238E27FC236}">
                  <a16:creationId xmlns:a16="http://schemas.microsoft.com/office/drawing/2014/main" id="{1CD6463F-0478-59B1-760B-ABDCE0363F3C}"/>
                </a:ext>
              </a:extLst>
            </p:cNvPr>
            <p:cNvSpPr/>
            <p:nvPr/>
          </p:nvSpPr>
          <p:spPr>
            <a:xfrm rot="5400000">
              <a:off x="7435899" y="5767357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6074B371-5864-ED85-7BE1-CBDBAC0135DD}"/>
                </a:ext>
              </a:extLst>
            </p:cNvPr>
            <p:cNvSpPr/>
            <p:nvPr/>
          </p:nvSpPr>
          <p:spPr>
            <a:xfrm flipV="1">
              <a:off x="8400690" y="5762847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4B160345-BB46-55DB-C214-D8DF979DD876}"/>
                    </a:ext>
                  </a:extLst>
                </p:cNvPr>
                <p:cNvSpPr txBox="1"/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4B160345-BB46-55DB-C214-D8DF979DD8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9810" y="4933586"/>
                  <a:ext cx="458075" cy="461665"/>
                </a:xfrm>
                <a:prstGeom prst="rect">
                  <a:avLst/>
                </a:prstGeom>
                <a:blipFill>
                  <a:blip r:embed="rId35"/>
                  <a:stretch>
                    <a:fillRect l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B350AB32-F61E-C6C1-484B-F1018AA6431D}"/>
                    </a:ext>
                  </a:extLst>
                </p:cNvPr>
                <p:cNvSpPr txBox="1"/>
                <p:nvPr/>
              </p:nvSpPr>
              <p:spPr>
                <a:xfrm>
                  <a:off x="7498800" y="5597085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B350AB32-F61E-C6C1-484B-F1018AA643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8800" y="5597085"/>
                  <a:ext cx="448351" cy="430887"/>
                </a:xfrm>
                <a:prstGeom prst="rect">
                  <a:avLst/>
                </a:prstGeom>
                <a:blipFill>
                  <a:blip r:embed="rId36"/>
                  <a:stretch>
                    <a:fillRect l="-1351" r="-108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5B00A8F0-D5EB-A1A8-C573-82F1F6F618AB}"/>
                    </a:ext>
                  </a:extLst>
                </p:cNvPr>
                <p:cNvSpPr txBox="1"/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5B00A8F0-D5EB-A1A8-C573-82F1F6F61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655" y="5583231"/>
                  <a:ext cx="458075" cy="461665"/>
                </a:xfrm>
                <a:prstGeom prst="rect">
                  <a:avLst/>
                </a:prstGeom>
                <a:blipFill>
                  <a:blip r:embed="rId37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3" name="Line 27">
            <a:extLst>
              <a:ext uri="{FF2B5EF4-FFF2-40B4-BE49-F238E27FC236}">
                <a16:creationId xmlns:a16="http://schemas.microsoft.com/office/drawing/2014/main" id="{1BDB6357-C2C2-8BC8-CDC4-01025EAF4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2562" y="2713079"/>
            <a:ext cx="77187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1943FB53-4FD6-8775-D9AF-969377126D2D}"/>
              </a:ext>
            </a:extLst>
          </p:cNvPr>
          <p:cNvSpPr/>
          <p:nvPr/>
        </p:nvSpPr>
        <p:spPr>
          <a:xfrm>
            <a:off x="3243879" y="1799736"/>
            <a:ext cx="937799" cy="116390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5BB638A2-9D60-9C60-714C-5E2D424237BD}"/>
                  </a:ext>
                </a:extLst>
              </p:cNvPr>
              <p:cNvSpPr txBox="1"/>
              <p:nvPr/>
            </p:nvSpPr>
            <p:spPr>
              <a:xfrm>
                <a:off x="3228542" y="1789708"/>
                <a:ext cx="44835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5BB638A2-9D60-9C60-714C-5E2D42423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542" y="1789708"/>
                <a:ext cx="448351" cy="430887"/>
              </a:xfrm>
              <a:prstGeom prst="rect">
                <a:avLst/>
              </a:prstGeom>
              <a:blipFill>
                <a:blip r:embed="rId38"/>
                <a:stretch>
                  <a:fillRect l="-1370" r="-1370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等腰三角形 152">
            <a:extLst>
              <a:ext uri="{FF2B5EF4-FFF2-40B4-BE49-F238E27FC236}">
                <a16:creationId xmlns:a16="http://schemas.microsoft.com/office/drawing/2014/main" id="{42B2DB25-BB5A-A76A-F1B6-F866081E2565}"/>
              </a:ext>
            </a:extLst>
          </p:cNvPr>
          <p:cNvSpPr/>
          <p:nvPr/>
        </p:nvSpPr>
        <p:spPr>
          <a:xfrm rot="5400000">
            <a:off x="3221436" y="2333541"/>
            <a:ext cx="147129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B58EAAA8-53A5-5D4B-187B-CBBB1B8B2C3F}"/>
                  </a:ext>
                </a:extLst>
              </p:cNvPr>
              <p:cNvSpPr txBox="1"/>
              <p:nvPr/>
            </p:nvSpPr>
            <p:spPr>
              <a:xfrm>
                <a:off x="3357925" y="2168751"/>
                <a:ext cx="44835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B58EAAA8-53A5-5D4B-187B-CBBB1B8B2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925" y="2168751"/>
                <a:ext cx="448351" cy="430887"/>
              </a:xfrm>
              <a:prstGeom prst="rect">
                <a:avLst/>
              </a:prstGeom>
              <a:blipFill>
                <a:blip r:embed="rId39"/>
                <a:stretch>
                  <a:fillRect l="-15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4250C085-32E9-495A-CA4B-35F5DFA51BEA}"/>
                  </a:ext>
                </a:extLst>
              </p:cNvPr>
              <p:cNvSpPr txBox="1"/>
              <p:nvPr/>
            </p:nvSpPr>
            <p:spPr>
              <a:xfrm>
                <a:off x="3228542" y="2543535"/>
                <a:ext cx="44835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4250C085-32E9-495A-CA4B-35F5DFA51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542" y="2543535"/>
                <a:ext cx="448351" cy="430887"/>
              </a:xfrm>
              <a:prstGeom prst="rect">
                <a:avLst/>
              </a:prstGeom>
              <a:blipFill>
                <a:blip r:embed="rId40"/>
                <a:stretch>
                  <a:fillRect l="-1370" r="-16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Line 27">
            <a:extLst>
              <a:ext uri="{FF2B5EF4-FFF2-40B4-BE49-F238E27FC236}">
                <a16:creationId xmlns:a16="http://schemas.microsoft.com/office/drawing/2014/main" id="{F14855BE-4A19-FD38-E041-E1F053369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2551" y="2381498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543C4F4D-3172-0DBF-6F18-6159775F33FD}"/>
              </a:ext>
            </a:extLst>
          </p:cNvPr>
          <p:cNvSpPr/>
          <p:nvPr/>
        </p:nvSpPr>
        <p:spPr>
          <a:xfrm>
            <a:off x="9206680" y="4305135"/>
            <a:ext cx="937799" cy="116390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7" name="Line 27">
            <a:extLst>
              <a:ext uri="{FF2B5EF4-FFF2-40B4-BE49-F238E27FC236}">
                <a16:creationId xmlns:a16="http://schemas.microsoft.com/office/drawing/2014/main" id="{0A6291D9-D51A-C6E4-969F-3FF892000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2353" y="4565728"/>
            <a:ext cx="14443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78" name="Line 27">
            <a:extLst>
              <a:ext uri="{FF2B5EF4-FFF2-40B4-BE49-F238E27FC236}">
                <a16:creationId xmlns:a16="http://schemas.microsoft.com/office/drawing/2014/main" id="{E8386FB9-0E8F-0417-EDA6-2BAD2D2DE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8448029" y="5216100"/>
            <a:ext cx="75865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93E3A03A-2B54-386C-4E48-4EF83430D8BC}"/>
                  </a:ext>
                </a:extLst>
              </p:cNvPr>
              <p:cNvSpPr txBox="1"/>
              <p:nvPr/>
            </p:nvSpPr>
            <p:spPr>
              <a:xfrm>
                <a:off x="9191343" y="4295107"/>
                <a:ext cx="44835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93E3A03A-2B54-386C-4E48-4EF83430D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343" y="4295107"/>
                <a:ext cx="448351" cy="430887"/>
              </a:xfrm>
              <a:prstGeom prst="rect">
                <a:avLst/>
              </a:prstGeom>
              <a:blipFill>
                <a:blip r:embed="rId41"/>
                <a:stretch>
                  <a:fillRect l="-1370" r="-1370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Line 27">
            <a:extLst>
              <a:ext uri="{FF2B5EF4-FFF2-40B4-BE49-F238E27FC236}">
                <a16:creationId xmlns:a16="http://schemas.microsoft.com/office/drawing/2014/main" id="{A83DED36-95A9-3D87-5C89-2523EF6D72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4479" y="4565728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p:sp>
        <p:nvSpPr>
          <p:cNvPr id="181" name="Line 27">
            <a:extLst>
              <a:ext uri="{FF2B5EF4-FFF2-40B4-BE49-F238E27FC236}">
                <a16:creationId xmlns:a16="http://schemas.microsoft.com/office/drawing/2014/main" id="{860B697B-C2DA-A766-22FF-70A34F106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4479" y="5216099"/>
            <a:ext cx="26132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638B7A2E-BD46-7E3A-B984-903EE243703A}"/>
                  </a:ext>
                </a:extLst>
              </p:cNvPr>
              <p:cNvSpPr txBox="1"/>
              <p:nvPr/>
            </p:nvSpPr>
            <p:spPr>
              <a:xfrm>
                <a:off x="10381994" y="4335858"/>
                <a:ext cx="45807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638B7A2E-BD46-7E3A-B984-903EE2437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1994" y="4335858"/>
                <a:ext cx="458075" cy="461665"/>
              </a:xfrm>
              <a:prstGeom prst="rect">
                <a:avLst/>
              </a:prstGeom>
              <a:blipFill>
                <a:blip r:embed="rId42"/>
                <a:stretch>
                  <a:fillRect l="-10667"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2F514F7F-3E7A-BFFF-A0DB-0B40219272A5}"/>
                  </a:ext>
                </a:extLst>
              </p:cNvPr>
              <p:cNvSpPr txBox="1"/>
              <p:nvPr/>
            </p:nvSpPr>
            <p:spPr>
              <a:xfrm>
                <a:off x="10376158" y="4990856"/>
                <a:ext cx="458075" cy="462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2F514F7F-3E7A-BFFF-A0DB-0B4021927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6158" y="4990856"/>
                <a:ext cx="458075" cy="462434"/>
              </a:xfrm>
              <a:prstGeom prst="rect">
                <a:avLst/>
              </a:prstGeom>
              <a:blipFill>
                <a:blip r:embed="rId43"/>
                <a:stretch>
                  <a:fillRect l="-10667" b="-118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" name="等腰三角形 183">
            <a:extLst>
              <a:ext uri="{FF2B5EF4-FFF2-40B4-BE49-F238E27FC236}">
                <a16:creationId xmlns:a16="http://schemas.microsoft.com/office/drawing/2014/main" id="{02B8CA6B-8F61-8589-6186-E66DFC207795}"/>
              </a:ext>
            </a:extLst>
          </p:cNvPr>
          <p:cNvSpPr/>
          <p:nvPr/>
        </p:nvSpPr>
        <p:spPr>
          <a:xfrm rot="5400000">
            <a:off x="9184237" y="4838940"/>
            <a:ext cx="147129" cy="95915"/>
          </a:xfrm>
          <a:prstGeom prst="triangle">
            <a:avLst/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280D78D9-316A-6BD8-E346-998F0DD65A64}"/>
              </a:ext>
            </a:extLst>
          </p:cNvPr>
          <p:cNvSpPr/>
          <p:nvPr/>
        </p:nvSpPr>
        <p:spPr>
          <a:xfrm flipV="1">
            <a:off x="10149028" y="5161944"/>
            <a:ext cx="104821" cy="10243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F8AE12E9-3D13-B49B-CB8D-60BBD745A441}"/>
                  </a:ext>
                </a:extLst>
              </p:cNvPr>
              <p:cNvSpPr txBox="1"/>
              <p:nvPr/>
            </p:nvSpPr>
            <p:spPr>
              <a:xfrm>
                <a:off x="9320726" y="4674150"/>
                <a:ext cx="44835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F8AE12E9-3D13-B49B-CB8D-60BBD745A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0726" y="4674150"/>
                <a:ext cx="448351" cy="430887"/>
              </a:xfrm>
              <a:prstGeom prst="rect">
                <a:avLst/>
              </a:prstGeom>
              <a:blipFill>
                <a:blip r:embed="rId44"/>
                <a:stretch>
                  <a:fillRect l="-14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46621160-C39E-8494-2AE4-D55E887CF765}"/>
                  </a:ext>
                </a:extLst>
              </p:cNvPr>
              <p:cNvSpPr txBox="1"/>
              <p:nvPr/>
            </p:nvSpPr>
            <p:spPr>
              <a:xfrm>
                <a:off x="9191343" y="5048934"/>
                <a:ext cx="448351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46621160-C39E-8494-2AE4-D55E887CF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1343" y="5048934"/>
                <a:ext cx="448351" cy="430887"/>
              </a:xfrm>
              <a:prstGeom prst="rect">
                <a:avLst/>
              </a:prstGeom>
              <a:blipFill>
                <a:blip r:embed="rId45"/>
                <a:stretch>
                  <a:fillRect l="-1370" r="-16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Line 27">
            <a:extLst>
              <a:ext uri="{FF2B5EF4-FFF2-40B4-BE49-F238E27FC236}">
                <a16:creationId xmlns:a16="http://schemas.microsoft.com/office/drawing/2014/main" id="{4D1129B2-72F5-7CF1-7571-B9ED4E1FD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2353" y="4886897"/>
            <a:ext cx="144432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1009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>
            <a:extLst>
              <a:ext uri="{FF2B5EF4-FFF2-40B4-BE49-F238E27FC236}">
                <a16:creationId xmlns:a16="http://schemas.microsoft.com/office/drawing/2014/main" id="{92FBDAFE-CA74-2730-6241-E2BBA8489D6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T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5C1AFB-D570-020E-5FC9-24DF41C29DBC}"/>
              </a:ext>
            </a:extLst>
          </p:cNvPr>
          <p:cNvSpPr txBox="1"/>
          <p:nvPr/>
        </p:nvSpPr>
        <p:spPr>
          <a:xfrm>
            <a:off x="360000" y="828000"/>
            <a:ext cx="7077863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触发器构成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触发器（不直观）：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DF3ACA3-1155-CF42-5994-23FA4866D175}"/>
                  </a:ext>
                </a:extLst>
              </p:cNvPr>
              <p:cNvSpPr txBox="1"/>
              <p:nvPr/>
            </p:nvSpPr>
            <p:spPr>
              <a:xfrm>
                <a:off x="359999" y="4500000"/>
                <a:ext cx="5965037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JK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DF3ACA3-1155-CF42-5994-23FA4866D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4500000"/>
                <a:ext cx="5965037" cy="565348"/>
              </a:xfrm>
              <a:prstGeom prst="rect">
                <a:avLst/>
              </a:prstGeom>
              <a:blipFill>
                <a:blip r:embed="rId19"/>
                <a:stretch>
                  <a:fillRect l="-2043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5AF889E-E253-774E-366F-81C4BA045D3E}"/>
                  </a:ext>
                </a:extLst>
              </p:cNvPr>
              <p:cNvSpPr txBox="1"/>
              <p:nvPr/>
            </p:nvSpPr>
            <p:spPr>
              <a:xfrm>
                <a:off x="360000" y="3780000"/>
                <a:ext cx="6215842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T </a:t>
                </a:r>
                <a:r>
                  <a:rPr kumimoji="1" lang="en-US" altLang="zh-CN" sz="16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5AF889E-E253-774E-366F-81C4BA045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780000"/>
                <a:ext cx="6215842" cy="565348"/>
              </a:xfrm>
              <a:prstGeom prst="rect">
                <a:avLst/>
              </a:prstGeom>
              <a:blipFill>
                <a:blip r:embed="rId20"/>
                <a:stretch>
                  <a:fillRect l="-294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195FFC04-9BD3-24D8-781B-E42E1920882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997E2B91-594C-8E15-BA0B-82B6C114E84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9" name="箭头: 五边形 28">
                <a:extLst>
                  <a:ext uri="{FF2B5EF4-FFF2-40B4-BE49-F238E27FC236}">
                    <a16:creationId xmlns:a16="http://schemas.microsoft.com/office/drawing/2014/main" id="{B0FA0D37-3DDD-C24B-9612-EC0BA584C06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" name="箭头: V 形 29">
                <a:extLst>
                  <a:ext uri="{FF2B5EF4-FFF2-40B4-BE49-F238E27FC236}">
                    <a16:creationId xmlns:a16="http://schemas.microsoft.com/office/drawing/2014/main" id="{8009F16C-3092-36E8-3A70-5C1DA6274C1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灯片编号占位符 3">
              <a:extLst>
                <a:ext uri="{FF2B5EF4-FFF2-40B4-BE49-F238E27FC236}">
                  <a16:creationId xmlns:a16="http://schemas.microsoft.com/office/drawing/2014/main" id="{CAA32A0E-0DC1-E7D6-5624-BF4F780AB2D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E71C24C-582E-CF1E-2B36-6B2DDBD3ECE9}"/>
              </a:ext>
            </a:extLst>
          </p:cNvPr>
          <p:cNvGrpSpPr/>
          <p:nvPr/>
        </p:nvGrpSpPr>
        <p:grpSpPr>
          <a:xfrm>
            <a:off x="7092000" y="4788000"/>
            <a:ext cx="4077228" cy="1759845"/>
            <a:chOff x="7092000" y="4884775"/>
            <a:chExt cx="4077228" cy="17598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8A309E9-1841-17E5-2694-549514360ECF}"/>
                    </a:ext>
                  </a:extLst>
                </p:cNvPr>
                <p:cNvSpPr txBox="1"/>
                <p:nvPr/>
              </p:nvSpPr>
              <p:spPr>
                <a:xfrm>
                  <a:off x="7875396" y="5720154"/>
                  <a:ext cx="81869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8A309E9-1841-17E5-2694-549514360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5396" y="5720154"/>
                  <a:ext cx="818698" cy="46243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8FAC2937-505F-4EEC-CEF6-ECBE63742F41}"/>
                    </a:ext>
                  </a:extLst>
                </p:cNvPr>
                <p:cNvSpPr txBox="1"/>
                <p:nvPr/>
              </p:nvSpPr>
              <p:spPr>
                <a:xfrm>
                  <a:off x="8697031" y="5720154"/>
                  <a:ext cx="81869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8FAC2937-505F-4EEC-CEF6-ECBE63742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031" y="5720154"/>
                  <a:ext cx="818698" cy="46243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D05F0A1E-D277-968E-7176-32DFFACA789C}"/>
                </a:ext>
              </a:extLst>
            </p:cNvPr>
            <p:cNvSpPr/>
            <p:nvPr/>
          </p:nvSpPr>
          <p:spPr>
            <a:xfrm>
              <a:off x="7875396" y="5720154"/>
              <a:ext cx="3293832" cy="924466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tx1"/>
                </a:solidFill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EBF47D3-7320-62E4-8D97-597821026C1E}"/>
                </a:ext>
              </a:extLst>
            </p:cNvPr>
            <p:cNvCxnSpPr>
              <a:cxnSpLocks/>
            </p:cNvCxnSpPr>
            <p:nvPr/>
          </p:nvCxnSpPr>
          <p:spPr>
            <a:xfrm>
              <a:off x="7482773" y="5325907"/>
              <a:ext cx="392623" cy="39424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A21B13A-467F-CF91-57BF-5A1C53205D7E}"/>
                    </a:ext>
                  </a:extLst>
                </p:cNvPr>
                <p:cNvSpPr txBox="1"/>
                <p:nvPr/>
              </p:nvSpPr>
              <p:spPr>
                <a:xfrm>
                  <a:off x="8045370" y="5304385"/>
                  <a:ext cx="4733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EA21B13A-467F-CF91-57BF-5A1C53205D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5370" y="5304385"/>
                  <a:ext cx="473382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3896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A033738-B7C0-B10B-C8D2-7555BBC8D82D}"/>
                    </a:ext>
                  </a:extLst>
                </p:cNvPr>
                <p:cNvSpPr txBox="1"/>
                <p:nvPr/>
              </p:nvSpPr>
              <p:spPr>
                <a:xfrm>
                  <a:off x="8866752" y="5304385"/>
                  <a:ext cx="4733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A033738-B7C0-B10B-C8D2-7555BBC8D8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6752" y="5304385"/>
                  <a:ext cx="473382" cy="461665"/>
                </a:xfrm>
                <a:prstGeom prst="rect">
                  <a:avLst/>
                </a:prstGeom>
                <a:blipFill>
                  <a:blip r:embed="rId24"/>
                  <a:stretch>
                    <a:fillRect l="-3896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B456FA9-10E4-5FF4-1777-3620C0E6F787}"/>
                    </a:ext>
                  </a:extLst>
                </p:cNvPr>
                <p:cNvSpPr txBox="1"/>
                <p:nvPr/>
              </p:nvSpPr>
              <p:spPr>
                <a:xfrm>
                  <a:off x="7609784" y="5039802"/>
                  <a:ext cx="60860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JK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B456FA9-10E4-5FF4-1777-3620C0E6F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9784" y="5039802"/>
                  <a:ext cx="608605" cy="52322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900EC3F-B2C1-A173-3495-5E79FA4CDD11}"/>
                    </a:ext>
                  </a:extLst>
                </p:cNvPr>
                <p:cNvSpPr txBox="1"/>
                <p:nvPr/>
              </p:nvSpPr>
              <p:spPr>
                <a:xfrm>
                  <a:off x="9522313" y="5720154"/>
                  <a:ext cx="818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900EC3F-B2C1-A173-3495-5E79FA4CD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2313" y="5720154"/>
                  <a:ext cx="818698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A1BE3FB-0C4B-34F4-5020-301F466E628E}"/>
                    </a:ext>
                  </a:extLst>
                </p:cNvPr>
                <p:cNvSpPr txBox="1"/>
                <p:nvPr/>
              </p:nvSpPr>
              <p:spPr>
                <a:xfrm>
                  <a:off x="10343948" y="5720154"/>
                  <a:ext cx="818698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A1BE3FB-0C4B-34F4-5020-301F466E62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3948" y="5720154"/>
                  <a:ext cx="818698" cy="46243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8F0C4224-FE91-1150-D80F-4D348CCD16D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5164" y="5720154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718F6508-70EE-3AF5-8A87-64461EECFCE2}"/>
                </a:ext>
              </a:extLst>
            </p:cNvPr>
            <p:cNvCxnSpPr>
              <a:cxnSpLocks/>
            </p:cNvCxnSpPr>
            <p:nvPr/>
          </p:nvCxnSpPr>
          <p:spPr>
            <a:xfrm>
              <a:off x="8698247" y="5720154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681972F-9883-8B41-306C-45AEC6D030C7}"/>
                    </a:ext>
                  </a:extLst>
                </p:cNvPr>
                <p:cNvSpPr txBox="1"/>
                <p:nvPr/>
              </p:nvSpPr>
              <p:spPr>
                <a:xfrm>
                  <a:off x="9703755" y="5304385"/>
                  <a:ext cx="4733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681972F-9883-8B41-306C-45AEC6D03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3755" y="5304385"/>
                  <a:ext cx="473382" cy="461665"/>
                </a:xfrm>
                <a:prstGeom prst="rect">
                  <a:avLst/>
                </a:prstGeom>
                <a:blipFill>
                  <a:blip r:embed="rId28"/>
                  <a:stretch>
                    <a:fillRect l="-3896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6411494-616E-43DA-1DCF-FD5A1ADD2F39}"/>
                    </a:ext>
                  </a:extLst>
                </p:cNvPr>
                <p:cNvSpPr txBox="1"/>
                <p:nvPr/>
              </p:nvSpPr>
              <p:spPr>
                <a:xfrm>
                  <a:off x="10525137" y="5304385"/>
                  <a:ext cx="47338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6411494-616E-43DA-1DCF-FD5A1ADD2F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5137" y="5304385"/>
                  <a:ext cx="473382" cy="461665"/>
                </a:xfrm>
                <a:prstGeom prst="rect">
                  <a:avLst/>
                </a:prstGeom>
                <a:blipFill>
                  <a:blip r:embed="rId29"/>
                  <a:stretch>
                    <a:fillRect l="-3896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DDE9A2B-35C1-11C3-04C0-40F4CD0FC534}"/>
                    </a:ext>
                  </a:extLst>
                </p:cNvPr>
                <p:cNvSpPr txBox="1"/>
                <p:nvPr/>
              </p:nvSpPr>
              <p:spPr>
                <a:xfrm>
                  <a:off x="7092000" y="5362742"/>
                  <a:ext cx="45070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0DDE9A2B-35C1-11C3-04C0-40F4CD0FC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000" y="5362742"/>
                  <a:ext cx="450705" cy="523220"/>
                </a:xfrm>
                <a:prstGeom prst="rect">
                  <a:avLst/>
                </a:prstGeom>
                <a:blipFill>
                  <a:blip r:embed="rId30"/>
                  <a:stretch>
                    <a:fillRect r="-94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6451C2C-49DA-B725-534A-B16E28901DE0}"/>
                    </a:ext>
                  </a:extLst>
                </p:cNvPr>
                <p:cNvSpPr txBox="1"/>
                <p:nvPr/>
              </p:nvSpPr>
              <p:spPr>
                <a:xfrm>
                  <a:off x="7542705" y="5719385"/>
                  <a:ext cx="33390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6451C2C-49DA-B725-534A-B16E28901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2705" y="5719385"/>
                  <a:ext cx="333907" cy="461665"/>
                </a:xfrm>
                <a:prstGeom prst="rect">
                  <a:avLst/>
                </a:prstGeom>
                <a:blipFill>
                  <a:blip r:embed="rId31"/>
                  <a:stretch>
                    <a:fillRect l="-3636" r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023C718-6658-F0FC-68D6-53FD850C8C13}"/>
                    </a:ext>
                  </a:extLst>
                </p:cNvPr>
                <p:cNvSpPr txBox="1"/>
                <p:nvPr/>
              </p:nvSpPr>
              <p:spPr>
                <a:xfrm>
                  <a:off x="7875396" y="6182955"/>
                  <a:ext cx="818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023C718-6658-F0FC-68D6-53FD850C8C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5396" y="6182955"/>
                  <a:ext cx="818698" cy="46166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948FF7C-EC01-1154-BEFA-FAD1F999E222}"/>
                    </a:ext>
                  </a:extLst>
                </p:cNvPr>
                <p:cNvSpPr txBox="1"/>
                <p:nvPr/>
              </p:nvSpPr>
              <p:spPr>
                <a:xfrm>
                  <a:off x="8697031" y="6182955"/>
                  <a:ext cx="818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948FF7C-EC01-1154-BEFA-FAD1F999E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7031" y="6182955"/>
                  <a:ext cx="818698" cy="46166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15756AA-0F7A-424E-596E-2385D36C2142}"/>
                    </a:ext>
                  </a:extLst>
                </p:cNvPr>
                <p:cNvSpPr txBox="1"/>
                <p:nvPr/>
              </p:nvSpPr>
              <p:spPr>
                <a:xfrm>
                  <a:off x="9522313" y="6182955"/>
                  <a:ext cx="818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315756AA-0F7A-424E-596E-2385D36C2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2313" y="6182955"/>
                  <a:ext cx="818698" cy="46166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5C2B54AC-D027-E039-20BA-9C84BA0F312C}"/>
                    </a:ext>
                  </a:extLst>
                </p:cNvPr>
                <p:cNvSpPr txBox="1"/>
                <p:nvPr/>
              </p:nvSpPr>
              <p:spPr>
                <a:xfrm>
                  <a:off x="10343948" y="6182955"/>
                  <a:ext cx="8186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5C2B54AC-D027-E039-20BA-9C84BA0F3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3948" y="6182955"/>
                  <a:ext cx="818698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C244751B-AED7-BD76-F171-5C9C79D569CA}"/>
                </a:ext>
              </a:extLst>
            </p:cNvPr>
            <p:cNvCxnSpPr>
              <a:cxnSpLocks/>
              <a:stCxn id="33" idx="0"/>
              <a:endCxn id="33" idx="2"/>
            </p:cNvCxnSpPr>
            <p:nvPr/>
          </p:nvCxnSpPr>
          <p:spPr>
            <a:xfrm>
              <a:off x="9522312" y="5720154"/>
              <a:ext cx="0" cy="92446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7E0D3104-7AAD-1BCE-054C-DF3A72EE7869}"/>
                </a:ext>
              </a:extLst>
            </p:cNvPr>
            <p:cNvCxnSpPr>
              <a:cxnSpLocks/>
              <a:stCxn id="33" idx="1"/>
              <a:endCxn id="33" idx="3"/>
            </p:cNvCxnSpPr>
            <p:nvPr/>
          </p:nvCxnSpPr>
          <p:spPr>
            <a:xfrm>
              <a:off x="7875396" y="6182387"/>
              <a:ext cx="32938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1052519-F1CF-5D73-3B95-500C790F1C62}"/>
                    </a:ext>
                  </a:extLst>
                </p:cNvPr>
                <p:cNvSpPr txBox="1"/>
                <p:nvPr/>
              </p:nvSpPr>
              <p:spPr>
                <a:xfrm>
                  <a:off x="7542097" y="6182954"/>
                  <a:ext cx="33390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F1052519-F1CF-5D73-3B95-500C790F1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2097" y="6182954"/>
                  <a:ext cx="333907" cy="461665"/>
                </a:xfrm>
                <a:prstGeom prst="rect">
                  <a:avLst/>
                </a:prstGeom>
                <a:blipFill>
                  <a:blip r:embed="rId36"/>
                  <a:stretch>
                    <a:fillRect l="-3636" r="-10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F5555A8-AE4A-1850-0C05-50DDE4D671E4}"/>
                    </a:ext>
                  </a:extLst>
                </p:cNvPr>
                <p:cNvSpPr txBox="1"/>
                <p:nvPr/>
              </p:nvSpPr>
              <p:spPr>
                <a:xfrm>
                  <a:off x="7182410" y="4884775"/>
                  <a:ext cx="53209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8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F5555A8-AE4A-1850-0C05-50DDE4D67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2410" y="4884775"/>
                  <a:ext cx="532099" cy="52322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6" name="表格 55">
                <a:extLst>
                  <a:ext uri="{FF2B5EF4-FFF2-40B4-BE49-F238E27FC236}">
                    <a16:creationId xmlns:a16="http://schemas.microsoft.com/office/drawing/2014/main" id="{D266EB6E-0F72-D2E6-B548-4410A25A64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235056"/>
                  </p:ext>
                </p:extLst>
              </p:nvPr>
            </p:nvGraphicFramePr>
            <p:xfrm>
              <a:off x="7092000" y="1216800"/>
              <a:ext cx="4803513" cy="3505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3206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857514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939865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  <a:gridCol w="782928">
                      <a:extLst>
                        <a:ext uri="{9D8B030D-6E8A-4147-A177-3AD203B41FA5}">
                          <a16:colId xmlns:a16="http://schemas.microsoft.com/office/drawing/2014/main" val="2192061872"/>
                        </a:ext>
                      </a:extLst>
                    </a:gridCol>
                  </a:tblGrid>
                  <a:tr h="3323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baseline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0" dirty="0">
                              <a:solidFill>
                                <a:srgbClr val="0000FF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oMath>
                          </a14:m>
                          <a:endParaRPr lang="zh-CN" altLang="en-US" sz="24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367222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翻转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6" name="表格 55">
                <a:extLst>
                  <a:ext uri="{FF2B5EF4-FFF2-40B4-BE49-F238E27FC236}">
                    <a16:creationId xmlns:a16="http://schemas.microsoft.com/office/drawing/2014/main" id="{D266EB6E-0F72-D2E6-B548-4410A25A64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6235056"/>
                  </p:ext>
                </p:extLst>
              </p:nvPr>
            </p:nvGraphicFramePr>
            <p:xfrm>
              <a:off x="7092000" y="1216800"/>
              <a:ext cx="4803513" cy="3505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223206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857514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939865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  <a:gridCol w="782928">
                      <a:extLst>
                        <a:ext uri="{9D8B030D-6E8A-4147-A177-3AD203B41FA5}">
                          <a16:colId xmlns:a16="http://schemas.microsoft.com/office/drawing/2014/main" val="219206187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8"/>
                          <a:stretch>
                            <a:fillRect l="-274" t="-9333" r="-116712" b="-6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8"/>
                          <a:stretch>
                            <a:fillRect l="-259574" t="-9333" r="-202128" b="-6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8"/>
                          <a:stretch>
                            <a:fillRect l="-512403" t="-9333" r="-1550" b="-694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翻转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00FF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00FF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7" name="文本框 56">
            <a:extLst>
              <a:ext uri="{FF2B5EF4-FFF2-40B4-BE49-F238E27FC236}">
                <a16:creationId xmlns:a16="http://schemas.microsoft.com/office/drawing/2014/main" id="{9793F203-2B3B-2E5F-7950-9AD527F98E5E}"/>
              </a:ext>
            </a:extLst>
          </p:cNvPr>
          <p:cNvSpPr txBox="1"/>
          <p:nvPr/>
        </p:nvSpPr>
        <p:spPr>
          <a:xfrm>
            <a:off x="7092000" y="720000"/>
            <a:ext cx="4803513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特性表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07449C0-2575-DA9B-EE9D-3201557FE0E1}"/>
                  </a:ext>
                </a:extLst>
              </p:cNvPr>
              <p:cNvSpPr txBox="1"/>
              <p:nvPr/>
            </p:nvSpPr>
            <p:spPr>
              <a:xfrm>
                <a:off x="360000" y="5220000"/>
                <a:ext cx="4704672" cy="565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转换</a:t>
                </a:r>
                <a:r>
                  <a:rPr lang="zh-CN" altLang="en-US" sz="2800" b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电路：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2800" i="1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F07449C0-2575-DA9B-EE9D-3201557FE0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220000"/>
                <a:ext cx="4704672" cy="565348"/>
              </a:xfrm>
              <a:prstGeom prst="rect">
                <a:avLst/>
              </a:prstGeom>
              <a:blipFill>
                <a:blip r:embed="rId39"/>
                <a:stretch>
                  <a:fillRect l="-389" t="-3226" b="-29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矩形 60">
            <a:extLst>
              <a:ext uri="{FF2B5EF4-FFF2-40B4-BE49-F238E27FC236}">
                <a16:creationId xmlns:a16="http://schemas.microsoft.com/office/drawing/2014/main" id="{69CF716A-DABD-614D-866D-EA797A8F3BE8}"/>
              </a:ext>
            </a:extLst>
          </p:cNvPr>
          <p:cNvSpPr/>
          <p:nvPr/>
        </p:nvSpPr>
        <p:spPr>
          <a:xfrm>
            <a:off x="8856834" y="6157037"/>
            <a:ext cx="1332757" cy="319948"/>
          </a:xfrm>
          <a:prstGeom prst="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290ECF9-4BA6-D96E-077D-5AE0BF2C44C5}"/>
              </a:ext>
            </a:extLst>
          </p:cNvPr>
          <p:cNvSpPr/>
          <p:nvPr/>
        </p:nvSpPr>
        <p:spPr>
          <a:xfrm>
            <a:off x="9679574" y="5694522"/>
            <a:ext cx="1332757" cy="3199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9D52827-0E75-00BD-49A9-B4F162212C6B}"/>
              </a:ext>
            </a:extLst>
          </p:cNvPr>
          <p:cNvGrpSpPr/>
          <p:nvPr/>
        </p:nvGrpSpPr>
        <p:grpSpPr>
          <a:xfrm>
            <a:off x="936000" y="1800000"/>
            <a:ext cx="3941145" cy="1163907"/>
            <a:chOff x="936000" y="1800000"/>
            <a:chExt cx="3941145" cy="1163907"/>
          </a:xfrm>
        </p:grpSpPr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017780FA-5CFC-70D5-FD72-2499987C0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351" y="2060593"/>
              <a:ext cx="7718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A78C6A5-5C31-B95D-287F-FBA7D64FBAB3}"/>
                </a:ext>
              </a:extLst>
            </p:cNvPr>
            <p:cNvSpPr/>
            <p:nvPr/>
          </p:nvSpPr>
          <p:spPr>
            <a:xfrm>
              <a:off x="1533552" y="1800000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转换电路</a:t>
              </a:r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CF55FA86-926A-7813-011A-3B450FDD8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7027" y="2060417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23D10199-B9F8-890C-019B-54F67F7702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7026" y="271078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54677FA-2124-E188-2F4D-7C9ADC604B27}"/>
                    </a:ext>
                  </a:extLst>
                </p:cNvPr>
                <p:cNvSpPr txBox="1"/>
                <p:nvPr/>
              </p:nvSpPr>
              <p:spPr>
                <a:xfrm>
                  <a:off x="936001" y="1828098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54677FA-2124-E188-2F4D-7C9ADC604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1" y="1828098"/>
                  <a:ext cx="448351" cy="461665"/>
                </a:xfrm>
                <a:prstGeom prst="rect">
                  <a:avLst/>
                </a:prstGeom>
                <a:blipFill>
                  <a:blip r:embed="rId40"/>
                  <a:stretch>
                    <a:fillRect l="-1370" b="-144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D44E2DB8-E0AD-9A2D-2FC8-0FE31C22821A}"/>
                    </a:ext>
                  </a:extLst>
                </p:cNvPr>
                <p:cNvSpPr txBox="1"/>
                <p:nvPr/>
              </p:nvSpPr>
              <p:spPr>
                <a:xfrm>
                  <a:off x="936000" y="2477193"/>
                  <a:ext cx="44835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D44E2DB8-E0AD-9A2D-2FC8-0FE31C2282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000" y="2477193"/>
                  <a:ext cx="448351" cy="461665"/>
                </a:xfrm>
                <a:prstGeom prst="rect">
                  <a:avLst/>
                </a:prstGeom>
                <a:blipFill>
                  <a:blip r:embed="rId41"/>
                  <a:stretch>
                    <a:fillRect l="-54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97FE8950-CE32-24F2-183F-300CB103010A}"/>
                </a:ext>
              </a:extLst>
            </p:cNvPr>
            <p:cNvSpPr/>
            <p:nvPr/>
          </p:nvSpPr>
          <p:spPr>
            <a:xfrm>
              <a:off x="3243756" y="1800000"/>
              <a:ext cx="937799" cy="116390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46F9C55D-A463-23E3-09CB-E2D151A91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428" y="20612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6" name="Line 27">
              <a:extLst>
                <a:ext uri="{FF2B5EF4-FFF2-40B4-BE49-F238E27FC236}">
                  <a16:creationId xmlns:a16="http://schemas.microsoft.com/office/drawing/2014/main" id="{E81148DF-C1EE-C5EF-E64D-786F8CD2E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2428" y="2711621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67ADA89-F7DC-A305-0FE0-0FC945BFE760}"/>
                    </a:ext>
                  </a:extLst>
                </p:cNvPr>
                <p:cNvSpPr txBox="1"/>
                <p:nvPr/>
              </p:nvSpPr>
              <p:spPr>
                <a:xfrm>
                  <a:off x="3240670" y="1843380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67ADA89-F7DC-A305-0FE0-0FC945BFE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0670" y="1843380"/>
                  <a:ext cx="448351" cy="430887"/>
                </a:xfrm>
                <a:prstGeom prst="rect">
                  <a:avLst/>
                </a:prstGeom>
                <a:blipFill>
                  <a:blip r:embed="rId42"/>
                  <a:stretch>
                    <a:fillRect l="-1370" r="-136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Line 27">
              <a:extLst>
                <a:ext uri="{FF2B5EF4-FFF2-40B4-BE49-F238E27FC236}">
                  <a16:creationId xmlns:a16="http://schemas.microsoft.com/office/drawing/2014/main" id="{111A6A20-D3DA-981C-682A-A7786BBAEA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1555" y="2061249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3B799EA3-33A2-3DB8-9E1A-CBFAF916F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1555" y="2711620"/>
              <a:ext cx="2613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8C81C942-B958-0DE8-A534-01B063AA9DC1}"/>
                    </a:ext>
                  </a:extLst>
                </p:cNvPr>
                <p:cNvSpPr txBox="1"/>
                <p:nvPr/>
              </p:nvSpPr>
              <p:spPr>
                <a:xfrm>
                  <a:off x="4419070" y="1831379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8C81C942-B958-0DE8-A534-01B063AA9D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070" y="1831379"/>
                  <a:ext cx="458075" cy="461665"/>
                </a:xfrm>
                <a:prstGeom prst="rect">
                  <a:avLst/>
                </a:prstGeom>
                <a:blipFill>
                  <a:blip r:embed="rId43"/>
                  <a:stretch>
                    <a:fillRect l="-10667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9AB69A61-1389-1080-A9B5-4D59EA94E223}"/>
                    </a:ext>
                  </a:extLst>
                </p:cNvPr>
                <p:cNvSpPr txBox="1"/>
                <p:nvPr/>
              </p:nvSpPr>
              <p:spPr>
                <a:xfrm>
                  <a:off x="4413234" y="2486377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9AB69A61-1389-1080-A9B5-4D59EA94E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3234" y="2486377"/>
                  <a:ext cx="458075" cy="462434"/>
                </a:xfrm>
                <a:prstGeom prst="rect">
                  <a:avLst/>
                </a:prstGeom>
                <a:blipFill>
                  <a:blip r:embed="rId44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2" name="等腰三角形 71">
              <a:extLst>
                <a:ext uri="{FF2B5EF4-FFF2-40B4-BE49-F238E27FC236}">
                  <a16:creationId xmlns:a16="http://schemas.microsoft.com/office/drawing/2014/main" id="{63D464DC-2C1E-C5D3-564F-E6724BE49FCC}"/>
                </a:ext>
              </a:extLst>
            </p:cNvPr>
            <p:cNvSpPr/>
            <p:nvPr/>
          </p:nvSpPr>
          <p:spPr>
            <a:xfrm rot="5400000">
              <a:off x="3221313" y="2661975"/>
              <a:ext cx="147129" cy="95915"/>
            </a:xfrm>
            <a:prstGeom prst="triangle">
              <a:avLst/>
            </a:prstGeom>
            <a:ln w="254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039459BE-7ECE-4655-8CB3-866AD84FE5D9}"/>
                </a:ext>
              </a:extLst>
            </p:cNvPr>
            <p:cNvSpPr/>
            <p:nvPr/>
          </p:nvSpPr>
          <p:spPr>
            <a:xfrm flipV="1">
              <a:off x="4186104" y="2657465"/>
              <a:ext cx="104821" cy="102434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6E96AE0-0E0B-E307-E7A4-81A4A696C00D}"/>
                    </a:ext>
                  </a:extLst>
                </p:cNvPr>
                <p:cNvSpPr txBox="1"/>
                <p:nvPr/>
              </p:nvSpPr>
              <p:spPr>
                <a:xfrm>
                  <a:off x="3284214" y="2491703"/>
                  <a:ext cx="448351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altLang="zh-CN" sz="22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66E96AE0-0E0B-E307-E7A4-81A4A696C0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214" y="2491703"/>
                  <a:ext cx="448351" cy="430887"/>
                </a:xfrm>
                <a:prstGeom prst="rect">
                  <a:avLst/>
                </a:prstGeom>
                <a:blipFill>
                  <a:blip r:embed="rId45"/>
                  <a:stretch>
                    <a:fillRect l="-1370" r="-123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6783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9" grpId="0"/>
      <p:bldP spid="61" grpId="0" animBg="1"/>
      <p:bldP spid="6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0467863-61E2-6F3A-9AF9-CC5A12D946D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29E9408-93C3-64A4-867D-EB0825F498D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45B94640-9950-503A-E159-ECB4453065F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055A81B6-546B-731E-8E37-21F302450B0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38B76137-D83B-3B0F-E236-100904D7031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0BD3EE-7D9C-ED77-8889-6F24747B31F2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5131407" cy="1091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必循遵循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的约束条件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50BD3EE-7D9C-ED77-8889-6F24747B3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5131407" cy="1091966"/>
              </a:xfrm>
              <a:prstGeom prst="rect">
                <a:avLst/>
              </a:prstGeom>
              <a:blipFill>
                <a:blip r:embed="rId3"/>
                <a:stretch>
                  <a:fillRect l="-2375" t="-2235" b="-1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B2177CB-5937-EBDD-1477-96513CD8DE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287314"/>
                  </p:ext>
                </p:extLst>
              </p:nvPr>
            </p:nvGraphicFramePr>
            <p:xfrm>
              <a:off x="972000" y="2981771"/>
              <a:ext cx="4374277" cy="3505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18781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932950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022546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</a:tblGrid>
                  <a:tr h="3323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400" b="0" baseline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:r>
                            <a:rPr lang="en-US" altLang="zh-CN" sz="2400" b="0" dirty="0">
                              <a:solidFill>
                                <a:srgbClr val="00206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oMath>
                          </a14:m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endParaRPr lang="zh-CN" altLang="en-US" sz="2400" i="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367222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310186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禁用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B2177CB-5937-EBDD-1477-96513CD8DE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4287314"/>
                  </p:ext>
                </p:extLst>
              </p:nvPr>
            </p:nvGraphicFramePr>
            <p:xfrm>
              <a:off x="972000" y="2981771"/>
              <a:ext cx="4374277" cy="35052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418781">
                      <a:extLst>
                        <a:ext uri="{9D8B030D-6E8A-4147-A177-3AD203B41FA5}">
                          <a16:colId xmlns:a16="http://schemas.microsoft.com/office/drawing/2014/main" val="4184728288"/>
                        </a:ext>
                      </a:extLst>
                    </a:gridCol>
                    <a:gridCol w="932950">
                      <a:extLst>
                        <a:ext uri="{9D8B030D-6E8A-4147-A177-3AD203B41FA5}">
                          <a16:colId xmlns:a16="http://schemas.microsoft.com/office/drawing/2014/main" val="8742420"/>
                        </a:ext>
                      </a:extLst>
                    </a:gridCol>
                    <a:gridCol w="1022546">
                      <a:extLst>
                        <a:ext uri="{9D8B030D-6E8A-4147-A177-3AD203B41FA5}">
                          <a16:colId xmlns:a16="http://schemas.microsoft.com/office/drawing/2014/main" val="84634495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1" t="-10667" r="-81156" b="-6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60784" t="-10667" r="-111111" b="-69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功能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9386801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0       0       0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0       0       1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保持</a:t>
                          </a:r>
                          <a:endParaRPr lang="en-US" altLang="zh-CN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不变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67566436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 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5957074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1       0       1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</a:p>
                        <a:p>
                          <a:pPr algn="ctr"/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置</a:t>
                          </a:r>
                          <a:r>
                            <a:rPr kumimoji="1"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12271955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1       1       0</a:t>
                          </a:r>
                        </a:p>
                        <a:p>
                          <a:r>
                            <a:rPr lang="en-US" altLang="zh-CN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1       1       1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 dirty="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不定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200">
                              <a:solidFill>
                                <a:srgbClr val="00206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禁用</a:t>
                          </a:r>
                          <a:endParaRPr lang="zh-CN" altLang="en-US" sz="2200" dirty="0">
                            <a:solidFill>
                              <a:srgbClr val="002060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879218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7A3789A9-EC30-7E55-49A5-56ADBD5F046E}"/>
              </a:ext>
            </a:extLst>
          </p:cNvPr>
          <p:cNvSpPr txBox="1"/>
          <p:nvPr/>
        </p:nvSpPr>
        <p:spPr>
          <a:xfrm>
            <a:off x="972000" y="2484000"/>
            <a:ext cx="4374277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特性表</a:t>
            </a:r>
            <a:endParaRPr kumimoji="1" lang="en-US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F9EFDA-4626-9844-CFEB-F4D64A7050FC}"/>
              </a:ext>
            </a:extLst>
          </p:cNvPr>
          <p:cNvSpPr txBox="1"/>
          <p:nvPr/>
        </p:nvSpPr>
        <p:spPr>
          <a:xfrm>
            <a:off x="7822787" y="2764921"/>
            <a:ext cx="2739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触发器状态图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AB610FF-764C-8716-E1AB-9435A609D2C3}"/>
              </a:ext>
            </a:extLst>
          </p:cNvPr>
          <p:cNvSpPr txBox="1"/>
          <p:nvPr/>
        </p:nvSpPr>
        <p:spPr>
          <a:xfrm>
            <a:off x="6262671" y="6020337"/>
            <a:ext cx="5306120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触发器可实现 </a:t>
            </a:r>
            <a:r>
              <a:rPr kumimoji="1"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 </a:t>
            </a: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触发器所有功能</a:t>
            </a:r>
            <a:endParaRPr kumimoji="1"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73C1D7B-AAC9-6CB2-A67D-D4F09AD25B3E}"/>
              </a:ext>
            </a:extLst>
          </p:cNvPr>
          <p:cNvSpPr txBox="1"/>
          <p:nvPr/>
        </p:nvSpPr>
        <p:spPr>
          <a:xfrm>
            <a:off x="7682858" y="5371296"/>
            <a:ext cx="2739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触发器状态图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B8035690-B50A-D02E-B67A-70AE740332AD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7200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不同逻辑功能的触发器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SR </a:t>
            </a:r>
            <a:r>
              <a:rPr lang="zh-CN" altLang="en-US" sz="3000" dirty="0">
                <a:solidFill>
                  <a:srgbClr val="FFFF00"/>
                </a:solidFill>
              </a:rPr>
              <a:t>触发器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7B174B74-EFD6-27E2-5B47-86DD318DFD95}"/>
              </a:ext>
            </a:extLst>
          </p:cNvPr>
          <p:cNvGrpSpPr/>
          <p:nvPr/>
        </p:nvGrpSpPr>
        <p:grpSpPr>
          <a:xfrm>
            <a:off x="6799473" y="583797"/>
            <a:ext cx="4769318" cy="2292098"/>
            <a:chOff x="6799473" y="583797"/>
            <a:chExt cx="4769318" cy="229209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11B0C55-9F1A-492E-BF60-3A1F91D5CA46}"/>
                </a:ext>
              </a:extLst>
            </p:cNvPr>
            <p:cNvSpPr/>
            <p:nvPr/>
          </p:nvSpPr>
          <p:spPr>
            <a:xfrm>
              <a:off x="7840694" y="1594158"/>
              <a:ext cx="678325" cy="678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6D0D76B-68A0-80CF-F14F-62D9AFE4F790}"/>
                </a:ext>
              </a:extLst>
            </p:cNvPr>
            <p:cNvSpPr/>
            <p:nvPr/>
          </p:nvSpPr>
          <p:spPr>
            <a:xfrm>
              <a:off x="9875949" y="1593973"/>
              <a:ext cx="678325" cy="678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60A9F05F-5AB6-EBF1-2630-153B87BE7418}"/>
                </a:ext>
              </a:extLst>
            </p:cNvPr>
            <p:cNvSpPr/>
            <p:nvPr/>
          </p:nvSpPr>
          <p:spPr>
            <a:xfrm>
              <a:off x="8174409" y="1501459"/>
              <a:ext cx="2039930" cy="1374436"/>
            </a:xfrm>
            <a:prstGeom prst="arc">
              <a:avLst>
                <a:gd name="adj1" fmla="val 12768120"/>
                <a:gd name="adj2" fmla="val 19658720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E328AEFE-70F8-D6A1-EE08-CA4FD0D8292C}"/>
                </a:ext>
              </a:extLst>
            </p:cNvPr>
            <p:cNvSpPr/>
            <p:nvPr/>
          </p:nvSpPr>
          <p:spPr>
            <a:xfrm>
              <a:off x="10401525" y="1578938"/>
              <a:ext cx="605681" cy="678325"/>
            </a:xfrm>
            <a:prstGeom prst="arc">
              <a:avLst>
                <a:gd name="adj1" fmla="val 13362094"/>
                <a:gd name="adj2" fmla="val 8120812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A8F49A56-37DA-DA8D-1F05-DDE074F8086E}"/>
                </a:ext>
              </a:extLst>
            </p:cNvPr>
            <p:cNvSpPr/>
            <p:nvPr/>
          </p:nvSpPr>
          <p:spPr>
            <a:xfrm flipH="1" flipV="1">
              <a:off x="7380018" y="1594157"/>
              <a:ext cx="605681" cy="678325"/>
            </a:xfrm>
            <a:prstGeom prst="arc">
              <a:avLst>
                <a:gd name="adj1" fmla="val 13362094"/>
                <a:gd name="adj2" fmla="val 8120812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ext Box 49">
              <a:extLst>
                <a:ext uri="{FF2B5EF4-FFF2-40B4-BE49-F238E27FC236}">
                  <a16:creationId xmlns:a16="http://schemas.microsoft.com/office/drawing/2014/main" id="{5F35F8B4-41C2-70EE-C817-83A694578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3506" y="2341697"/>
              <a:ext cx="5417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弧形 22">
              <a:extLst>
                <a:ext uri="{FF2B5EF4-FFF2-40B4-BE49-F238E27FC236}">
                  <a16:creationId xmlns:a16="http://schemas.microsoft.com/office/drawing/2014/main" id="{080601BE-AA25-BDA5-ADC9-F8683FDEC2B9}"/>
                </a:ext>
              </a:extLst>
            </p:cNvPr>
            <p:cNvSpPr/>
            <p:nvPr/>
          </p:nvSpPr>
          <p:spPr>
            <a:xfrm flipH="1" flipV="1">
              <a:off x="8174409" y="992316"/>
              <a:ext cx="2039930" cy="1374436"/>
            </a:xfrm>
            <a:prstGeom prst="arc">
              <a:avLst>
                <a:gd name="adj1" fmla="val 12728091"/>
                <a:gd name="adj2" fmla="val 19623839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Text Box 49">
              <a:extLst>
                <a:ext uri="{FF2B5EF4-FFF2-40B4-BE49-F238E27FC236}">
                  <a16:creationId xmlns:a16="http://schemas.microsoft.com/office/drawing/2014/main" id="{A9DC529A-1859-0DA6-039B-B0503A271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1701" y="1035430"/>
              <a:ext cx="5417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49">
              <a:extLst>
                <a:ext uri="{FF2B5EF4-FFF2-40B4-BE49-F238E27FC236}">
                  <a16:creationId xmlns:a16="http://schemas.microsoft.com/office/drawing/2014/main" id="{068FB572-CDFC-BD45-4865-B2955AD07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473" y="1680736"/>
              <a:ext cx="6783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0x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 Box 49">
              <a:extLst>
                <a:ext uri="{FF2B5EF4-FFF2-40B4-BE49-F238E27FC236}">
                  <a16:creationId xmlns:a16="http://schemas.microsoft.com/office/drawing/2014/main" id="{D13C726C-37D3-74C4-F2D0-F98FB4714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0467" y="1679534"/>
              <a:ext cx="6783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x0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F93FACE4-7672-45C9-9B1D-B13DAF31B23D}"/>
                </a:ext>
              </a:extLst>
            </p:cNvPr>
            <p:cNvSpPr/>
            <p:nvPr/>
          </p:nvSpPr>
          <p:spPr>
            <a:xfrm>
              <a:off x="6848337" y="699152"/>
              <a:ext cx="678325" cy="678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DE7588C-9E66-3EDD-9BFD-AF1F75B0B825}"/>
                    </a:ext>
                  </a:extLst>
                </p:cNvPr>
                <p:cNvSpPr txBox="1"/>
                <p:nvPr/>
              </p:nvSpPr>
              <p:spPr>
                <a:xfrm>
                  <a:off x="6872512" y="754290"/>
                  <a:ext cx="65414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8DE7588C-9E66-3EDD-9BFD-AF1F75B0B8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2512" y="754290"/>
                  <a:ext cx="654147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F99E8538-AFEB-ED07-9E3A-D950ED412D27}"/>
                </a:ext>
              </a:extLst>
            </p:cNvPr>
            <p:cNvCxnSpPr>
              <a:cxnSpLocks/>
              <a:stCxn id="36" idx="6"/>
            </p:cNvCxnSpPr>
            <p:nvPr/>
          </p:nvCxnSpPr>
          <p:spPr>
            <a:xfrm>
              <a:off x="7526662" y="1038315"/>
              <a:ext cx="8773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49">
                  <a:extLst>
                    <a:ext uri="{FF2B5EF4-FFF2-40B4-BE49-F238E27FC236}">
                      <a16:creationId xmlns:a16="http://schemas.microsoft.com/office/drawing/2014/main" id="{8B271B46-7C26-BDEF-9A8C-B3868350F2B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55998" y="583797"/>
                  <a:ext cx="518154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SR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 Box 49">
                  <a:extLst>
                    <a:ext uri="{FF2B5EF4-FFF2-40B4-BE49-F238E27FC236}">
                      <a16:creationId xmlns:a16="http://schemas.microsoft.com/office/drawing/2014/main" id="{8B271B46-7C26-BDEF-9A8C-B3868350F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55998" y="583797"/>
                  <a:ext cx="518154" cy="5355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D09FE50E-3504-D39D-727A-AE23AD75E0BB}"/>
              </a:ext>
            </a:extLst>
          </p:cNvPr>
          <p:cNvGrpSpPr/>
          <p:nvPr/>
        </p:nvGrpSpPr>
        <p:grpSpPr>
          <a:xfrm>
            <a:off x="6799473" y="3192542"/>
            <a:ext cx="4769318" cy="2292332"/>
            <a:chOff x="6799473" y="3192542"/>
            <a:chExt cx="4769318" cy="2292332"/>
          </a:xfrm>
        </p:grpSpPr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C52C051F-AE32-72BC-DF07-B12C9D59C405}"/>
                </a:ext>
              </a:extLst>
            </p:cNvPr>
            <p:cNvSpPr/>
            <p:nvPr/>
          </p:nvSpPr>
          <p:spPr>
            <a:xfrm>
              <a:off x="8174409" y="4110438"/>
              <a:ext cx="2039930" cy="1374436"/>
            </a:xfrm>
            <a:prstGeom prst="arc">
              <a:avLst>
                <a:gd name="adj1" fmla="val 12768120"/>
                <a:gd name="adj2" fmla="val 19658720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4B4E44A0-1618-D3DC-8BB7-CF245CA37B4A}"/>
                </a:ext>
              </a:extLst>
            </p:cNvPr>
            <p:cNvSpPr/>
            <p:nvPr/>
          </p:nvSpPr>
          <p:spPr>
            <a:xfrm>
              <a:off x="7840694" y="4203137"/>
              <a:ext cx="678325" cy="678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AF3979F-BAA0-4E14-757B-2D2DC3B7E858}"/>
                </a:ext>
              </a:extLst>
            </p:cNvPr>
            <p:cNvSpPr/>
            <p:nvPr/>
          </p:nvSpPr>
          <p:spPr>
            <a:xfrm>
              <a:off x="9875949" y="4202952"/>
              <a:ext cx="678325" cy="678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弧形 51">
              <a:extLst>
                <a:ext uri="{FF2B5EF4-FFF2-40B4-BE49-F238E27FC236}">
                  <a16:creationId xmlns:a16="http://schemas.microsoft.com/office/drawing/2014/main" id="{70B6934D-C5A1-9F58-4E69-13F68B144F26}"/>
                </a:ext>
              </a:extLst>
            </p:cNvPr>
            <p:cNvSpPr/>
            <p:nvPr/>
          </p:nvSpPr>
          <p:spPr>
            <a:xfrm>
              <a:off x="10401525" y="4187917"/>
              <a:ext cx="605681" cy="678325"/>
            </a:xfrm>
            <a:prstGeom prst="arc">
              <a:avLst>
                <a:gd name="adj1" fmla="val 13362094"/>
                <a:gd name="adj2" fmla="val 8120812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弧形 52">
              <a:extLst>
                <a:ext uri="{FF2B5EF4-FFF2-40B4-BE49-F238E27FC236}">
                  <a16:creationId xmlns:a16="http://schemas.microsoft.com/office/drawing/2014/main" id="{CBC5022B-399D-3F2D-6320-1F4CE0B05893}"/>
                </a:ext>
              </a:extLst>
            </p:cNvPr>
            <p:cNvSpPr/>
            <p:nvPr/>
          </p:nvSpPr>
          <p:spPr>
            <a:xfrm flipH="1" flipV="1">
              <a:off x="7380018" y="4203136"/>
              <a:ext cx="605681" cy="678325"/>
            </a:xfrm>
            <a:prstGeom prst="arc">
              <a:avLst>
                <a:gd name="adj1" fmla="val 13362094"/>
                <a:gd name="adj2" fmla="val 8120812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Text Box 49">
              <a:extLst>
                <a:ext uri="{FF2B5EF4-FFF2-40B4-BE49-F238E27FC236}">
                  <a16:creationId xmlns:a16="http://schemas.microsoft.com/office/drawing/2014/main" id="{FD0B4CA8-F644-D90F-A0DC-D054DD429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3506" y="4950676"/>
              <a:ext cx="5417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x1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弧形 58">
              <a:extLst>
                <a:ext uri="{FF2B5EF4-FFF2-40B4-BE49-F238E27FC236}">
                  <a16:creationId xmlns:a16="http://schemas.microsoft.com/office/drawing/2014/main" id="{6429B53E-1C53-84B9-210A-9C58890D8328}"/>
                </a:ext>
              </a:extLst>
            </p:cNvPr>
            <p:cNvSpPr/>
            <p:nvPr/>
          </p:nvSpPr>
          <p:spPr>
            <a:xfrm flipH="1" flipV="1">
              <a:off x="8174409" y="3601295"/>
              <a:ext cx="2039930" cy="1374436"/>
            </a:xfrm>
            <a:prstGeom prst="arc">
              <a:avLst>
                <a:gd name="adj1" fmla="val 12728091"/>
                <a:gd name="adj2" fmla="val 19623839"/>
              </a:avLst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Text Box 49">
              <a:extLst>
                <a:ext uri="{FF2B5EF4-FFF2-40B4-BE49-F238E27FC236}">
                  <a16:creationId xmlns:a16="http://schemas.microsoft.com/office/drawing/2014/main" id="{A601CEE2-D3DC-79F2-8EBF-71C7B9A4C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21701" y="3644409"/>
              <a:ext cx="5417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1x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Text Box 49">
              <a:extLst>
                <a:ext uri="{FF2B5EF4-FFF2-40B4-BE49-F238E27FC236}">
                  <a16:creationId xmlns:a16="http://schemas.microsoft.com/office/drawing/2014/main" id="{ABEF7DEF-DBCC-AB99-3EDA-FAA61DF08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9473" y="4289715"/>
              <a:ext cx="6783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0x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Text Box 49">
              <a:extLst>
                <a:ext uri="{FF2B5EF4-FFF2-40B4-BE49-F238E27FC236}">
                  <a16:creationId xmlns:a16="http://schemas.microsoft.com/office/drawing/2014/main" id="{956BB08D-4FC8-E217-62DA-8CA98B9A8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0467" y="4288513"/>
              <a:ext cx="6783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None/>
              </a:pPr>
              <a:r>
                <a:rPr lang="en-US" altLang="zh-CN" sz="2400" b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x0</a:t>
              </a:r>
              <a:endPara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683D5CB-2C7B-72B1-FEEB-4E1DCA2EDB1C}"/>
                </a:ext>
              </a:extLst>
            </p:cNvPr>
            <p:cNvSpPr/>
            <p:nvPr/>
          </p:nvSpPr>
          <p:spPr>
            <a:xfrm>
              <a:off x="6848241" y="3307897"/>
              <a:ext cx="678325" cy="6783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CA47B81-6DB5-A903-060C-A4EA5BE3871B}"/>
                    </a:ext>
                  </a:extLst>
                </p:cNvPr>
                <p:cNvSpPr txBox="1"/>
                <p:nvPr/>
              </p:nvSpPr>
              <p:spPr>
                <a:xfrm>
                  <a:off x="6872416" y="3363035"/>
                  <a:ext cx="65414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ECA47B81-6DB5-A903-060C-A4EA5BE38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2416" y="3363035"/>
                  <a:ext cx="65414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DEB00E1A-CE2D-AB31-D731-188BFB964EAB}"/>
                </a:ext>
              </a:extLst>
            </p:cNvPr>
            <p:cNvCxnSpPr>
              <a:cxnSpLocks/>
              <a:stCxn id="57" idx="6"/>
            </p:cNvCxnSpPr>
            <p:nvPr/>
          </p:nvCxnSpPr>
          <p:spPr>
            <a:xfrm>
              <a:off x="7526566" y="3647060"/>
              <a:ext cx="8773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 Box 49">
                  <a:extLst>
                    <a:ext uri="{FF2B5EF4-FFF2-40B4-BE49-F238E27FC236}">
                      <a16:creationId xmlns:a16="http://schemas.microsoft.com/office/drawing/2014/main" id="{BA90FE0B-2B4B-6DC5-0D58-B51AD924D7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655902" y="3192542"/>
                  <a:ext cx="518154" cy="5355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JK</m:t>
                        </m:r>
                      </m:oMath>
                    </m:oMathPara>
                  </a14:m>
                  <a:endParaRPr lang="zh-CN" altLang="en-US" sz="24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Text Box 49">
                  <a:extLst>
                    <a:ext uri="{FF2B5EF4-FFF2-40B4-BE49-F238E27FC236}">
                      <a16:creationId xmlns:a16="http://schemas.microsoft.com/office/drawing/2014/main" id="{BA90FE0B-2B4B-6DC5-0D58-B51AD924D7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55902" y="3192542"/>
                  <a:ext cx="518154" cy="5355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29826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7C05E-6ACE-0310-C139-68C2B414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808F5B4-02A2-66E9-4340-ABAA9D6BCA01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3D6744C-D2DD-8252-1744-A93D764C531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5F7FA259-2376-2A63-3E38-B94AB8DDA9F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89DF4813-03D7-F388-ABD2-9D274BC29F1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20D03FAB-4118-2DCD-0A47-D3AF0B02BAC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510F21F5-7644-53A6-C4FA-76ED9E419441}"/>
              </a:ext>
            </a:extLst>
          </p:cNvPr>
          <p:cNvSpPr txBox="1"/>
          <p:nvPr/>
        </p:nvSpPr>
        <p:spPr>
          <a:xfrm>
            <a:off x="360000" y="828000"/>
            <a:ext cx="696760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锁存器的动态特性（高电平有效）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F6640CB-C7DE-706D-7993-07E1B7F40E3A}"/>
              </a:ext>
            </a:extLst>
          </p:cNvPr>
          <p:cNvGrpSpPr/>
          <p:nvPr/>
        </p:nvGrpSpPr>
        <p:grpSpPr>
          <a:xfrm>
            <a:off x="1053095" y="1381718"/>
            <a:ext cx="8453734" cy="2938150"/>
            <a:chOff x="987724" y="1753120"/>
            <a:chExt cx="8453734" cy="2938150"/>
          </a:xfrm>
        </p:grpSpPr>
        <p:sp>
          <p:nvSpPr>
            <p:cNvPr id="8" name="Line 27">
              <a:extLst>
                <a:ext uri="{FF2B5EF4-FFF2-40B4-BE49-F238E27FC236}">
                  <a16:creationId xmlns:a16="http://schemas.microsoft.com/office/drawing/2014/main" id="{20F07E4B-3EE5-9ED3-57F1-BAF9A1EF66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899" y="2361199"/>
              <a:ext cx="14512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93E0CF53-F71C-BA26-22D3-163B9890B4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1816" y="1753120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1B614890-F3EB-CB1F-6738-06945B43E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5436" y="1758228"/>
              <a:ext cx="1278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8D404247-1590-C9E8-69B2-30FE0FE0E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4636" y="1754311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3E88148C-CD64-10B9-66F4-DC93A54446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70326" y="2359664"/>
              <a:ext cx="41635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5FF40F6D-7ABF-197B-FDC8-2393552F6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899" y="3273913"/>
              <a:ext cx="5974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6A706314-559A-098B-2F65-D4D0FE44C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8038" y="2665834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8A8ECC0F-802E-9CA2-D455-6C8D272CE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0097" y="2670942"/>
              <a:ext cx="1784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B462B212-639C-02D8-0C12-A36E09CEA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4984" y="2667025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E9177D5B-9A8F-5DE0-75F1-B83F4E8B41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0674" y="3272378"/>
              <a:ext cx="11226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51079DD-93FE-22F3-D7FB-4D0CF9DBD76D}"/>
                </a:ext>
              </a:extLst>
            </p:cNvPr>
            <p:cNvGrpSpPr/>
            <p:nvPr/>
          </p:nvGrpSpPr>
          <p:grpSpPr>
            <a:xfrm>
              <a:off x="4920674" y="2664047"/>
              <a:ext cx="4513241" cy="611652"/>
              <a:chOff x="1992414" y="2235720"/>
              <a:chExt cx="4513241" cy="611652"/>
            </a:xfrm>
          </p:grpSpPr>
          <p:sp>
            <p:nvSpPr>
              <p:cNvPr id="24" name="Line 27">
                <a:extLst>
                  <a:ext uri="{FF2B5EF4-FFF2-40B4-BE49-F238E27FC236}">
                    <a16:creationId xmlns:a16="http://schemas.microsoft.com/office/drawing/2014/main" id="{D6FEFD00-7253-EC0A-742F-2CAFF45DCD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2414" y="2843799"/>
                <a:ext cx="135443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25" name="Line 27">
                <a:extLst>
                  <a:ext uri="{FF2B5EF4-FFF2-40B4-BE49-F238E27FC236}">
                    <a16:creationId xmlns:a16="http://schemas.microsoft.com/office/drawing/2014/main" id="{573FA9CB-FB2F-1A1C-BB35-1A3AD07B6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8516" y="2235720"/>
                <a:ext cx="474027" cy="61046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26" name="Line 27">
                <a:extLst>
                  <a:ext uri="{FF2B5EF4-FFF2-40B4-BE49-F238E27FC236}">
                    <a16:creationId xmlns:a16="http://schemas.microsoft.com/office/drawing/2014/main" id="{5399D773-286E-6EFD-9CCC-CDEBA30F2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4206" y="2240828"/>
                <a:ext cx="11226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27" name="Line 27">
                <a:extLst>
                  <a:ext uri="{FF2B5EF4-FFF2-40B4-BE49-F238E27FC236}">
                    <a16:creationId xmlns:a16="http://schemas.microsoft.com/office/drawing/2014/main" id="{9DAD9D1F-789D-8A6E-59D4-78263C0EF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7329" y="2236911"/>
                <a:ext cx="474027" cy="61046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28" name="Line 27">
                <a:extLst>
                  <a:ext uri="{FF2B5EF4-FFF2-40B4-BE49-F238E27FC236}">
                    <a16:creationId xmlns:a16="http://schemas.microsoft.com/office/drawing/2014/main" id="{1748DF7D-D2E9-74B3-DDB1-21899431F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83019" y="2842264"/>
                <a:ext cx="11226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BF1B4F33-2BAC-CDC9-AEE3-75EBF4C9D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8899" y="4247226"/>
              <a:ext cx="19610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F3692C4C-FAD9-A0D6-8EA7-5516F146C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81642" y="3639147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117414A3-DCA6-CF2A-A942-04B1C168E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2611" y="3644255"/>
              <a:ext cx="27625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23513684-EDE6-C458-2171-4B3CF8A9F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6542" y="3640338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B764A152-F36F-307E-D067-2C2EF54FCA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62231" y="4245691"/>
              <a:ext cx="2179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73F07E8D-511C-1085-8C77-FFBDC441C1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722" y="2058350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6A8DCD8D-2D3A-23B0-D2E9-9B67A46D3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7198" y="2058350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3246DB10-C5C3-0EA8-D624-40FABE8BF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890" y="2969277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50E1F6C3-7E96-459F-BA9E-974718A48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731" y="3950321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D7ADAA2A-D3C6-021E-B68E-97C9BA7839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56092" y="3949673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C8FD1B65-EE96-A375-A45F-0CEDE328D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0682" y="2969277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28BD8E7B-202F-E088-F77F-A45236062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9495" y="2969277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DC093C03-17DE-2573-043F-620C47ACE5E2}"/>
                    </a:ext>
                  </a:extLst>
                </p:cNvPr>
                <p:cNvSpPr txBox="1"/>
                <p:nvPr/>
              </p:nvSpPr>
              <p:spPr>
                <a:xfrm>
                  <a:off x="987726" y="1937208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DC093C03-17DE-2573-043F-620C47ACE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726" y="1937208"/>
                  <a:ext cx="539355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BB24DEA-680C-6C60-CB86-B176E0059D32}"/>
                    </a:ext>
                  </a:extLst>
                </p:cNvPr>
                <p:cNvSpPr txBox="1"/>
                <p:nvPr/>
              </p:nvSpPr>
              <p:spPr>
                <a:xfrm>
                  <a:off x="987725" y="2855607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EBB24DEA-680C-6C60-CB86-B176E0059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725" y="2855607"/>
                  <a:ext cx="539355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4A56493-6F02-94C8-E794-E0AD252721F4}"/>
                    </a:ext>
                  </a:extLst>
                </p:cNvPr>
                <p:cNvSpPr txBox="1"/>
                <p:nvPr/>
              </p:nvSpPr>
              <p:spPr>
                <a:xfrm>
                  <a:off x="987724" y="3774006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4A56493-6F02-94C8-E794-E0AD252721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724" y="3774006"/>
                  <a:ext cx="539355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CD58653D-80B5-779E-EE94-EFBA0C25CD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898376" y="3280817"/>
              <a:ext cx="28209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38056ADC-ED4B-461C-2A1A-BBA1FF9001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351206" y="4232638"/>
              <a:ext cx="917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D4714042-5A38-7EE2-39CE-8ADD0A290BA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283482" y="2768179"/>
              <a:ext cx="817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C121D697-62E4-EEF0-0620-E7BAE223D2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4632541" y="2278877"/>
              <a:ext cx="817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CD158CB8-BC7D-44DF-22D9-D6E56631BD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539775" y="3732289"/>
              <a:ext cx="19179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2082DF79-F1FF-FE63-A208-3D4704A1EF5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570041" y="4219795"/>
              <a:ext cx="9429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32AE6D8B-1C6D-B7FD-87CE-2537B2B1E52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611126" y="3244136"/>
              <a:ext cx="9429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ECD15B06-F630-6021-4EE2-8DCDFFEAB757}"/>
                </a:ext>
              </a:extLst>
            </p:cNvPr>
            <p:cNvCxnSpPr>
              <a:cxnSpLocks/>
            </p:cNvCxnSpPr>
            <p:nvPr/>
          </p:nvCxnSpPr>
          <p:spPr>
            <a:xfrm>
              <a:off x="4313841" y="2428570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CF3F8548-5892-21C9-82CF-558C2CEDE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8828" y="2428570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4DB95B2-C68D-B74A-D6AA-8AC5428BB9C9}"/>
                    </a:ext>
                  </a:extLst>
                </p:cNvPr>
                <p:cNvSpPr txBox="1"/>
                <p:nvPr/>
              </p:nvSpPr>
              <p:spPr>
                <a:xfrm>
                  <a:off x="3601532" y="2140827"/>
                  <a:ext cx="91243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SU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F4DB95B2-C68D-B74A-D6AA-8AC5428BB9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1532" y="2140827"/>
                  <a:ext cx="91243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658E37B-067F-C79C-1E77-9E657D598518}"/>
                    </a:ext>
                  </a:extLst>
                </p:cNvPr>
                <p:cNvSpPr txBox="1"/>
                <p:nvPr/>
              </p:nvSpPr>
              <p:spPr>
                <a:xfrm>
                  <a:off x="4669052" y="2141251"/>
                  <a:ext cx="5199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8658E37B-067F-C79C-1E77-9E657D598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9052" y="2141251"/>
                  <a:ext cx="51991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3B05719E-9A20-1DDA-A50F-C419D02897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0304" y="2428570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2DE925C8-6247-5428-5D52-E8984234611C}"/>
                </a:ext>
              </a:extLst>
            </p:cNvPr>
            <p:cNvCxnSpPr>
              <a:cxnSpLocks/>
            </p:cNvCxnSpPr>
            <p:nvPr/>
          </p:nvCxnSpPr>
          <p:spPr>
            <a:xfrm>
              <a:off x="2930673" y="4491309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749F70A4-8E79-CB1D-FFA4-45EF88433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9837" y="4491309"/>
              <a:ext cx="9787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2D584EA-362F-5F51-2A40-F236ED9AFCC2}"/>
                    </a:ext>
                  </a:extLst>
                </p:cNvPr>
                <p:cNvSpPr txBox="1"/>
                <p:nvPr/>
              </p:nvSpPr>
              <p:spPr>
                <a:xfrm>
                  <a:off x="3986767" y="3954421"/>
                  <a:ext cx="837472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pLH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12D584EA-362F-5F51-2A40-F236ED9AFC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6767" y="3954421"/>
                  <a:ext cx="837472" cy="55643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312C4730-6D13-EBB4-055F-21E23023DD87}"/>
                    </a:ext>
                  </a:extLst>
                </p:cNvPr>
                <p:cNvSpPr txBox="1"/>
                <p:nvPr/>
              </p:nvSpPr>
              <p:spPr>
                <a:xfrm>
                  <a:off x="5648563" y="3949673"/>
                  <a:ext cx="837472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pHL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312C4730-6D13-EBB4-055F-21E23023D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8563" y="3949673"/>
                  <a:ext cx="837472" cy="55643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2C8100F0-62E7-581E-8710-4707A7BD6A40}"/>
                </a:ext>
              </a:extLst>
            </p:cNvPr>
            <p:cNvCxnSpPr>
              <a:cxnSpLocks/>
            </p:cNvCxnSpPr>
            <p:nvPr/>
          </p:nvCxnSpPr>
          <p:spPr>
            <a:xfrm>
              <a:off x="5597891" y="4491309"/>
              <a:ext cx="900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2CA9D91F-C2CC-B39F-D40E-159DE45E30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1516" y="4491309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94AC1321-BD48-365F-087A-969D7AB6C4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8755" y="3270425"/>
              <a:ext cx="5348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B186BB85-233C-4E91-7656-CF3A9238DC2A}"/>
                </a:ext>
              </a:extLst>
            </p:cNvPr>
            <p:cNvCxnSpPr>
              <a:cxnSpLocks/>
            </p:cNvCxnSpPr>
            <p:nvPr/>
          </p:nvCxnSpPr>
          <p:spPr>
            <a:xfrm>
              <a:off x="7496070" y="3270425"/>
              <a:ext cx="58687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64DE3E6-1BE8-54DB-B494-48147CEEAA8D}"/>
                    </a:ext>
                  </a:extLst>
                </p:cNvPr>
                <p:cNvSpPr txBox="1"/>
                <p:nvPr/>
              </p:nvSpPr>
              <p:spPr>
                <a:xfrm>
                  <a:off x="6925009" y="2972255"/>
                  <a:ext cx="83747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864DE3E6-1BE8-54DB-B494-48147CEEA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25009" y="2972255"/>
                  <a:ext cx="83747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ECD58A4-9FF3-FF3C-6718-EB325B5EF833}"/>
                  </a:ext>
                </a:extLst>
              </p:cNvPr>
              <p:cNvSpPr txBox="1"/>
              <p:nvPr/>
            </p:nvSpPr>
            <p:spPr>
              <a:xfrm>
                <a:off x="720000" y="4428000"/>
                <a:ext cx="10419151" cy="22936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SU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setup 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建立时间，在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有效电平结束前，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信号保持稳定的最短时间；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hold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保持时间，在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有效电平结束后，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信号需要继续保持的最短时间；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width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脉冲宽度，为了传输成功，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信号的需要具备的脉冲宽度；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propagation delay 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传输延迟，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共同作用后，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端响应的延迟时间</a:t>
                </a:r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pLH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pHL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)/2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，（</a:t>
                </a:r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L: low, H: high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ECD58A4-9FF3-FF3C-6718-EB325B5EF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28000"/>
                <a:ext cx="10419151" cy="2293641"/>
              </a:xfrm>
              <a:prstGeom prst="rect">
                <a:avLst/>
              </a:prstGeom>
              <a:blipFill>
                <a:blip r:embed="rId11"/>
                <a:stretch>
                  <a:fillRect b="-796"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标题 1">
            <a:extLst>
              <a:ext uri="{FF2B5EF4-FFF2-40B4-BE49-F238E27FC236}">
                <a16:creationId xmlns:a16="http://schemas.microsoft.com/office/drawing/2014/main" id="{4E133B67-DB12-419C-8314-C4698A57ED1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锁存器和触发器的动态特性</a:t>
            </a: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576916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5A13-2749-4850-7C9A-6DB3779E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C979D3F-CA91-424C-1F59-A3C49A58D18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2A3E17BC-B940-5E58-F418-39A0D3E3AA9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256A2DEA-CCB4-A446-9727-3E6E5734C5B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DAE37A16-214B-A26E-9D9D-5BEEB9209A3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66E4205D-2EA4-6B03-EC74-7FED49C3D14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2A6422D-9EDD-F139-775B-030EB949775C}"/>
              </a:ext>
            </a:extLst>
          </p:cNvPr>
          <p:cNvGrpSpPr/>
          <p:nvPr/>
        </p:nvGrpSpPr>
        <p:grpSpPr>
          <a:xfrm>
            <a:off x="1053095" y="1381718"/>
            <a:ext cx="8453734" cy="2938150"/>
            <a:chOff x="1053095" y="1381718"/>
            <a:chExt cx="8453734" cy="2938150"/>
          </a:xfrm>
        </p:grpSpPr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E7E98765-2E54-580D-EA4E-D70B5F675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7165" y="1989797"/>
              <a:ext cx="612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D79ED44E-796B-0BC3-3C17-F6B3B62F40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91742" y="1381718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A5C88470-54D0-B861-42DC-52356BFCF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5362" y="1386826"/>
              <a:ext cx="127871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2D1BACFD-48E0-FB81-D50E-D40872F05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4562" y="1382909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E9D37CCD-7EEE-4BCD-D1BA-2EF4CE7527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0252" y="1988262"/>
              <a:ext cx="50090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BA3ACBC1-794C-C4B0-9638-9EC477A93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7165" y="2902511"/>
              <a:ext cx="157969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C8A06DE7-A7B9-8D8E-3B44-926385E343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8523" y="2294432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CBDA9D5F-91B2-753C-1160-A5752614C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0582" y="2299540"/>
              <a:ext cx="121483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5986E517-D13A-DE16-881F-568AF93E1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6437" y="2295624"/>
              <a:ext cx="468543" cy="6033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04821B4B-552C-6EBA-0198-2E05796CC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84008" y="2897832"/>
              <a:ext cx="9608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8" name="Line 27">
              <a:extLst>
                <a:ext uri="{FF2B5EF4-FFF2-40B4-BE49-F238E27FC236}">
                  <a16:creationId xmlns:a16="http://schemas.microsoft.com/office/drawing/2014/main" id="{D05E9B7A-B2B7-0F8F-0DB5-53AEE8782F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32147" y="2292645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9" name="Line 27">
              <a:extLst>
                <a:ext uri="{FF2B5EF4-FFF2-40B4-BE49-F238E27FC236}">
                  <a16:creationId xmlns:a16="http://schemas.microsoft.com/office/drawing/2014/main" id="{FA9DC14E-6224-7082-6064-F0B9AF4BD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7837" y="2297753"/>
              <a:ext cx="11226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0" name="Line 27">
              <a:extLst>
                <a:ext uri="{FF2B5EF4-FFF2-40B4-BE49-F238E27FC236}">
                  <a16:creationId xmlns:a16="http://schemas.microsoft.com/office/drawing/2014/main" id="{04246A37-E638-6C69-4119-7634D96AF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0960" y="2293836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1" name="Line 27">
              <a:extLst>
                <a:ext uri="{FF2B5EF4-FFF2-40B4-BE49-F238E27FC236}">
                  <a16:creationId xmlns:a16="http://schemas.microsoft.com/office/drawing/2014/main" id="{EAE1DCD4-C607-C8AF-5849-4225FAA55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76650" y="2899189"/>
              <a:ext cx="11226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E3677FA2-F631-1B64-4B33-7BC072D24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4270" y="3875824"/>
              <a:ext cx="19610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D98EDA89-481D-CF44-0DCF-FB68B89332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7013" y="3267745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79C186B2-1C4C-C798-710E-EDE3E9F1E0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7982" y="3272853"/>
              <a:ext cx="27625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58B568EF-9DA4-EC4C-C277-A2E1C3B14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1913" y="3268936"/>
              <a:ext cx="474027" cy="610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F3AADC2E-1C1D-9B78-E310-D982771AD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27602" y="3874289"/>
              <a:ext cx="21792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154C08A6-4ACE-826A-F4E0-9C29A27E3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5648" y="1686948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B0BA3ACB-61D8-B473-B479-22797138F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124" y="1686948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9B279308-62C2-C5F6-3FD0-9A91B952BC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2429" y="2597875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E4D8775E-BEEE-0281-C505-BA448DB41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102" y="3578919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38D28982-A0C9-79AA-0C04-FCA297245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1463" y="3578271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C254344B-20DD-0B8C-5C67-A6040D6D4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6053" y="2597875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D6FA0395-2BE4-9BA3-95ED-B942CD12E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866" y="2597875"/>
              <a:ext cx="16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ADAE281-CA8C-E535-B321-DD8F1616B7AC}"/>
                    </a:ext>
                  </a:extLst>
                </p:cNvPr>
                <p:cNvSpPr txBox="1"/>
                <p:nvPr/>
              </p:nvSpPr>
              <p:spPr>
                <a:xfrm>
                  <a:off x="1053097" y="1565806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ADAE281-CA8C-E535-B321-DD8F1616B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097" y="1565806"/>
                  <a:ext cx="539355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CEC6035-FAAB-C9F9-FF6D-0CCD17864871}"/>
                    </a:ext>
                  </a:extLst>
                </p:cNvPr>
                <p:cNvSpPr txBox="1"/>
                <p:nvPr/>
              </p:nvSpPr>
              <p:spPr>
                <a:xfrm>
                  <a:off x="1053096" y="2484205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CP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ECEC6035-FAAB-C9F9-FF6D-0CCD178648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096" y="2484205"/>
                  <a:ext cx="539355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52CE171-85D0-D9A2-9BCB-5164D63E2C73}"/>
                    </a:ext>
                  </a:extLst>
                </p:cNvPr>
                <p:cNvSpPr txBox="1"/>
                <p:nvPr/>
              </p:nvSpPr>
              <p:spPr>
                <a:xfrm>
                  <a:off x="1053095" y="3402604"/>
                  <a:ext cx="539355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52CE171-85D0-D9A2-9BCB-5164D63E2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095" y="3402604"/>
                  <a:ext cx="539355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10DA749A-A40F-BCB4-5325-90179CFD5B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118302" y="2909415"/>
              <a:ext cx="28209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588764EE-EC09-8187-4B86-7218B230D3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416577" y="3861236"/>
              <a:ext cx="917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5355318C-CFE6-9217-CDB9-09B8B23923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320198" y="3143242"/>
              <a:ext cx="235325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363A1097-784D-AA4F-A6FD-8B2005239A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852467" y="1907475"/>
              <a:ext cx="8170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78B18B0B-BB49-F4AD-B09C-5A8C43B4B9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5605146" y="3360887"/>
              <a:ext cx="19179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C9F2DC9B-4367-8305-D5A9-B7C2F48BEB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635412" y="3848393"/>
              <a:ext cx="9429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F14623C3-6186-174A-EA78-BF96B6E255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676497" y="2872734"/>
              <a:ext cx="9429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08E8DBB7-653B-A551-B95F-1157A47ED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8754" y="2057168"/>
              <a:ext cx="2370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0329018-5B05-3547-A5A9-E2FB9FC40120}"/>
                    </a:ext>
                  </a:extLst>
                </p:cNvPr>
                <p:cNvSpPr txBox="1"/>
                <p:nvPr/>
              </p:nvSpPr>
              <p:spPr>
                <a:xfrm>
                  <a:off x="2595758" y="1769425"/>
                  <a:ext cx="91243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SU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C0329018-5B05-3547-A5A9-E2FB9FC401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5758" y="1769425"/>
                  <a:ext cx="91243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B6D8CDF-82A8-E346-F3A7-118194BD036D}"/>
                    </a:ext>
                  </a:extLst>
                </p:cNvPr>
                <p:cNvSpPr txBox="1"/>
                <p:nvPr/>
              </p:nvSpPr>
              <p:spPr>
                <a:xfrm>
                  <a:off x="3670584" y="1769425"/>
                  <a:ext cx="5199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B6D8CDF-82A8-E346-F3A7-118194BD03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0584" y="1769425"/>
                  <a:ext cx="519917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BC2B16D8-7451-F798-8B10-B3A2C301B2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7053" y="3049354"/>
              <a:ext cx="84628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F0FBD293-E62F-C06A-1066-125320616F78}"/>
                </a:ext>
              </a:extLst>
            </p:cNvPr>
            <p:cNvCxnSpPr>
              <a:cxnSpLocks/>
            </p:cNvCxnSpPr>
            <p:nvPr/>
          </p:nvCxnSpPr>
          <p:spPr>
            <a:xfrm>
              <a:off x="3114551" y="4119907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3733DE16-BCBC-4B59-E990-580DFCBCDE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75208" y="4119907"/>
              <a:ext cx="97879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30C5D678-FAA6-5F53-4979-94C6E3EE4FA9}"/>
                    </a:ext>
                  </a:extLst>
                </p:cNvPr>
                <p:cNvSpPr txBox="1"/>
                <p:nvPr/>
              </p:nvSpPr>
              <p:spPr>
                <a:xfrm>
                  <a:off x="4052138" y="3583019"/>
                  <a:ext cx="837472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pLH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30C5D678-FAA6-5F53-4979-94C6E3EE4F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2138" y="3583019"/>
                  <a:ext cx="837472" cy="55643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EDC085E-4C69-527B-ECC6-BD9FB9C5CA80}"/>
                    </a:ext>
                  </a:extLst>
                </p:cNvPr>
                <p:cNvSpPr txBox="1"/>
                <p:nvPr/>
              </p:nvSpPr>
              <p:spPr>
                <a:xfrm>
                  <a:off x="5713934" y="3578271"/>
                  <a:ext cx="837472" cy="556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pHL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EDC085E-4C69-527B-ECC6-BD9FB9C5CA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3934" y="3578271"/>
                  <a:ext cx="837472" cy="55643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E691596F-881D-DE5C-3E7E-397868D8BF8F}"/>
                </a:ext>
              </a:extLst>
            </p:cNvPr>
            <p:cNvCxnSpPr>
              <a:cxnSpLocks/>
            </p:cNvCxnSpPr>
            <p:nvPr/>
          </p:nvCxnSpPr>
          <p:spPr>
            <a:xfrm>
              <a:off x="5663262" y="4119907"/>
              <a:ext cx="900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03D8C16C-C2CC-6432-9E43-4EB64F0F02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6887" y="4119907"/>
              <a:ext cx="37815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53BED2E3-995E-7D57-7E07-019079ABDF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4126" y="2899023"/>
              <a:ext cx="5348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1A66ECC6-0532-6242-1455-7A4935990031}"/>
                </a:ext>
              </a:extLst>
            </p:cNvPr>
            <p:cNvCxnSpPr>
              <a:cxnSpLocks/>
            </p:cNvCxnSpPr>
            <p:nvPr/>
          </p:nvCxnSpPr>
          <p:spPr>
            <a:xfrm>
              <a:off x="7561441" y="2899023"/>
              <a:ext cx="58687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887C715-04FA-F618-8763-2F03E62D66AB}"/>
                    </a:ext>
                  </a:extLst>
                </p:cNvPr>
                <p:cNvSpPr txBox="1"/>
                <p:nvPr/>
              </p:nvSpPr>
              <p:spPr>
                <a:xfrm>
                  <a:off x="6990380" y="2600853"/>
                  <a:ext cx="83747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3887C715-04FA-F618-8763-2F03E62D66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0380" y="2600853"/>
                  <a:ext cx="83747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C739FC1D-4D48-A17A-03E2-86CA87AD698A}"/>
                </a:ext>
              </a:extLst>
            </p:cNvPr>
            <p:cNvCxnSpPr>
              <a:cxnSpLocks/>
            </p:cNvCxnSpPr>
            <p:nvPr/>
          </p:nvCxnSpPr>
          <p:spPr>
            <a:xfrm>
              <a:off x="3255691" y="2057168"/>
              <a:ext cx="23701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F95CA76D-FD46-8D06-9B09-7D7C8438C5BC}"/>
                </a:ext>
              </a:extLst>
            </p:cNvPr>
            <p:cNvCxnSpPr>
              <a:cxnSpLocks/>
            </p:cNvCxnSpPr>
            <p:nvPr/>
          </p:nvCxnSpPr>
          <p:spPr>
            <a:xfrm>
              <a:off x="4062413" y="2057168"/>
              <a:ext cx="19781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F89A5CC5-B5D7-C44D-BD95-2155C242AD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5535" y="2057168"/>
              <a:ext cx="18944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5315676C-DE3C-8F18-90C6-B20D49BAD920}"/>
                    </a:ext>
                  </a:extLst>
                </p:cNvPr>
                <p:cNvSpPr txBox="1"/>
                <p:nvPr/>
              </p:nvSpPr>
              <p:spPr>
                <a:xfrm>
                  <a:off x="4349372" y="2744525"/>
                  <a:ext cx="118429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cmin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5315676C-DE3C-8F18-90C6-B20D49BAD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9372" y="2744525"/>
                  <a:ext cx="1184292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E3374F29-9513-EFC1-7646-3E0483F91EE6}"/>
                </a:ext>
              </a:extLst>
            </p:cNvPr>
            <p:cNvCxnSpPr>
              <a:cxnSpLocks/>
            </p:cNvCxnSpPr>
            <p:nvPr/>
          </p:nvCxnSpPr>
          <p:spPr>
            <a:xfrm>
              <a:off x="5533665" y="3049354"/>
              <a:ext cx="103046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D5E8C7C2-C31C-6C48-90C2-42B208A41C69}"/>
                  </a:ext>
                </a:extLst>
              </p:cNvPr>
              <p:cNvSpPr txBox="1"/>
              <p:nvPr/>
            </p:nvSpPr>
            <p:spPr>
              <a:xfrm>
                <a:off x="720000" y="4428000"/>
                <a:ext cx="11261157" cy="22554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SU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setup 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建立时间，在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有效边沿到来之前，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信号保持稳定的最短时间；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hold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保持时间，在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有效边沿到来之后，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信号需要继续保持的最短时间；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width</a:t>
                </a:r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脉冲宽度，为了传输成功，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信号的需要具备的脉冲宽度；</a:t>
                </a:r>
                <a:endPara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kumimoji="1" lang="en-US" altLang="zh-CN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propagation delay </a:t>
                </a:r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传输延迟，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上升沿至输出端新状态稳定的时间，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pLH</m:t>
                            </m:r>
                          </m:sub>
                        </m:sSub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pHL</m:t>
                            </m:r>
                          </m:sub>
                        </m:sSub>
                      </m:num>
                      <m:den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cm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：触发器最高工作频率，</a:t>
                </a:r>
                <a:r>
                  <a:rPr lang="en-US" altLang="zh-CN" sz="20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cmax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D5E8C7C2-C31C-6C48-90C2-42B208A41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4428000"/>
                <a:ext cx="11261157" cy="2255489"/>
              </a:xfrm>
              <a:prstGeom prst="rect">
                <a:avLst/>
              </a:prstGeom>
              <a:blipFill>
                <a:blip r:embed="rId12"/>
                <a:stretch>
                  <a:fillRect l="-433" b="-378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标题 1">
            <a:extLst>
              <a:ext uri="{FF2B5EF4-FFF2-40B4-BE49-F238E27FC236}">
                <a16:creationId xmlns:a16="http://schemas.microsoft.com/office/drawing/2014/main" id="{B3BE8F65-2F62-2BEE-5689-1E33C68EBDD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锁存器和触发器的动态特性</a:t>
            </a:r>
            <a:endParaRPr lang="en-US" altLang="zh-CN" sz="3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E0CE89-2949-9E77-3BAE-29FAC953C74D}"/>
              </a:ext>
            </a:extLst>
          </p:cNvPr>
          <p:cNvSpPr txBox="1"/>
          <p:nvPr/>
        </p:nvSpPr>
        <p:spPr>
          <a:xfrm>
            <a:off x="360000" y="828000"/>
            <a:ext cx="696760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触发器的动态特性（上升沿有效）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1893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8E86D-395D-3D74-0080-0368C93D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组合 88">
            <a:extLst>
              <a:ext uri="{FF2B5EF4-FFF2-40B4-BE49-F238E27FC236}">
                <a16:creationId xmlns:a16="http://schemas.microsoft.com/office/drawing/2014/main" id="{00F2134D-1DED-B10D-A2FB-FFC2AF0E63E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92E4348E-6D2F-930E-E730-8F6467B8F36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2" name="箭头: 五边形 91">
                <a:extLst>
                  <a:ext uri="{FF2B5EF4-FFF2-40B4-BE49-F238E27FC236}">
                    <a16:creationId xmlns:a16="http://schemas.microsoft.com/office/drawing/2014/main" id="{899C9E9B-2AB2-B94E-8F23-5ED8A276312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箭头: V 形 92">
                <a:extLst>
                  <a:ext uri="{FF2B5EF4-FFF2-40B4-BE49-F238E27FC236}">
                    <a16:creationId xmlns:a16="http://schemas.microsoft.com/office/drawing/2014/main" id="{E4E20819-3F7B-55AB-30C5-6C954CD5BEA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1" name="灯片编号占位符 3">
              <a:extLst>
                <a:ext uri="{FF2B5EF4-FFF2-40B4-BE49-F238E27FC236}">
                  <a16:creationId xmlns:a16="http://schemas.microsoft.com/office/drawing/2014/main" id="{BB9C3F40-2250-8FB0-9025-04FDBB96BA9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80B379CF-75A3-E3C8-2480-1538C913B7F8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7758528" cy="1159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维持阻塞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触发器的动态特性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设所有门的传输延迟都为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且导线无延迟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80B379CF-75A3-E3C8-2480-1538C913B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7758528" cy="1159613"/>
              </a:xfrm>
              <a:prstGeom prst="rect">
                <a:avLst/>
              </a:prstGeom>
              <a:blipFill>
                <a:blip r:embed="rId3"/>
                <a:stretch>
                  <a:fillRect l="-1571" t="-2105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526E287-274D-535A-E747-027FCDC80359}"/>
                  </a:ext>
                </a:extLst>
              </p:cNvPr>
              <p:cNvSpPr txBox="1"/>
              <p:nvPr/>
            </p:nvSpPr>
            <p:spPr>
              <a:xfrm>
                <a:off x="6120000" y="3420000"/>
                <a:ext cx="5586726" cy="1338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zh-CN" sz="2400" b="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信号要经过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400" b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再经过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b="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b="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才能满足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SU</m:t>
                        </m:r>
                      </m:sub>
                    </m:sSub>
                    <m:r>
                      <a:rPr lang="en-US" altLang="zh-CN" sz="280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5526E287-274D-535A-E747-027FCDC80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000" y="3420000"/>
                <a:ext cx="5586726" cy="1338828"/>
              </a:xfrm>
              <a:prstGeom prst="rect">
                <a:avLst/>
              </a:prstGeom>
              <a:blipFill>
                <a:blip r:embed="rId4"/>
                <a:stretch>
                  <a:fillRect l="-1747" t="-3636" b="-8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FAEACFD0-2538-F7D5-AFA4-D6A7D807968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锁存器和触发器的动态特性</a:t>
            </a:r>
            <a:endParaRPr lang="en-US" altLang="zh-CN" sz="30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7039263-AB2E-E829-DAC3-646E1CA47C68}"/>
              </a:ext>
            </a:extLst>
          </p:cNvPr>
          <p:cNvGrpSpPr/>
          <p:nvPr/>
        </p:nvGrpSpPr>
        <p:grpSpPr>
          <a:xfrm>
            <a:off x="360000" y="2160000"/>
            <a:ext cx="5079099" cy="4345015"/>
            <a:chOff x="360000" y="2255275"/>
            <a:chExt cx="5079099" cy="4345015"/>
          </a:xfrm>
        </p:grpSpPr>
        <p:sp>
          <p:nvSpPr>
            <p:cNvPr id="480" name="Line 27">
              <a:extLst>
                <a:ext uri="{FF2B5EF4-FFF2-40B4-BE49-F238E27FC236}">
                  <a16:creationId xmlns:a16="http://schemas.microsoft.com/office/drawing/2014/main" id="{21DDE47B-4E83-F4FC-7033-44489810B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681" y="405904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1" name="Line 27">
              <a:extLst>
                <a:ext uri="{FF2B5EF4-FFF2-40B4-BE49-F238E27FC236}">
                  <a16:creationId xmlns:a16="http://schemas.microsoft.com/office/drawing/2014/main" id="{F1C4F439-196F-8213-E642-BB895C211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652" y="3909535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2" name="文本框 481">
                  <a:extLst>
                    <a:ext uri="{FF2B5EF4-FFF2-40B4-BE49-F238E27FC236}">
                      <a16:creationId xmlns:a16="http://schemas.microsoft.com/office/drawing/2014/main" id="{9DD207AD-AAE3-C44F-1B7F-B6318337C5A5}"/>
                    </a:ext>
                  </a:extLst>
                </p:cNvPr>
                <p:cNvSpPr txBox="1"/>
                <p:nvPr/>
              </p:nvSpPr>
              <p:spPr>
                <a:xfrm>
                  <a:off x="706294" y="429133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2" name="文本框 481">
                  <a:extLst>
                    <a:ext uri="{FF2B5EF4-FFF2-40B4-BE49-F238E27FC236}">
                      <a16:creationId xmlns:a16="http://schemas.microsoft.com/office/drawing/2014/main" id="{9DD207AD-AAE3-C44F-1B7F-B6318337C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294" y="4291333"/>
                  <a:ext cx="458075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3" name="椭圆 482">
              <a:extLst>
                <a:ext uri="{FF2B5EF4-FFF2-40B4-BE49-F238E27FC236}">
                  <a16:creationId xmlns:a16="http://schemas.microsoft.com/office/drawing/2014/main" id="{1721045C-85C5-791C-A7A7-428B5B29825D}"/>
                </a:ext>
              </a:extLst>
            </p:cNvPr>
            <p:cNvSpPr/>
            <p:nvPr/>
          </p:nvSpPr>
          <p:spPr>
            <a:xfrm flipV="1">
              <a:off x="4441986" y="3847890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84" name="Line 27">
              <a:extLst>
                <a:ext uri="{FF2B5EF4-FFF2-40B4-BE49-F238E27FC236}">
                  <a16:creationId xmlns:a16="http://schemas.microsoft.com/office/drawing/2014/main" id="{099E607A-5A5E-8EAC-602A-84065FFA7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681" y="4840000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86" name="Line 27">
              <a:extLst>
                <a:ext uri="{FF2B5EF4-FFF2-40B4-BE49-F238E27FC236}">
                  <a16:creationId xmlns:a16="http://schemas.microsoft.com/office/drawing/2014/main" id="{ADF60CE5-F005-895C-D4FE-D956E1518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1652" y="4989993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6158D7D0-1819-0E4D-D01D-73577840AC9F}"/>
                </a:ext>
              </a:extLst>
            </p:cNvPr>
            <p:cNvSpPr/>
            <p:nvPr/>
          </p:nvSpPr>
          <p:spPr>
            <a:xfrm flipV="1">
              <a:off x="4441986" y="492834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88" name="Line 27">
              <a:extLst>
                <a:ext uri="{FF2B5EF4-FFF2-40B4-BE49-F238E27FC236}">
                  <a16:creationId xmlns:a16="http://schemas.microsoft.com/office/drawing/2014/main" id="{7AD9CA78-9B8C-3B91-122D-94C9F85675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28858" y="4174251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9" name="Line 27">
              <a:extLst>
                <a:ext uri="{FF2B5EF4-FFF2-40B4-BE49-F238E27FC236}">
                  <a16:creationId xmlns:a16="http://schemas.microsoft.com/office/drawing/2014/main" id="{75CE3ECE-45CD-B878-ED43-7CE6585621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28858" y="472434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" name="Line 27">
              <a:extLst>
                <a:ext uri="{FF2B5EF4-FFF2-40B4-BE49-F238E27FC236}">
                  <a16:creationId xmlns:a16="http://schemas.microsoft.com/office/drawing/2014/main" id="{B1B69475-6B9A-B1DA-7592-A287A6AC09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85651" y="4048656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" name="Line 27">
              <a:extLst>
                <a:ext uri="{FF2B5EF4-FFF2-40B4-BE49-F238E27FC236}">
                  <a16:creationId xmlns:a16="http://schemas.microsoft.com/office/drawing/2014/main" id="{71D7D572-BB3B-B2A1-32C5-A2CA1E48CD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585651" y="485131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2" name="Line 27">
              <a:extLst>
                <a:ext uri="{FF2B5EF4-FFF2-40B4-BE49-F238E27FC236}">
                  <a16:creationId xmlns:a16="http://schemas.microsoft.com/office/drawing/2014/main" id="{6C2543AA-F665-D001-0D99-A1B3C6E7A8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963257" y="3978274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3" name="Line 27">
              <a:extLst>
                <a:ext uri="{FF2B5EF4-FFF2-40B4-BE49-F238E27FC236}">
                  <a16:creationId xmlns:a16="http://schemas.microsoft.com/office/drawing/2014/main" id="{04B08A7D-80F7-B104-39B9-EFC4FEAE17D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3962066" y="3848989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4" name="椭圆 493">
              <a:extLst>
                <a:ext uri="{FF2B5EF4-FFF2-40B4-BE49-F238E27FC236}">
                  <a16:creationId xmlns:a16="http://schemas.microsoft.com/office/drawing/2014/main" id="{1BD24AF7-B75D-7B0F-E512-961A2F8CAC28}"/>
                </a:ext>
              </a:extLst>
            </p:cNvPr>
            <p:cNvSpPr/>
            <p:nvPr/>
          </p:nvSpPr>
          <p:spPr>
            <a:xfrm flipV="1">
              <a:off x="4665568" y="3861622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495" name="椭圆 494">
              <a:extLst>
                <a:ext uri="{FF2B5EF4-FFF2-40B4-BE49-F238E27FC236}">
                  <a16:creationId xmlns:a16="http://schemas.microsoft.com/office/drawing/2014/main" id="{D49A0B78-0129-6B17-927A-A4E8C88D7469}"/>
                </a:ext>
              </a:extLst>
            </p:cNvPr>
            <p:cNvSpPr/>
            <p:nvPr/>
          </p:nvSpPr>
          <p:spPr>
            <a:xfrm flipV="1">
              <a:off x="4665568" y="4941164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6" name="文本框 495">
                  <a:extLst>
                    <a:ext uri="{FF2B5EF4-FFF2-40B4-BE49-F238E27FC236}">
                      <a16:creationId xmlns:a16="http://schemas.microsoft.com/office/drawing/2014/main" id="{984BB45D-C9C8-BDEE-3723-AE54EA41D5E8}"/>
                    </a:ext>
                  </a:extLst>
                </p:cNvPr>
                <p:cNvSpPr txBox="1"/>
                <p:nvPr/>
              </p:nvSpPr>
              <p:spPr>
                <a:xfrm>
                  <a:off x="680690" y="613862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6" name="文本框 495">
                  <a:extLst>
                    <a:ext uri="{FF2B5EF4-FFF2-40B4-BE49-F238E27FC236}">
                      <a16:creationId xmlns:a16="http://schemas.microsoft.com/office/drawing/2014/main" id="{984BB45D-C9C8-BDEE-3723-AE54EA41D5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690" y="6138625"/>
                  <a:ext cx="458075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7" name="文本框 496">
                  <a:extLst>
                    <a:ext uri="{FF2B5EF4-FFF2-40B4-BE49-F238E27FC236}">
                      <a16:creationId xmlns:a16="http://schemas.microsoft.com/office/drawing/2014/main" id="{DE34F784-0688-2294-01CD-E5E80B7F8032}"/>
                    </a:ext>
                  </a:extLst>
                </p:cNvPr>
                <p:cNvSpPr txBox="1"/>
                <p:nvPr/>
              </p:nvSpPr>
              <p:spPr>
                <a:xfrm>
                  <a:off x="4981024" y="475777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7" name="文本框 496">
                  <a:extLst>
                    <a:ext uri="{FF2B5EF4-FFF2-40B4-BE49-F238E27FC236}">
                      <a16:creationId xmlns:a16="http://schemas.microsoft.com/office/drawing/2014/main" id="{DE34F784-0688-2294-01CD-E5E80B7F8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024" y="4757775"/>
                  <a:ext cx="458075" cy="462434"/>
                </a:xfrm>
                <a:prstGeom prst="rect">
                  <a:avLst/>
                </a:prstGeom>
                <a:blipFill>
                  <a:blip r:embed="rId8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F1DB75F6-42E0-DD96-05C5-58661A9FF7E9}"/>
                    </a:ext>
                  </a:extLst>
                </p:cNvPr>
                <p:cNvSpPr txBox="1"/>
                <p:nvPr/>
              </p:nvSpPr>
              <p:spPr>
                <a:xfrm>
                  <a:off x="4981024" y="3677317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8" name="文本框 497">
                  <a:extLst>
                    <a:ext uri="{FF2B5EF4-FFF2-40B4-BE49-F238E27FC236}">
                      <a16:creationId xmlns:a16="http://schemas.microsoft.com/office/drawing/2014/main" id="{F1DB75F6-42E0-DD96-05C5-58661A9FF7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024" y="3677317"/>
                  <a:ext cx="458075" cy="462434"/>
                </a:xfrm>
                <a:prstGeom prst="rect">
                  <a:avLst/>
                </a:prstGeom>
                <a:blipFill>
                  <a:blip r:embed="rId9"/>
                  <a:stretch>
                    <a:fillRect l="-10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9" name="流程图: 延期 498">
              <a:extLst>
                <a:ext uri="{FF2B5EF4-FFF2-40B4-BE49-F238E27FC236}">
                  <a16:creationId xmlns:a16="http://schemas.microsoft.com/office/drawing/2014/main" id="{CC33D0A8-830D-57CC-2D31-1F1B1082747B}"/>
                </a:ext>
              </a:extLst>
            </p:cNvPr>
            <p:cNvSpPr/>
            <p:nvPr/>
          </p:nvSpPr>
          <p:spPr>
            <a:xfrm>
              <a:off x="3897615" y="3635042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00" name="流程图: 延期 499">
              <a:extLst>
                <a:ext uri="{FF2B5EF4-FFF2-40B4-BE49-F238E27FC236}">
                  <a16:creationId xmlns:a16="http://schemas.microsoft.com/office/drawing/2014/main" id="{681E1044-396C-27DA-7E57-D7D084D6AA8C}"/>
                </a:ext>
              </a:extLst>
            </p:cNvPr>
            <p:cNvSpPr/>
            <p:nvPr/>
          </p:nvSpPr>
          <p:spPr>
            <a:xfrm>
              <a:off x="3897615" y="4719033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01" name="Line 27">
              <a:extLst>
                <a:ext uri="{FF2B5EF4-FFF2-40B4-BE49-F238E27FC236}">
                  <a16:creationId xmlns:a16="http://schemas.microsoft.com/office/drawing/2014/main" id="{1A08B537-81F0-92CE-5132-DAC33CD8B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238" y="2529091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2" name="Line 27">
              <a:extLst>
                <a:ext uri="{FF2B5EF4-FFF2-40B4-BE49-F238E27FC236}">
                  <a16:creationId xmlns:a16="http://schemas.microsoft.com/office/drawing/2014/main" id="{B48643A9-600C-E6B7-4E9B-BA0F59E15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8740" y="282859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" name="Line 27">
              <a:extLst>
                <a:ext uri="{FF2B5EF4-FFF2-40B4-BE49-F238E27FC236}">
                  <a16:creationId xmlns:a16="http://schemas.microsoft.com/office/drawing/2014/main" id="{D3400CE6-B274-F982-336A-38BE826FF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9093" y="2679084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4" name="椭圆 503">
              <a:extLst>
                <a:ext uri="{FF2B5EF4-FFF2-40B4-BE49-F238E27FC236}">
                  <a16:creationId xmlns:a16="http://schemas.microsoft.com/office/drawing/2014/main" id="{A0D41F6B-B655-510C-8D9A-E4C0106DBBCC}"/>
                </a:ext>
              </a:extLst>
            </p:cNvPr>
            <p:cNvSpPr/>
            <p:nvPr/>
          </p:nvSpPr>
          <p:spPr>
            <a:xfrm flipV="1">
              <a:off x="2577045" y="2617439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05" name="Line 27">
              <a:extLst>
                <a:ext uri="{FF2B5EF4-FFF2-40B4-BE49-F238E27FC236}">
                  <a16:creationId xmlns:a16="http://schemas.microsoft.com/office/drawing/2014/main" id="{39B54086-0A74-E7AC-0C8F-E37248D5E3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8740" y="360954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6" name="Line 27">
              <a:extLst>
                <a:ext uri="{FF2B5EF4-FFF2-40B4-BE49-F238E27FC236}">
                  <a16:creationId xmlns:a16="http://schemas.microsoft.com/office/drawing/2014/main" id="{AAA2BDC4-0EAF-9178-257C-DCF08205B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824" y="3909052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7" name="Line 27">
              <a:extLst>
                <a:ext uri="{FF2B5EF4-FFF2-40B4-BE49-F238E27FC236}">
                  <a16:creationId xmlns:a16="http://schemas.microsoft.com/office/drawing/2014/main" id="{22D76DAE-EC2B-23FA-972B-B6BBC934C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6711" y="3759542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8" name="椭圆 507">
              <a:extLst>
                <a:ext uri="{FF2B5EF4-FFF2-40B4-BE49-F238E27FC236}">
                  <a16:creationId xmlns:a16="http://schemas.microsoft.com/office/drawing/2014/main" id="{6DBAC7B2-1993-E23D-01AE-1B54084B64FF}"/>
                </a:ext>
              </a:extLst>
            </p:cNvPr>
            <p:cNvSpPr/>
            <p:nvPr/>
          </p:nvSpPr>
          <p:spPr>
            <a:xfrm flipV="1">
              <a:off x="2577045" y="3697897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509" name="Line 27">
              <a:extLst>
                <a:ext uri="{FF2B5EF4-FFF2-40B4-BE49-F238E27FC236}">
                  <a16:creationId xmlns:a16="http://schemas.microsoft.com/office/drawing/2014/main" id="{4568EE78-2D46-9FB3-ACC5-F607502B16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63917" y="2943800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0" name="Line 27">
              <a:extLst>
                <a:ext uri="{FF2B5EF4-FFF2-40B4-BE49-F238E27FC236}">
                  <a16:creationId xmlns:a16="http://schemas.microsoft.com/office/drawing/2014/main" id="{C6D0D920-BE8B-8F9D-7656-5B5064A4C8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63917" y="349389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1" name="Line 27">
              <a:extLst>
                <a:ext uri="{FF2B5EF4-FFF2-40B4-BE49-F238E27FC236}">
                  <a16:creationId xmlns:a16="http://schemas.microsoft.com/office/drawing/2014/main" id="{21B3EDD2-CF4B-FF49-4090-46D3B7368C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08434" y="2805930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Line 27">
              <a:extLst>
                <a:ext uri="{FF2B5EF4-FFF2-40B4-BE49-F238E27FC236}">
                  <a16:creationId xmlns:a16="http://schemas.microsoft.com/office/drawing/2014/main" id="{87136F29-49D4-7A9A-75FA-5DE153BC0A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15353" y="3626218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Line 27">
              <a:extLst>
                <a:ext uri="{FF2B5EF4-FFF2-40B4-BE49-F238E27FC236}">
                  <a16:creationId xmlns:a16="http://schemas.microsoft.com/office/drawing/2014/main" id="{F7D2E06F-34BA-9F58-4416-F095635317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098316" y="2747823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Line 27">
              <a:extLst>
                <a:ext uri="{FF2B5EF4-FFF2-40B4-BE49-F238E27FC236}">
                  <a16:creationId xmlns:a16="http://schemas.microsoft.com/office/drawing/2014/main" id="{662F0AE8-D132-008D-B685-6D164938DE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097125" y="2618538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椭圆 195">
              <a:extLst>
                <a:ext uri="{FF2B5EF4-FFF2-40B4-BE49-F238E27FC236}">
                  <a16:creationId xmlns:a16="http://schemas.microsoft.com/office/drawing/2014/main" id="{8EB59B3C-8116-8D89-F56F-6DA7A6E12B51}"/>
                </a:ext>
              </a:extLst>
            </p:cNvPr>
            <p:cNvSpPr/>
            <p:nvPr/>
          </p:nvSpPr>
          <p:spPr>
            <a:xfrm flipV="1">
              <a:off x="2800627" y="3710713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197" name="流程图: 延期 196">
              <a:extLst>
                <a:ext uri="{FF2B5EF4-FFF2-40B4-BE49-F238E27FC236}">
                  <a16:creationId xmlns:a16="http://schemas.microsoft.com/office/drawing/2014/main" id="{5136C290-4780-550E-DD90-0B4713667F59}"/>
                </a:ext>
              </a:extLst>
            </p:cNvPr>
            <p:cNvSpPr/>
            <p:nvPr/>
          </p:nvSpPr>
          <p:spPr>
            <a:xfrm>
              <a:off x="2032674" y="240459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98" name="流程图: 延期 197">
              <a:extLst>
                <a:ext uri="{FF2B5EF4-FFF2-40B4-BE49-F238E27FC236}">
                  <a16:creationId xmlns:a16="http://schemas.microsoft.com/office/drawing/2014/main" id="{49168760-0E08-A8EA-3532-2A3EE54575A5}"/>
                </a:ext>
              </a:extLst>
            </p:cNvPr>
            <p:cNvSpPr/>
            <p:nvPr/>
          </p:nvSpPr>
          <p:spPr>
            <a:xfrm>
              <a:off x="2032674" y="3488582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99" name="Line 27">
              <a:extLst>
                <a:ext uri="{FF2B5EF4-FFF2-40B4-BE49-F238E27FC236}">
                  <a16:creationId xmlns:a16="http://schemas.microsoft.com/office/drawing/2014/main" id="{6D88A98F-17B7-2003-169E-AC2CEFE451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3812" y="4989497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0" name="Line 27">
              <a:extLst>
                <a:ext uri="{FF2B5EF4-FFF2-40B4-BE49-F238E27FC236}">
                  <a16:creationId xmlns:a16="http://schemas.microsoft.com/office/drawing/2014/main" id="{6972EBBF-A616-81C2-F7E2-BCCFE365D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238" y="5289000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Line 27">
              <a:extLst>
                <a:ext uri="{FF2B5EF4-FFF2-40B4-BE49-F238E27FC236}">
                  <a16:creationId xmlns:a16="http://schemas.microsoft.com/office/drawing/2014/main" id="{41A1ADF0-1A3F-6756-E230-CCE5258B7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9639" y="5139490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2" name="椭圆 201">
              <a:extLst>
                <a:ext uri="{FF2B5EF4-FFF2-40B4-BE49-F238E27FC236}">
                  <a16:creationId xmlns:a16="http://schemas.microsoft.com/office/drawing/2014/main" id="{BAEBB162-7955-D1B6-35B5-BBD5C93A05C9}"/>
                </a:ext>
              </a:extLst>
            </p:cNvPr>
            <p:cNvSpPr/>
            <p:nvPr/>
          </p:nvSpPr>
          <p:spPr>
            <a:xfrm flipV="1">
              <a:off x="2589973" y="5077845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03" name="Line 27">
              <a:extLst>
                <a:ext uri="{FF2B5EF4-FFF2-40B4-BE49-F238E27FC236}">
                  <a16:creationId xmlns:a16="http://schemas.microsoft.com/office/drawing/2014/main" id="{12E639D3-F4A0-095C-0056-0B7FDC20A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668" y="6069955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4" name="Line 27">
              <a:extLst>
                <a:ext uri="{FF2B5EF4-FFF2-40B4-BE49-F238E27FC236}">
                  <a16:creationId xmlns:a16="http://schemas.microsoft.com/office/drawing/2014/main" id="{3D12496A-88A9-6480-5566-FBC9A15C2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273" y="6369458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" name="Line 27">
              <a:extLst>
                <a:ext uri="{FF2B5EF4-FFF2-40B4-BE49-F238E27FC236}">
                  <a16:creationId xmlns:a16="http://schemas.microsoft.com/office/drawing/2014/main" id="{D4542273-2227-C8CA-0E48-CDF68072F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2021" y="6219948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椭圆 205">
              <a:extLst>
                <a:ext uri="{FF2B5EF4-FFF2-40B4-BE49-F238E27FC236}">
                  <a16:creationId xmlns:a16="http://schemas.microsoft.com/office/drawing/2014/main" id="{0EA017FF-6923-0C84-7C5C-F218DD0E8375}"/>
                </a:ext>
              </a:extLst>
            </p:cNvPr>
            <p:cNvSpPr/>
            <p:nvPr/>
          </p:nvSpPr>
          <p:spPr>
            <a:xfrm flipV="1">
              <a:off x="2589973" y="615830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20" name="Line 27">
              <a:extLst>
                <a:ext uri="{FF2B5EF4-FFF2-40B4-BE49-F238E27FC236}">
                  <a16:creationId xmlns:a16="http://schemas.microsoft.com/office/drawing/2014/main" id="{C69928FD-DCD2-2891-780A-B4510C0AF6F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76845" y="5404206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" name="Line 27">
              <a:extLst>
                <a:ext uri="{FF2B5EF4-FFF2-40B4-BE49-F238E27FC236}">
                  <a16:creationId xmlns:a16="http://schemas.microsoft.com/office/drawing/2014/main" id="{8AEDC57A-903D-BFFD-7947-AA8EB5375E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76845" y="5954300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2" name="Line 27">
              <a:extLst>
                <a:ext uri="{FF2B5EF4-FFF2-40B4-BE49-F238E27FC236}">
                  <a16:creationId xmlns:a16="http://schemas.microsoft.com/office/drawing/2014/main" id="{B485CFBF-249E-9C7F-9472-221911524FB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33638" y="5278611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" name="Line 27">
              <a:extLst>
                <a:ext uri="{FF2B5EF4-FFF2-40B4-BE49-F238E27FC236}">
                  <a16:creationId xmlns:a16="http://schemas.microsoft.com/office/drawing/2014/main" id="{EBA3AE16-1EF6-1479-E3AD-0721337B26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721991" y="6092914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" name="Line 27">
              <a:extLst>
                <a:ext uri="{FF2B5EF4-FFF2-40B4-BE49-F238E27FC236}">
                  <a16:creationId xmlns:a16="http://schemas.microsoft.com/office/drawing/2014/main" id="{01FD70E3-459B-95E1-4007-77C75B3829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111244" y="5208229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" name="Line 27">
              <a:extLst>
                <a:ext uri="{FF2B5EF4-FFF2-40B4-BE49-F238E27FC236}">
                  <a16:creationId xmlns:a16="http://schemas.microsoft.com/office/drawing/2014/main" id="{D906C755-3088-C378-31C1-30653C6A5E0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2110053" y="5078944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5561F351-4AC4-C518-558F-6CEC1C59A489}"/>
                </a:ext>
              </a:extLst>
            </p:cNvPr>
            <p:cNvSpPr/>
            <p:nvPr/>
          </p:nvSpPr>
          <p:spPr>
            <a:xfrm flipV="1">
              <a:off x="2813555" y="5091577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28" name="流程图: 延期 227">
              <a:extLst>
                <a:ext uri="{FF2B5EF4-FFF2-40B4-BE49-F238E27FC236}">
                  <a16:creationId xmlns:a16="http://schemas.microsoft.com/office/drawing/2014/main" id="{509FF3F4-9617-ED1F-4EEC-2A9BA0F83846}"/>
                </a:ext>
              </a:extLst>
            </p:cNvPr>
            <p:cNvSpPr/>
            <p:nvPr/>
          </p:nvSpPr>
          <p:spPr>
            <a:xfrm>
              <a:off x="2045602" y="4864997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29" name="流程图: 延期 228">
              <a:extLst>
                <a:ext uri="{FF2B5EF4-FFF2-40B4-BE49-F238E27FC236}">
                  <a16:creationId xmlns:a16="http://schemas.microsoft.com/office/drawing/2014/main" id="{6E1047CD-9F03-89F0-EDD3-4518593B3DF7}"/>
                </a:ext>
              </a:extLst>
            </p:cNvPr>
            <p:cNvSpPr/>
            <p:nvPr/>
          </p:nvSpPr>
          <p:spPr>
            <a:xfrm>
              <a:off x="2045602" y="5948988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30" name="Line 27">
              <a:extLst>
                <a:ext uri="{FF2B5EF4-FFF2-40B4-BE49-F238E27FC236}">
                  <a16:creationId xmlns:a16="http://schemas.microsoft.com/office/drawing/2014/main" id="{7A4E1045-FF59-A361-FE48-577EAD6515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5020" y="3909045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0AAB6AEB-42B9-BAC3-87CF-21A6296FB788}"/>
                </a:ext>
              </a:extLst>
            </p:cNvPr>
            <p:cNvSpPr/>
            <p:nvPr/>
          </p:nvSpPr>
          <p:spPr>
            <a:xfrm flipV="1">
              <a:off x="1756762" y="5239841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32" name="Line 27">
              <a:extLst>
                <a:ext uri="{FF2B5EF4-FFF2-40B4-BE49-F238E27FC236}">
                  <a16:creationId xmlns:a16="http://schemas.microsoft.com/office/drawing/2014/main" id="{405EDDB0-52E4-25D8-57FF-7B2837A18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824" y="5138489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238" name="组合 237">
              <a:extLst>
                <a:ext uri="{FF2B5EF4-FFF2-40B4-BE49-F238E27FC236}">
                  <a16:creationId xmlns:a16="http://schemas.microsoft.com/office/drawing/2014/main" id="{E094BA21-553B-E978-5FDD-354ECAA894DD}"/>
                </a:ext>
              </a:extLst>
            </p:cNvPr>
            <p:cNvGrpSpPr/>
            <p:nvPr/>
          </p:nvGrpSpPr>
          <p:grpSpPr>
            <a:xfrm>
              <a:off x="1797480" y="3758540"/>
              <a:ext cx="1053994" cy="1243050"/>
              <a:chOff x="7322851" y="2737091"/>
              <a:chExt cx="1053994" cy="1243050"/>
            </a:xfrm>
          </p:grpSpPr>
          <p:sp>
            <p:nvSpPr>
              <p:cNvPr id="233" name="Line 27">
                <a:extLst>
                  <a:ext uri="{FF2B5EF4-FFF2-40B4-BE49-F238E27FC236}">
                    <a16:creationId xmlns:a16="http://schemas.microsoft.com/office/drawing/2014/main" id="{23C87D7A-A879-4F78-78F0-50783E8C23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4" name="Line 27">
                <a:extLst>
                  <a:ext uri="{FF2B5EF4-FFF2-40B4-BE49-F238E27FC236}">
                    <a16:creationId xmlns:a16="http://schemas.microsoft.com/office/drawing/2014/main" id="{31ADEC0C-202C-63EF-AA92-030F618158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7" name="Line 27">
                <a:extLst>
                  <a:ext uri="{FF2B5EF4-FFF2-40B4-BE49-F238E27FC236}">
                    <a16:creationId xmlns:a16="http://schemas.microsoft.com/office/drawing/2014/main" id="{F5D5E3EF-534B-37FE-C1DF-2EE207BD95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9" name="Line 27">
              <a:extLst>
                <a:ext uri="{FF2B5EF4-FFF2-40B4-BE49-F238E27FC236}">
                  <a16:creationId xmlns:a16="http://schemas.microsoft.com/office/drawing/2014/main" id="{2FF1A7E7-C1DE-54C3-7474-28CFBD03C1C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9697" y="4518296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4" name="椭圆 383">
              <a:extLst>
                <a:ext uri="{FF2B5EF4-FFF2-40B4-BE49-F238E27FC236}">
                  <a16:creationId xmlns:a16="http://schemas.microsoft.com/office/drawing/2014/main" id="{EEF15D31-279F-DA35-1726-729EFCAEC86B}"/>
                </a:ext>
              </a:extLst>
            </p:cNvPr>
            <p:cNvSpPr/>
            <p:nvPr/>
          </p:nvSpPr>
          <p:spPr>
            <a:xfrm flipV="1">
              <a:off x="1302843" y="4474612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85" name="Line 27">
              <a:extLst>
                <a:ext uri="{FF2B5EF4-FFF2-40B4-BE49-F238E27FC236}">
                  <a16:creationId xmlns:a16="http://schemas.microsoft.com/office/drawing/2014/main" id="{70950709-0B67-A2D2-10B7-08B2C2253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7205" y="4523770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1535949E-98EE-3023-1FB3-ECB7F48FB766}"/>
                    </a:ext>
                  </a:extLst>
                </p:cNvPr>
                <p:cNvSpPr txBox="1"/>
                <p:nvPr/>
              </p:nvSpPr>
              <p:spPr>
                <a:xfrm>
                  <a:off x="2095272" y="2452383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1" name="文本框 390">
                  <a:extLst>
                    <a:ext uri="{FF2B5EF4-FFF2-40B4-BE49-F238E27FC236}">
                      <a16:creationId xmlns:a16="http://schemas.microsoft.com/office/drawing/2014/main" id="{1535949E-98EE-3023-1FB3-ECB7F48FB7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5272" y="2452383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5584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2" name="文本框 391">
                  <a:extLst>
                    <a:ext uri="{FF2B5EF4-FFF2-40B4-BE49-F238E27FC236}">
                      <a16:creationId xmlns:a16="http://schemas.microsoft.com/office/drawing/2014/main" id="{B6EEAAF8-1169-A996-1951-A6B1FFC88947}"/>
                    </a:ext>
                  </a:extLst>
                </p:cNvPr>
                <p:cNvSpPr txBox="1"/>
                <p:nvPr/>
              </p:nvSpPr>
              <p:spPr>
                <a:xfrm>
                  <a:off x="2092313" y="3535222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2" name="文本框 391">
                  <a:extLst>
                    <a:ext uri="{FF2B5EF4-FFF2-40B4-BE49-F238E27FC236}">
                      <a16:creationId xmlns:a16="http://schemas.microsoft.com/office/drawing/2014/main" id="{B6EEAAF8-1169-A996-1951-A6B1FFC889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2313" y="3535222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文本框 392">
                  <a:extLst>
                    <a:ext uri="{FF2B5EF4-FFF2-40B4-BE49-F238E27FC236}">
                      <a16:creationId xmlns:a16="http://schemas.microsoft.com/office/drawing/2014/main" id="{609222CD-8A10-0DD5-C18D-2A458729EE27}"/>
                    </a:ext>
                  </a:extLst>
                </p:cNvPr>
                <p:cNvSpPr txBox="1"/>
                <p:nvPr/>
              </p:nvSpPr>
              <p:spPr>
                <a:xfrm>
                  <a:off x="2095272" y="4910078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3" name="文本框 392">
                  <a:extLst>
                    <a:ext uri="{FF2B5EF4-FFF2-40B4-BE49-F238E27FC236}">
                      <a16:creationId xmlns:a16="http://schemas.microsoft.com/office/drawing/2014/main" id="{609222CD-8A10-0DD5-C18D-2A458729E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5272" y="4910078"/>
                  <a:ext cx="46875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文本框 393">
                  <a:extLst>
                    <a:ext uri="{FF2B5EF4-FFF2-40B4-BE49-F238E27FC236}">
                      <a16:creationId xmlns:a16="http://schemas.microsoft.com/office/drawing/2014/main" id="{0094D489-9937-4033-A567-868ED1DCE063}"/>
                    </a:ext>
                  </a:extLst>
                </p:cNvPr>
                <p:cNvSpPr txBox="1"/>
                <p:nvPr/>
              </p:nvSpPr>
              <p:spPr>
                <a:xfrm>
                  <a:off x="2091986" y="5977328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4" name="文本框 393">
                  <a:extLst>
                    <a:ext uri="{FF2B5EF4-FFF2-40B4-BE49-F238E27FC236}">
                      <a16:creationId xmlns:a16="http://schemas.microsoft.com/office/drawing/2014/main" id="{0094D489-9937-4033-A567-868ED1DC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1986" y="5977328"/>
                  <a:ext cx="46875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5" name="文本框 394">
                  <a:extLst>
                    <a:ext uri="{FF2B5EF4-FFF2-40B4-BE49-F238E27FC236}">
                      <a16:creationId xmlns:a16="http://schemas.microsoft.com/office/drawing/2014/main" id="{7895E49C-43A1-D270-C3C8-2FB732109658}"/>
                    </a:ext>
                  </a:extLst>
                </p:cNvPr>
                <p:cNvSpPr txBox="1"/>
                <p:nvPr/>
              </p:nvSpPr>
              <p:spPr>
                <a:xfrm>
                  <a:off x="3975142" y="366831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5" name="文本框 394">
                  <a:extLst>
                    <a:ext uri="{FF2B5EF4-FFF2-40B4-BE49-F238E27FC236}">
                      <a16:creationId xmlns:a16="http://schemas.microsoft.com/office/drawing/2014/main" id="{7895E49C-43A1-D270-C3C8-2FB7321096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42" y="3668311"/>
                  <a:ext cx="468756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31F0812D-22A9-852C-A064-B8C200C61CE4}"/>
                    </a:ext>
                  </a:extLst>
                </p:cNvPr>
                <p:cNvSpPr txBox="1"/>
                <p:nvPr/>
              </p:nvSpPr>
              <p:spPr>
                <a:xfrm>
                  <a:off x="3976844" y="4770757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96" name="文本框 395">
                  <a:extLst>
                    <a:ext uri="{FF2B5EF4-FFF2-40B4-BE49-F238E27FC236}">
                      <a16:creationId xmlns:a16="http://schemas.microsoft.com/office/drawing/2014/main" id="{31F0812D-22A9-852C-A064-B8C200C61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6844" y="4770757"/>
                  <a:ext cx="468756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155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A4EBE69F-0EE0-C686-BB35-FF1E94414FE1}"/>
                    </a:ext>
                  </a:extLst>
                </p:cNvPr>
                <p:cNvSpPr txBox="1"/>
                <p:nvPr/>
              </p:nvSpPr>
              <p:spPr>
                <a:xfrm>
                  <a:off x="3168263" y="3739871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7" name="文本框 396">
                  <a:extLst>
                    <a:ext uri="{FF2B5EF4-FFF2-40B4-BE49-F238E27FC236}">
                      <a16:creationId xmlns:a16="http://schemas.microsoft.com/office/drawing/2014/main" id="{A4EBE69F-0EE0-C686-BB35-FF1E94414F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8263" y="3739871"/>
                  <a:ext cx="458075" cy="46243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85A02F35-357E-5174-7AC5-617D52CEB52A}"/>
                    </a:ext>
                  </a:extLst>
                </p:cNvPr>
                <p:cNvSpPr txBox="1"/>
                <p:nvPr/>
              </p:nvSpPr>
              <p:spPr>
                <a:xfrm>
                  <a:off x="3173526" y="4730998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8" name="文本框 397">
                  <a:extLst>
                    <a:ext uri="{FF2B5EF4-FFF2-40B4-BE49-F238E27FC236}">
                      <a16:creationId xmlns:a16="http://schemas.microsoft.com/office/drawing/2014/main" id="{85A02F35-357E-5174-7AC5-617D52CEB5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3526" y="4730998"/>
                  <a:ext cx="458075" cy="462434"/>
                </a:xfrm>
                <a:prstGeom prst="rect">
                  <a:avLst/>
                </a:prstGeom>
                <a:blipFill>
                  <a:blip r:embed="rId17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283E7380-A0B2-B8E4-FEC6-8CA1BE0E9B96}"/>
                    </a:ext>
                  </a:extLst>
                </p:cNvPr>
                <p:cNvSpPr txBox="1"/>
                <p:nvPr/>
              </p:nvSpPr>
              <p:spPr>
                <a:xfrm>
                  <a:off x="2907655" y="2266974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9" name="文本框 398">
                  <a:extLst>
                    <a:ext uri="{FF2B5EF4-FFF2-40B4-BE49-F238E27FC236}">
                      <a16:creationId xmlns:a16="http://schemas.microsoft.com/office/drawing/2014/main" id="{283E7380-A0B2-B8E4-FEC6-8CA1BE0E9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655" y="2266974"/>
                  <a:ext cx="468756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1" name="文本框 400">
                  <a:extLst>
                    <a:ext uri="{FF2B5EF4-FFF2-40B4-BE49-F238E27FC236}">
                      <a16:creationId xmlns:a16="http://schemas.microsoft.com/office/drawing/2014/main" id="{5F55BC59-6BBB-7BCD-E30E-EC51C55AE94F}"/>
                    </a:ext>
                  </a:extLst>
                </p:cNvPr>
                <p:cNvSpPr txBox="1"/>
                <p:nvPr/>
              </p:nvSpPr>
              <p:spPr>
                <a:xfrm>
                  <a:off x="2907655" y="6064672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1" name="文本框 400">
                  <a:extLst>
                    <a:ext uri="{FF2B5EF4-FFF2-40B4-BE49-F238E27FC236}">
                      <a16:creationId xmlns:a16="http://schemas.microsoft.com/office/drawing/2014/main" id="{5F55BC59-6BBB-7BCD-E30E-EC51C55AE9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7655" y="6064672"/>
                  <a:ext cx="468756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7" name="文本框 406">
              <a:extLst>
                <a:ext uri="{FF2B5EF4-FFF2-40B4-BE49-F238E27FC236}">
                  <a16:creationId xmlns:a16="http://schemas.microsoft.com/office/drawing/2014/main" id="{194E237A-B080-B250-8439-AB8A9E38CBF0}"/>
                </a:ext>
              </a:extLst>
            </p:cNvPr>
            <p:cNvSpPr txBox="1"/>
            <p:nvPr/>
          </p:nvSpPr>
          <p:spPr>
            <a:xfrm>
              <a:off x="2820116" y="3300465"/>
              <a:ext cx="120359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9" name="文本框 408">
                  <a:extLst>
                    <a:ext uri="{FF2B5EF4-FFF2-40B4-BE49-F238E27FC236}">
                      <a16:creationId xmlns:a16="http://schemas.microsoft.com/office/drawing/2014/main" id="{6E5DA444-BC7B-45D0-B6AC-D4F7669232F7}"/>
                    </a:ext>
                  </a:extLst>
                </p:cNvPr>
                <p:cNvSpPr txBox="1"/>
                <p:nvPr/>
              </p:nvSpPr>
              <p:spPr>
                <a:xfrm>
                  <a:off x="3330606" y="6055894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𝐃</m:t>
                            </m:r>
                          </m:e>
                        </m:acc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9" name="文本框 408">
                  <a:extLst>
                    <a:ext uri="{FF2B5EF4-FFF2-40B4-BE49-F238E27FC236}">
                      <a16:creationId xmlns:a16="http://schemas.microsoft.com/office/drawing/2014/main" id="{6E5DA444-BC7B-45D0-B6AC-D4F7669232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606" y="6055894"/>
                  <a:ext cx="458075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2CDE39E7-8D0B-50B9-95DD-0895F4B41E74}"/>
                    </a:ext>
                  </a:extLst>
                </p:cNvPr>
                <p:cNvSpPr txBox="1"/>
                <p:nvPr/>
              </p:nvSpPr>
              <p:spPr>
                <a:xfrm>
                  <a:off x="3330605" y="2255275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10" name="文本框 409">
                  <a:extLst>
                    <a:ext uri="{FF2B5EF4-FFF2-40B4-BE49-F238E27FC236}">
                      <a16:creationId xmlns:a16="http://schemas.microsoft.com/office/drawing/2014/main" id="{2CDE39E7-8D0B-50B9-95DD-0895F4B41E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605" y="2255275"/>
                  <a:ext cx="458075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5" name="文本框 284">
              <a:extLst>
                <a:ext uri="{FF2B5EF4-FFF2-40B4-BE49-F238E27FC236}">
                  <a16:creationId xmlns:a16="http://schemas.microsoft.com/office/drawing/2014/main" id="{1708427A-1106-157E-5A29-648C779D6CEF}"/>
                </a:ext>
              </a:extLst>
            </p:cNvPr>
            <p:cNvSpPr txBox="1"/>
            <p:nvPr/>
          </p:nvSpPr>
          <p:spPr>
            <a:xfrm>
              <a:off x="2820116" y="5151644"/>
              <a:ext cx="120359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91" name="文本框 290">
              <a:extLst>
                <a:ext uri="{FF2B5EF4-FFF2-40B4-BE49-F238E27FC236}">
                  <a16:creationId xmlns:a16="http://schemas.microsoft.com/office/drawing/2014/main" id="{00106A0C-0BBF-16F1-67EE-CF70FBAF67E1}"/>
                </a:ext>
              </a:extLst>
            </p:cNvPr>
            <p:cNvSpPr txBox="1"/>
            <p:nvPr/>
          </p:nvSpPr>
          <p:spPr>
            <a:xfrm>
              <a:off x="360000" y="4661888"/>
              <a:ext cx="5155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88512BCA-CE74-1B61-FC13-9BF909AA676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88000" y="576000"/>
            <a:ext cx="4680000" cy="171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4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B97B6-1F4B-817C-FBDF-FB5861AB3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组合 88">
            <a:extLst>
              <a:ext uri="{FF2B5EF4-FFF2-40B4-BE49-F238E27FC236}">
                <a16:creationId xmlns:a16="http://schemas.microsoft.com/office/drawing/2014/main" id="{71AC3071-34D1-22ED-38D6-B7524F14E62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E956511A-07E8-22D1-ADD0-330739876D4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2" name="箭头: 五边形 91">
                <a:extLst>
                  <a:ext uri="{FF2B5EF4-FFF2-40B4-BE49-F238E27FC236}">
                    <a16:creationId xmlns:a16="http://schemas.microsoft.com/office/drawing/2014/main" id="{AB8F75AF-4DF5-234D-BDF1-BD70A56D099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箭头: V 形 92">
                <a:extLst>
                  <a:ext uri="{FF2B5EF4-FFF2-40B4-BE49-F238E27FC236}">
                    <a16:creationId xmlns:a16="http://schemas.microsoft.com/office/drawing/2014/main" id="{AC0D0342-C8AF-ED11-5A00-0F91344885C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1" name="灯片编号占位符 3">
              <a:extLst>
                <a:ext uri="{FF2B5EF4-FFF2-40B4-BE49-F238E27FC236}">
                  <a16:creationId xmlns:a16="http://schemas.microsoft.com/office/drawing/2014/main" id="{472868F3-9CDB-68A1-1454-A3A83C5ADAB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360C982-5118-0B71-0DBA-3A1E45E0BC11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7758528" cy="1159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维持阻塞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触发器的动态特性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设所有门的传输延迟都为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且导线无延迟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7360C982-5118-0B71-0DBA-3A1E45E0B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7758528" cy="1159613"/>
              </a:xfrm>
              <a:prstGeom prst="rect">
                <a:avLst/>
              </a:prstGeom>
              <a:blipFill>
                <a:blip r:embed="rId3"/>
                <a:stretch>
                  <a:fillRect l="-1571" t="-2105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21666D4-2E6D-11E4-FAA1-88B3E19945F6}"/>
                  </a:ext>
                </a:extLst>
              </p:cNvPr>
              <p:cNvSpPr txBox="1"/>
              <p:nvPr/>
            </p:nvSpPr>
            <p:spPr>
              <a:xfrm>
                <a:off x="5760000" y="2520000"/>
                <a:ext cx="6308557" cy="37094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跳到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后得到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，可封锁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 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的变化要经过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才能到达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；对于该情况，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的变化对于电路无影响，保持时间可为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后得到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，才封锁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以阻拦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的变化带来的影响；对于该情况，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的保持时间至少为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rgbClr val="0000FF"/>
                    </a:solidFill>
                  </a:rPr>
                  <a:t> </a:t>
                </a:r>
                <a:endParaRPr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21666D4-2E6D-11E4-FAA1-88B3E1994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0" y="2520000"/>
                <a:ext cx="6308557" cy="3709477"/>
              </a:xfrm>
              <a:prstGeom prst="rect">
                <a:avLst/>
              </a:prstGeom>
              <a:blipFill>
                <a:blip r:embed="rId4"/>
                <a:stretch>
                  <a:fillRect l="-1546" t="-1314" r="-193" b="-2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1205F8C5-362E-CF61-4DF9-34AA01F3C43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锁存器和触发器的动态特性</a:t>
            </a:r>
            <a:endParaRPr lang="en-US" altLang="zh-CN" sz="3000" dirty="0"/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9C32E6BB-5EE1-72D6-9A13-49AE162B780C}"/>
              </a:ext>
            </a:extLst>
          </p:cNvPr>
          <p:cNvGrpSpPr/>
          <p:nvPr/>
        </p:nvGrpSpPr>
        <p:grpSpPr>
          <a:xfrm>
            <a:off x="360000" y="2160000"/>
            <a:ext cx="5079100" cy="4345015"/>
            <a:chOff x="7049642" y="1799283"/>
            <a:chExt cx="5079100" cy="4345015"/>
          </a:xfrm>
        </p:grpSpPr>
        <p:sp>
          <p:nvSpPr>
            <p:cNvPr id="253" name="Line 27">
              <a:extLst>
                <a:ext uri="{FF2B5EF4-FFF2-40B4-BE49-F238E27FC236}">
                  <a16:creationId xmlns:a16="http://schemas.microsoft.com/office/drawing/2014/main" id="{20BFD33F-A113-55FB-A7C4-16643EBE1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3324" y="360305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" name="Line 27">
              <a:extLst>
                <a:ext uri="{FF2B5EF4-FFF2-40B4-BE49-F238E27FC236}">
                  <a16:creationId xmlns:a16="http://schemas.microsoft.com/office/drawing/2014/main" id="{9ED5A984-3419-E73B-440F-4B25A3895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1295" y="3453543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E04EBA2C-751B-5200-EA85-ED553EED6886}"/>
                    </a:ext>
                  </a:extLst>
                </p:cNvPr>
                <p:cNvSpPr txBox="1"/>
                <p:nvPr/>
              </p:nvSpPr>
              <p:spPr>
                <a:xfrm>
                  <a:off x="7395937" y="383534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E04EBA2C-751B-5200-EA85-ED553EED68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5937" y="3835341"/>
                  <a:ext cx="45807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DB0AD5EF-514D-BC77-C379-0A4D9336FC15}"/>
                </a:ext>
              </a:extLst>
            </p:cNvPr>
            <p:cNvSpPr/>
            <p:nvPr/>
          </p:nvSpPr>
          <p:spPr>
            <a:xfrm flipV="1">
              <a:off x="11131629" y="339189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57" name="Line 27">
              <a:extLst>
                <a:ext uri="{FF2B5EF4-FFF2-40B4-BE49-F238E27FC236}">
                  <a16:creationId xmlns:a16="http://schemas.microsoft.com/office/drawing/2014/main" id="{1DD77755-38DE-28A9-4E4F-BD000E91F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3324" y="438400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8" name="Line 27">
              <a:extLst>
                <a:ext uri="{FF2B5EF4-FFF2-40B4-BE49-F238E27FC236}">
                  <a16:creationId xmlns:a16="http://schemas.microsoft.com/office/drawing/2014/main" id="{5F4122D0-1674-6863-0C72-E474A8B35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1295" y="4534001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C393E9AB-1E2A-C0D9-901B-9655CA844C99}"/>
                </a:ext>
              </a:extLst>
            </p:cNvPr>
            <p:cNvSpPr/>
            <p:nvPr/>
          </p:nvSpPr>
          <p:spPr>
            <a:xfrm flipV="1">
              <a:off x="11131629" y="447235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0" name="Line 27">
              <a:extLst>
                <a:ext uri="{FF2B5EF4-FFF2-40B4-BE49-F238E27FC236}">
                  <a16:creationId xmlns:a16="http://schemas.microsoft.com/office/drawing/2014/main" id="{DD9CB2D8-8366-3C43-6A04-AF27CF6230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18501" y="371825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1" name="Line 27">
              <a:extLst>
                <a:ext uri="{FF2B5EF4-FFF2-40B4-BE49-F238E27FC236}">
                  <a16:creationId xmlns:a16="http://schemas.microsoft.com/office/drawing/2014/main" id="{91BA1B73-42FB-2724-C0EF-29DF485AB0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18501" y="426835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2" name="Line 27">
              <a:extLst>
                <a:ext uri="{FF2B5EF4-FFF2-40B4-BE49-F238E27FC236}">
                  <a16:creationId xmlns:a16="http://schemas.microsoft.com/office/drawing/2014/main" id="{7E05325D-1EB3-76E6-0814-190CF19BE7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275294" y="359266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" name="Line 27">
              <a:extLst>
                <a:ext uri="{FF2B5EF4-FFF2-40B4-BE49-F238E27FC236}">
                  <a16:creationId xmlns:a16="http://schemas.microsoft.com/office/drawing/2014/main" id="{DBA438F3-2202-7A4C-F07C-CA8E94E631C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275294" y="4395320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" name="Line 27">
              <a:extLst>
                <a:ext uri="{FF2B5EF4-FFF2-40B4-BE49-F238E27FC236}">
                  <a16:creationId xmlns:a16="http://schemas.microsoft.com/office/drawing/2014/main" id="{0146996B-C3AA-D490-4D9C-492FCEBBD0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652900" y="352228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5" name="Line 27">
              <a:extLst>
                <a:ext uri="{FF2B5EF4-FFF2-40B4-BE49-F238E27FC236}">
                  <a16:creationId xmlns:a16="http://schemas.microsoft.com/office/drawing/2014/main" id="{7916E3E0-E82F-9419-816D-748A203A73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0651709" y="339299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93230022-1958-DA89-406A-8ED8C047C77C}"/>
                </a:ext>
              </a:extLst>
            </p:cNvPr>
            <p:cNvSpPr/>
            <p:nvPr/>
          </p:nvSpPr>
          <p:spPr>
            <a:xfrm flipV="1">
              <a:off x="11355211" y="340563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1ABCBA4D-B0CE-71E6-6589-AB74A0E342D2}"/>
                </a:ext>
              </a:extLst>
            </p:cNvPr>
            <p:cNvSpPr/>
            <p:nvPr/>
          </p:nvSpPr>
          <p:spPr>
            <a:xfrm flipV="1">
              <a:off x="11355211" y="4485172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2D06EDFA-F368-0D0A-B9C1-CF298D27C68E}"/>
                    </a:ext>
                  </a:extLst>
                </p:cNvPr>
                <p:cNvSpPr txBox="1"/>
                <p:nvPr/>
              </p:nvSpPr>
              <p:spPr>
                <a:xfrm>
                  <a:off x="7370333" y="568263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2D06EDFA-F368-0D0A-B9C1-CF298D27C6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0333" y="5682633"/>
                  <a:ext cx="458075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1B34CA41-BDB8-E5D3-7681-54B186AC2344}"/>
                    </a:ext>
                  </a:extLst>
                </p:cNvPr>
                <p:cNvSpPr txBox="1"/>
                <p:nvPr/>
              </p:nvSpPr>
              <p:spPr>
                <a:xfrm>
                  <a:off x="11670667" y="430178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1B34CA41-BDB8-E5D3-7681-54B186AC2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0667" y="4301783"/>
                  <a:ext cx="458075" cy="462434"/>
                </a:xfrm>
                <a:prstGeom prst="rect">
                  <a:avLst/>
                </a:prstGeom>
                <a:blipFill>
                  <a:blip r:embed="rId7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89B3770F-3E57-4BD6-3DE7-AA718172881B}"/>
                    </a:ext>
                  </a:extLst>
                </p:cNvPr>
                <p:cNvSpPr txBox="1"/>
                <p:nvPr/>
              </p:nvSpPr>
              <p:spPr>
                <a:xfrm>
                  <a:off x="11670667" y="322132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89B3770F-3E57-4BD6-3DE7-AA7181728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0667" y="3221325"/>
                  <a:ext cx="458075" cy="462434"/>
                </a:xfrm>
                <a:prstGeom prst="rect">
                  <a:avLst/>
                </a:prstGeom>
                <a:blipFill>
                  <a:blip r:embed="rId8"/>
                  <a:stretch>
                    <a:fillRect l="-10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1" name="流程图: 延期 270">
              <a:extLst>
                <a:ext uri="{FF2B5EF4-FFF2-40B4-BE49-F238E27FC236}">
                  <a16:creationId xmlns:a16="http://schemas.microsoft.com/office/drawing/2014/main" id="{0B05CC80-ED54-8D7A-A97F-796EA0CFA02B}"/>
                </a:ext>
              </a:extLst>
            </p:cNvPr>
            <p:cNvSpPr/>
            <p:nvPr/>
          </p:nvSpPr>
          <p:spPr>
            <a:xfrm>
              <a:off x="10587258" y="317905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72" name="流程图: 延期 271">
              <a:extLst>
                <a:ext uri="{FF2B5EF4-FFF2-40B4-BE49-F238E27FC236}">
                  <a16:creationId xmlns:a16="http://schemas.microsoft.com/office/drawing/2014/main" id="{28D9BBDB-B64B-3A75-6722-D02F3DD299D3}"/>
                </a:ext>
              </a:extLst>
            </p:cNvPr>
            <p:cNvSpPr/>
            <p:nvPr/>
          </p:nvSpPr>
          <p:spPr>
            <a:xfrm>
              <a:off x="10587258" y="426304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73" name="Line 27">
              <a:extLst>
                <a:ext uri="{FF2B5EF4-FFF2-40B4-BE49-F238E27FC236}">
                  <a16:creationId xmlns:a16="http://schemas.microsoft.com/office/drawing/2014/main" id="{F4D90ED3-DE7F-E138-D809-D5025DC00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2881" y="2073099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4" name="Line 27">
              <a:extLst>
                <a:ext uri="{FF2B5EF4-FFF2-40B4-BE49-F238E27FC236}">
                  <a16:creationId xmlns:a16="http://schemas.microsoft.com/office/drawing/2014/main" id="{69FBC7FF-CCF2-A982-3B02-FF1076EF0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8383" y="237260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5" name="Line 27">
              <a:extLst>
                <a:ext uri="{FF2B5EF4-FFF2-40B4-BE49-F238E27FC236}">
                  <a16:creationId xmlns:a16="http://schemas.microsoft.com/office/drawing/2014/main" id="{4D846FED-58E3-2425-68FB-171AA0EB6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8736" y="2223092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B382B333-D9B1-0B1C-6CA0-2D9254F7E80B}"/>
                </a:ext>
              </a:extLst>
            </p:cNvPr>
            <p:cNvSpPr/>
            <p:nvPr/>
          </p:nvSpPr>
          <p:spPr>
            <a:xfrm flipV="1">
              <a:off x="9266688" y="2161447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7" name="Line 27">
              <a:extLst>
                <a:ext uri="{FF2B5EF4-FFF2-40B4-BE49-F238E27FC236}">
                  <a16:creationId xmlns:a16="http://schemas.microsoft.com/office/drawing/2014/main" id="{CF9185A5-CDAC-C42C-5FA2-1F042BF40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8383" y="315355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8" name="Line 27">
              <a:extLst>
                <a:ext uri="{FF2B5EF4-FFF2-40B4-BE49-F238E27FC236}">
                  <a16:creationId xmlns:a16="http://schemas.microsoft.com/office/drawing/2014/main" id="{D2FBD951-3269-CA1E-1CDB-DC419E12F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467" y="3453060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9" name="Line 27">
              <a:extLst>
                <a:ext uri="{FF2B5EF4-FFF2-40B4-BE49-F238E27FC236}">
                  <a16:creationId xmlns:a16="http://schemas.microsoft.com/office/drawing/2014/main" id="{68F24F90-DEC5-2EF4-E4DD-89D8E8DD5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6354" y="3303550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A07B6D53-3716-BC1F-C6DD-2172F28BE58A}"/>
                </a:ext>
              </a:extLst>
            </p:cNvPr>
            <p:cNvSpPr/>
            <p:nvPr/>
          </p:nvSpPr>
          <p:spPr>
            <a:xfrm flipV="1">
              <a:off x="9266688" y="3241905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1" name="Line 27">
              <a:extLst>
                <a:ext uri="{FF2B5EF4-FFF2-40B4-BE49-F238E27FC236}">
                  <a16:creationId xmlns:a16="http://schemas.microsoft.com/office/drawing/2014/main" id="{1CB0F798-749B-6822-23A4-9376152307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53560" y="248780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2" name="Line 27">
              <a:extLst>
                <a:ext uri="{FF2B5EF4-FFF2-40B4-BE49-F238E27FC236}">
                  <a16:creationId xmlns:a16="http://schemas.microsoft.com/office/drawing/2014/main" id="{6EAF686E-D647-4506-33CE-B552AAC281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53560" y="303790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3E7A7953-BE33-03B8-E3D4-9E92664FD3A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98077" y="2349938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" name="Line 27">
              <a:extLst>
                <a:ext uri="{FF2B5EF4-FFF2-40B4-BE49-F238E27FC236}">
                  <a16:creationId xmlns:a16="http://schemas.microsoft.com/office/drawing/2014/main" id="{C1AA8AC6-448A-5C33-4D41-6CC109275A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04996" y="3170226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" name="Line 27">
              <a:extLst>
                <a:ext uri="{FF2B5EF4-FFF2-40B4-BE49-F238E27FC236}">
                  <a16:creationId xmlns:a16="http://schemas.microsoft.com/office/drawing/2014/main" id="{17B15256-FB09-246D-614D-FA61E61248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787959" y="2291831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" name="Line 27">
              <a:extLst>
                <a:ext uri="{FF2B5EF4-FFF2-40B4-BE49-F238E27FC236}">
                  <a16:creationId xmlns:a16="http://schemas.microsoft.com/office/drawing/2014/main" id="{F7047BA5-DEAB-104E-DACE-999DFCE1FB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786768" y="2162546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9E529ACC-1079-488D-B8FC-ECBA62B23DBC}"/>
                </a:ext>
              </a:extLst>
            </p:cNvPr>
            <p:cNvSpPr/>
            <p:nvPr/>
          </p:nvSpPr>
          <p:spPr>
            <a:xfrm flipV="1">
              <a:off x="9490270" y="3254721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9" name="流程图: 延期 288">
              <a:extLst>
                <a:ext uri="{FF2B5EF4-FFF2-40B4-BE49-F238E27FC236}">
                  <a16:creationId xmlns:a16="http://schemas.microsoft.com/office/drawing/2014/main" id="{C2876563-080E-804E-C8B0-DF84A162A688}"/>
                </a:ext>
              </a:extLst>
            </p:cNvPr>
            <p:cNvSpPr/>
            <p:nvPr/>
          </p:nvSpPr>
          <p:spPr>
            <a:xfrm>
              <a:off x="8722317" y="1948599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90" name="流程图: 延期 289">
              <a:extLst>
                <a:ext uri="{FF2B5EF4-FFF2-40B4-BE49-F238E27FC236}">
                  <a16:creationId xmlns:a16="http://schemas.microsoft.com/office/drawing/2014/main" id="{981B6823-9499-7EA5-B505-67B9C02BBB45}"/>
                </a:ext>
              </a:extLst>
            </p:cNvPr>
            <p:cNvSpPr/>
            <p:nvPr/>
          </p:nvSpPr>
          <p:spPr>
            <a:xfrm>
              <a:off x="8722317" y="303259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92" name="Line 27">
              <a:extLst>
                <a:ext uri="{FF2B5EF4-FFF2-40B4-BE49-F238E27FC236}">
                  <a16:creationId xmlns:a16="http://schemas.microsoft.com/office/drawing/2014/main" id="{77E34350-B9D5-A7D3-06B3-6F4A577D5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3455" y="4533505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93" name="Line 27">
              <a:extLst>
                <a:ext uri="{FF2B5EF4-FFF2-40B4-BE49-F238E27FC236}">
                  <a16:creationId xmlns:a16="http://schemas.microsoft.com/office/drawing/2014/main" id="{2B06E1E9-27C8-3B5F-1042-C5EEC4A46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2881" y="4833008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" name="Line 27">
              <a:extLst>
                <a:ext uri="{FF2B5EF4-FFF2-40B4-BE49-F238E27FC236}">
                  <a16:creationId xmlns:a16="http://schemas.microsoft.com/office/drawing/2014/main" id="{BC01BA6C-8716-DAA3-CB03-1542C4B3D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9282" y="4683498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" name="椭圆 294">
              <a:extLst>
                <a:ext uri="{FF2B5EF4-FFF2-40B4-BE49-F238E27FC236}">
                  <a16:creationId xmlns:a16="http://schemas.microsoft.com/office/drawing/2014/main" id="{CEDF3F94-72F0-6B28-F985-4F01019BC8C2}"/>
                </a:ext>
              </a:extLst>
            </p:cNvPr>
            <p:cNvSpPr/>
            <p:nvPr/>
          </p:nvSpPr>
          <p:spPr>
            <a:xfrm flipV="1">
              <a:off x="9279616" y="462185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96" name="Line 27">
              <a:extLst>
                <a:ext uri="{FF2B5EF4-FFF2-40B4-BE49-F238E27FC236}">
                  <a16:creationId xmlns:a16="http://schemas.microsoft.com/office/drawing/2014/main" id="{A9B22B4D-8721-2CCD-D583-A9B4972FC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1311" y="561396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97" name="Line 27">
              <a:extLst>
                <a:ext uri="{FF2B5EF4-FFF2-40B4-BE49-F238E27FC236}">
                  <a16:creationId xmlns:a16="http://schemas.microsoft.com/office/drawing/2014/main" id="{C3F45EBB-43CE-FEF7-E974-39187986F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3916" y="5913466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" name="Line 27">
              <a:extLst>
                <a:ext uri="{FF2B5EF4-FFF2-40B4-BE49-F238E27FC236}">
                  <a16:creationId xmlns:a16="http://schemas.microsoft.com/office/drawing/2014/main" id="{4B8C9F3D-AC6B-79B2-F04D-E1C6BDF37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1664" y="5763956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" name="椭圆 298">
              <a:extLst>
                <a:ext uri="{FF2B5EF4-FFF2-40B4-BE49-F238E27FC236}">
                  <a16:creationId xmlns:a16="http://schemas.microsoft.com/office/drawing/2014/main" id="{14FE0E5E-3DB4-8C9D-AA4A-AE4861DF3647}"/>
                </a:ext>
              </a:extLst>
            </p:cNvPr>
            <p:cNvSpPr/>
            <p:nvPr/>
          </p:nvSpPr>
          <p:spPr>
            <a:xfrm flipV="1">
              <a:off x="9279616" y="570231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00" name="Line 27">
              <a:extLst>
                <a:ext uri="{FF2B5EF4-FFF2-40B4-BE49-F238E27FC236}">
                  <a16:creationId xmlns:a16="http://schemas.microsoft.com/office/drawing/2014/main" id="{063DD2CF-EEC3-AFC6-D129-52DCA68A0C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66488" y="494821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" name="Line 27">
              <a:extLst>
                <a:ext uri="{FF2B5EF4-FFF2-40B4-BE49-F238E27FC236}">
                  <a16:creationId xmlns:a16="http://schemas.microsoft.com/office/drawing/2014/main" id="{84E4433D-E6A2-E445-F87B-F407C1BD75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66488" y="549830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2" name="Line 27">
              <a:extLst>
                <a:ext uri="{FF2B5EF4-FFF2-40B4-BE49-F238E27FC236}">
                  <a16:creationId xmlns:a16="http://schemas.microsoft.com/office/drawing/2014/main" id="{A5C97C41-6AAB-8C1E-D0EA-EC237A54AC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23281" y="482261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3" name="Line 27">
              <a:extLst>
                <a:ext uri="{FF2B5EF4-FFF2-40B4-BE49-F238E27FC236}">
                  <a16:creationId xmlns:a16="http://schemas.microsoft.com/office/drawing/2014/main" id="{48B1A259-58FA-BE0C-C700-6F18AA1659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11634" y="5636922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4" name="Line 27">
              <a:extLst>
                <a:ext uri="{FF2B5EF4-FFF2-40B4-BE49-F238E27FC236}">
                  <a16:creationId xmlns:a16="http://schemas.microsoft.com/office/drawing/2014/main" id="{AABB3D0A-C5E5-EB95-6E95-6830A3FE75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800887" y="475223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5" name="Line 27">
              <a:extLst>
                <a:ext uri="{FF2B5EF4-FFF2-40B4-BE49-F238E27FC236}">
                  <a16:creationId xmlns:a16="http://schemas.microsoft.com/office/drawing/2014/main" id="{E6ED5CE0-C7B5-8371-FDCC-7D0047F485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799696" y="462295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6" name="椭圆 305">
              <a:extLst>
                <a:ext uri="{FF2B5EF4-FFF2-40B4-BE49-F238E27FC236}">
                  <a16:creationId xmlns:a16="http://schemas.microsoft.com/office/drawing/2014/main" id="{9D217ED7-5392-223F-0CA3-F67C6C1C1022}"/>
                </a:ext>
              </a:extLst>
            </p:cNvPr>
            <p:cNvSpPr/>
            <p:nvPr/>
          </p:nvSpPr>
          <p:spPr>
            <a:xfrm flipV="1">
              <a:off x="9503198" y="463558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07" name="流程图: 延期 306">
              <a:extLst>
                <a:ext uri="{FF2B5EF4-FFF2-40B4-BE49-F238E27FC236}">
                  <a16:creationId xmlns:a16="http://schemas.microsoft.com/office/drawing/2014/main" id="{094D4587-E04F-A28C-8578-ED16ACB880C2}"/>
                </a:ext>
              </a:extLst>
            </p:cNvPr>
            <p:cNvSpPr/>
            <p:nvPr/>
          </p:nvSpPr>
          <p:spPr>
            <a:xfrm>
              <a:off x="8735245" y="440900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08" name="流程图: 延期 307">
              <a:extLst>
                <a:ext uri="{FF2B5EF4-FFF2-40B4-BE49-F238E27FC236}">
                  <a16:creationId xmlns:a16="http://schemas.microsoft.com/office/drawing/2014/main" id="{4EAEF8E9-10AB-118C-3960-9A2014EE1DA4}"/>
                </a:ext>
              </a:extLst>
            </p:cNvPr>
            <p:cNvSpPr/>
            <p:nvPr/>
          </p:nvSpPr>
          <p:spPr>
            <a:xfrm>
              <a:off x="8735245" y="549299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09" name="Line 27">
              <a:extLst>
                <a:ext uri="{FF2B5EF4-FFF2-40B4-BE49-F238E27FC236}">
                  <a16:creationId xmlns:a16="http://schemas.microsoft.com/office/drawing/2014/main" id="{C2C1AF22-5D2F-5DB5-530B-9293647198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44663" y="3453053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B1A56838-1BB7-EBCA-E886-399F6DF9F76D}"/>
                </a:ext>
              </a:extLst>
            </p:cNvPr>
            <p:cNvSpPr/>
            <p:nvPr/>
          </p:nvSpPr>
          <p:spPr>
            <a:xfrm flipV="1">
              <a:off x="8446405" y="4783849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11" name="Line 27">
              <a:extLst>
                <a:ext uri="{FF2B5EF4-FFF2-40B4-BE49-F238E27FC236}">
                  <a16:creationId xmlns:a16="http://schemas.microsoft.com/office/drawing/2014/main" id="{5809DAF4-1CE5-5813-D6D6-B68808B71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467" y="4682497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312" name="组合 311">
              <a:extLst>
                <a:ext uri="{FF2B5EF4-FFF2-40B4-BE49-F238E27FC236}">
                  <a16:creationId xmlns:a16="http://schemas.microsoft.com/office/drawing/2014/main" id="{139B8769-03DC-5DAC-8549-7B357172CF73}"/>
                </a:ext>
              </a:extLst>
            </p:cNvPr>
            <p:cNvGrpSpPr/>
            <p:nvPr/>
          </p:nvGrpSpPr>
          <p:grpSpPr>
            <a:xfrm>
              <a:off x="8487123" y="3302548"/>
              <a:ext cx="1053994" cy="1243050"/>
              <a:chOff x="7322851" y="2737091"/>
              <a:chExt cx="1053994" cy="1243050"/>
            </a:xfrm>
          </p:grpSpPr>
          <p:sp>
            <p:nvSpPr>
              <p:cNvPr id="412" name="Line 27">
                <a:extLst>
                  <a:ext uri="{FF2B5EF4-FFF2-40B4-BE49-F238E27FC236}">
                    <a16:creationId xmlns:a16="http://schemas.microsoft.com/office/drawing/2014/main" id="{7603F840-6848-3E6F-C99B-D435C98A5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" name="Line 27">
                <a:extLst>
                  <a:ext uri="{FF2B5EF4-FFF2-40B4-BE49-F238E27FC236}">
                    <a16:creationId xmlns:a16="http://schemas.microsoft.com/office/drawing/2014/main" id="{DBF10FAA-5FAC-C692-5B48-A592E4623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4" name="Line 27">
                <a:extLst>
                  <a:ext uri="{FF2B5EF4-FFF2-40B4-BE49-F238E27FC236}">
                    <a16:creationId xmlns:a16="http://schemas.microsoft.com/office/drawing/2014/main" id="{BD0572F4-91E2-D8F6-2920-1AA8A32BE5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3" name="Line 27">
              <a:extLst>
                <a:ext uri="{FF2B5EF4-FFF2-40B4-BE49-F238E27FC236}">
                  <a16:creationId xmlns:a16="http://schemas.microsoft.com/office/drawing/2014/main" id="{36198411-2FA8-75C6-C13E-3E5037723B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419340" y="4062304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" name="椭圆 313">
              <a:extLst>
                <a:ext uri="{FF2B5EF4-FFF2-40B4-BE49-F238E27FC236}">
                  <a16:creationId xmlns:a16="http://schemas.microsoft.com/office/drawing/2014/main" id="{62F94C3A-1BEE-826F-BFB7-5AC1CE100FD3}"/>
                </a:ext>
              </a:extLst>
            </p:cNvPr>
            <p:cNvSpPr/>
            <p:nvPr/>
          </p:nvSpPr>
          <p:spPr>
            <a:xfrm flipV="1">
              <a:off x="7992486" y="401862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15" name="Line 27">
              <a:extLst>
                <a:ext uri="{FF2B5EF4-FFF2-40B4-BE49-F238E27FC236}">
                  <a16:creationId xmlns:a16="http://schemas.microsoft.com/office/drawing/2014/main" id="{6A635578-44AE-CBBD-3615-7DBB57766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6848" y="4067778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6" name="文本框 315">
                  <a:extLst>
                    <a:ext uri="{FF2B5EF4-FFF2-40B4-BE49-F238E27FC236}">
                      <a16:creationId xmlns:a16="http://schemas.microsoft.com/office/drawing/2014/main" id="{E509D35D-057C-A173-0B7B-1A0B68E27FF8}"/>
                    </a:ext>
                  </a:extLst>
                </p:cNvPr>
                <p:cNvSpPr txBox="1"/>
                <p:nvPr/>
              </p:nvSpPr>
              <p:spPr>
                <a:xfrm>
                  <a:off x="8784915" y="199639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6" name="文本框 315">
                  <a:extLst>
                    <a:ext uri="{FF2B5EF4-FFF2-40B4-BE49-F238E27FC236}">
                      <a16:creationId xmlns:a16="http://schemas.microsoft.com/office/drawing/2014/main" id="{E509D35D-057C-A173-0B7B-1A0B68E27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4915" y="1996391"/>
                  <a:ext cx="4687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5584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C6406700-3384-FDBD-8FF5-B6AF1AD697A3}"/>
                    </a:ext>
                  </a:extLst>
                </p:cNvPr>
                <p:cNvSpPr txBox="1"/>
                <p:nvPr/>
              </p:nvSpPr>
              <p:spPr>
                <a:xfrm>
                  <a:off x="8781956" y="307923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C6406700-3384-FDBD-8FF5-B6AF1AD69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56" y="3079230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C9316DE1-EA56-72BC-39FA-91A7A9E7BBC3}"/>
                    </a:ext>
                  </a:extLst>
                </p:cNvPr>
                <p:cNvSpPr txBox="1"/>
                <p:nvPr/>
              </p:nvSpPr>
              <p:spPr>
                <a:xfrm>
                  <a:off x="8784915" y="445408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C9316DE1-EA56-72BC-39FA-91A7A9E7B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4915" y="4454086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C13E8757-0775-A496-898C-656427AEC20C}"/>
                    </a:ext>
                  </a:extLst>
                </p:cNvPr>
                <p:cNvSpPr txBox="1"/>
                <p:nvPr/>
              </p:nvSpPr>
              <p:spPr>
                <a:xfrm>
                  <a:off x="8781629" y="552133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C13E8757-0775-A496-898C-656427AEC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629" y="5521336"/>
                  <a:ext cx="46875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69336386-7BCD-B707-BDFD-0F23AD8A815E}"/>
                    </a:ext>
                  </a:extLst>
                </p:cNvPr>
                <p:cNvSpPr txBox="1"/>
                <p:nvPr/>
              </p:nvSpPr>
              <p:spPr>
                <a:xfrm>
                  <a:off x="10664785" y="3212319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69336386-7BCD-B707-BDFD-0F23AD8A8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4785" y="3212319"/>
                  <a:ext cx="46875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F3070B85-5D03-F956-3623-2C4888DAA2D4}"/>
                    </a:ext>
                  </a:extLst>
                </p:cNvPr>
                <p:cNvSpPr txBox="1"/>
                <p:nvPr/>
              </p:nvSpPr>
              <p:spPr>
                <a:xfrm>
                  <a:off x="10666487" y="431476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F3070B85-5D03-F956-3623-2C4888DAA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6487" y="4314765"/>
                  <a:ext cx="468756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155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E6E699FD-264B-350F-6068-E0DFB5B8E389}"/>
                    </a:ext>
                  </a:extLst>
                </p:cNvPr>
                <p:cNvSpPr txBox="1"/>
                <p:nvPr/>
              </p:nvSpPr>
              <p:spPr>
                <a:xfrm>
                  <a:off x="9857906" y="328387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E6E699FD-264B-350F-6068-E0DFB5B8E3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7906" y="3283879"/>
                  <a:ext cx="458075" cy="46243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" name="文本框 388">
                  <a:extLst>
                    <a:ext uri="{FF2B5EF4-FFF2-40B4-BE49-F238E27FC236}">
                      <a16:creationId xmlns:a16="http://schemas.microsoft.com/office/drawing/2014/main" id="{CFA00987-2C76-1409-79F5-230D846A6564}"/>
                    </a:ext>
                  </a:extLst>
                </p:cNvPr>
                <p:cNvSpPr txBox="1"/>
                <p:nvPr/>
              </p:nvSpPr>
              <p:spPr>
                <a:xfrm>
                  <a:off x="9863169" y="427500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9" name="文本框 388">
                  <a:extLst>
                    <a:ext uri="{FF2B5EF4-FFF2-40B4-BE49-F238E27FC236}">
                      <a16:creationId xmlns:a16="http://schemas.microsoft.com/office/drawing/2014/main" id="{CFA00987-2C76-1409-79F5-230D846A6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169" y="4275006"/>
                  <a:ext cx="458075" cy="462434"/>
                </a:xfrm>
                <a:prstGeom prst="rect">
                  <a:avLst/>
                </a:prstGeom>
                <a:blipFill>
                  <a:blip r:embed="rId16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C9A77C43-30BD-B9D7-23CA-C17B99BD8C2B}"/>
                    </a:ext>
                  </a:extLst>
                </p:cNvPr>
                <p:cNvSpPr txBox="1"/>
                <p:nvPr/>
              </p:nvSpPr>
              <p:spPr>
                <a:xfrm>
                  <a:off x="9597298" y="1810982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C9A77C43-30BD-B9D7-23CA-C17B99BD8C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7298" y="1810982"/>
                  <a:ext cx="468756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文本框 399">
                  <a:extLst>
                    <a:ext uri="{FF2B5EF4-FFF2-40B4-BE49-F238E27FC236}">
                      <a16:creationId xmlns:a16="http://schemas.microsoft.com/office/drawing/2014/main" id="{32EB39E7-F528-2D34-BB48-5B500B460F67}"/>
                    </a:ext>
                  </a:extLst>
                </p:cNvPr>
                <p:cNvSpPr txBox="1"/>
                <p:nvPr/>
              </p:nvSpPr>
              <p:spPr>
                <a:xfrm>
                  <a:off x="9597298" y="560868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0" name="文本框 399">
                  <a:extLst>
                    <a:ext uri="{FF2B5EF4-FFF2-40B4-BE49-F238E27FC236}">
                      <a16:creationId xmlns:a16="http://schemas.microsoft.com/office/drawing/2014/main" id="{32EB39E7-F528-2D34-BB48-5B500B460F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7298" y="5608680"/>
                  <a:ext cx="468756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2" name="文本框 401">
              <a:extLst>
                <a:ext uri="{FF2B5EF4-FFF2-40B4-BE49-F238E27FC236}">
                  <a16:creationId xmlns:a16="http://schemas.microsoft.com/office/drawing/2014/main" id="{2EA60873-4E14-442A-B01F-61C25DDD55F9}"/>
                </a:ext>
              </a:extLst>
            </p:cNvPr>
            <p:cNvSpPr txBox="1"/>
            <p:nvPr/>
          </p:nvSpPr>
          <p:spPr>
            <a:xfrm>
              <a:off x="7049642" y="3817448"/>
              <a:ext cx="51559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↑</a:t>
              </a:r>
            </a:p>
          </p:txBody>
        </p:sp>
        <p:sp>
          <p:nvSpPr>
            <p:cNvPr id="403" name="文本框 402">
              <a:extLst>
                <a:ext uri="{FF2B5EF4-FFF2-40B4-BE49-F238E27FC236}">
                  <a16:creationId xmlns:a16="http://schemas.microsoft.com/office/drawing/2014/main" id="{833E9F77-79CA-7829-F11A-E79A10CA544C}"/>
                </a:ext>
              </a:extLst>
            </p:cNvPr>
            <p:cNvSpPr txBox="1"/>
            <p:nvPr/>
          </p:nvSpPr>
          <p:spPr>
            <a:xfrm>
              <a:off x="7049643" y="4205896"/>
              <a:ext cx="5155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404" name="文本框 403">
              <a:extLst>
                <a:ext uri="{FF2B5EF4-FFF2-40B4-BE49-F238E27FC236}">
                  <a16:creationId xmlns:a16="http://schemas.microsoft.com/office/drawing/2014/main" id="{D7538C6A-B49F-F268-C58A-9E86A73FA3E1}"/>
                </a:ext>
              </a:extLst>
            </p:cNvPr>
            <p:cNvSpPr txBox="1"/>
            <p:nvPr/>
          </p:nvSpPr>
          <p:spPr>
            <a:xfrm>
              <a:off x="7049643" y="3429000"/>
              <a:ext cx="5155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8508B6EA-B514-2025-54F3-456B2824E4E0}"/>
                    </a:ext>
                  </a:extLst>
                </p:cNvPr>
                <p:cNvSpPr txBox="1"/>
                <p:nvPr/>
              </p:nvSpPr>
              <p:spPr>
                <a:xfrm>
                  <a:off x="10020249" y="559990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𝐃</m:t>
                            </m:r>
                          </m:e>
                        </m:acc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8508B6EA-B514-2025-54F3-456B2824E4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0249" y="5599902"/>
                  <a:ext cx="458075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C48B91BB-AF39-C994-1263-AE1B4BB30054}"/>
                    </a:ext>
                  </a:extLst>
                </p:cNvPr>
                <p:cNvSpPr txBox="1"/>
                <p:nvPr/>
              </p:nvSpPr>
              <p:spPr>
                <a:xfrm>
                  <a:off x="10020248" y="179928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C48B91BB-AF39-C994-1263-AE1B4BB300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0248" y="1799283"/>
                  <a:ext cx="458075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80F62812-0966-CF7F-F47F-99BCD4F9A9F8}"/>
                    </a:ext>
                  </a:extLst>
                </p:cNvPr>
                <p:cNvSpPr txBox="1"/>
                <p:nvPr/>
              </p:nvSpPr>
              <p:spPr>
                <a:xfrm>
                  <a:off x="9509759" y="2843453"/>
                  <a:ext cx="12035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→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</m:acc>
                    </m:oMath>
                  </a14:m>
                  <a:endPara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80F62812-0966-CF7F-F47F-99BCD4F9A9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9759" y="2843453"/>
                  <a:ext cx="1203592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8122" t="-10667" r="-26396" b="-30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1" name="文本框 410">
                  <a:extLst>
                    <a:ext uri="{FF2B5EF4-FFF2-40B4-BE49-F238E27FC236}">
                      <a16:creationId xmlns:a16="http://schemas.microsoft.com/office/drawing/2014/main" id="{928666BE-9F5B-CE3A-0AC2-970D7533F7DD}"/>
                    </a:ext>
                  </a:extLst>
                </p:cNvPr>
                <p:cNvSpPr txBox="1"/>
                <p:nvPr/>
              </p:nvSpPr>
              <p:spPr>
                <a:xfrm>
                  <a:off x="9509759" y="4701992"/>
                  <a:ext cx="12035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→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</m:oMath>
                  </a14:m>
                  <a:endPara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1" name="文本框 410">
                  <a:extLst>
                    <a:ext uri="{FF2B5EF4-FFF2-40B4-BE49-F238E27FC236}">
                      <a16:creationId xmlns:a16="http://schemas.microsoft.com/office/drawing/2014/main" id="{928666BE-9F5B-CE3A-0AC2-970D7533F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9759" y="4701992"/>
                  <a:ext cx="1203592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8122" t="-11842" b="-27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84466B3-9453-0B8A-5483-072029B4D0F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88000" y="576000"/>
            <a:ext cx="4680000" cy="171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33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209C-3A9D-FE58-7312-7C781940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组合 88">
            <a:extLst>
              <a:ext uri="{FF2B5EF4-FFF2-40B4-BE49-F238E27FC236}">
                <a16:creationId xmlns:a16="http://schemas.microsoft.com/office/drawing/2014/main" id="{CD8EE000-A6BE-019B-631B-C92C31C6DA6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C23A22A8-E591-AC3D-0E11-71DA2255918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2" name="箭头: 五边形 91">
                <a:extLst>
                  <a:ext uri="{FF2B5EF4-FFF2-40B4-BE49-F238E27FC236}">
                    <a16:creationId xmlns:a16="http://schemas.microsoft.com/office/drawing/2014/main" id="{56FC9994-4DA8-AD9C-5624-9A9B38FEB33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箭头: V 形 92">
                <a:extLst>
                  <a:ext uri="{FF2B5EF4-FFF2-40B4-BE49-F238E27FC236}">
                    <a16:creationId xmlns:a16="http://schemas.microsoft.com/office/drawing/2014/main" id="{152870C8-3509-2C33-AC9D-558D0F1A777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1" name="灯片编号占位符 3">
              <a:extLst>
                <a:ext uri="{FF2B5EF4-FFF2-40B4-BE49-F238E27FC236}">
                  <a16:creationId xmlns:a16="http://schemas.microsoft.com/office/drawing/2014/main" id="{08F8906B-502C-38A3-0556-22F8DD1F9C8C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58B81D5F-767C-06B2-0A36-C618378944F3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7758528" cy="1159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维持阻塞 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触发器的动态特性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设所有门的传输延迟都为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且导线无延迟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58B81D5F-767C-06B2-0A36-C61837894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7758528" cy="1159613"/>
              </a:xfrm>
              <a:prstGeom prst="rect">
                <a:avLst/>
              </a:prstGeom>
              <a:blipFill>
                <a:blip r:embed="rId3"/>
                <a:stretch>
                  <a:fillRect l="-1571" t="-2105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40277D0-38CC-7D66-87CB-D7AB4FAB49D3}"/>
                  </a:ext>
                </a:extLst>
              </p:cNvPr>
              <p:cNvSpPr txBox="1"/>
              <p:nvPr/>
            </p:nvSpPr>
            <p:spPr>
              <a:xfrm>
                <a:off x="5760000" y="2160000"/>
                <a:ext cx="6308557" cy="4583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从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跳到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更新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更新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更新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altLang="zh-CN" sz="2400" b="0" dirty="0">
                  <a:solidFill>
                    <a:srgbClr val="002060"/>
                  </a:solidFill>
                  <a:latin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en-US" altLang="zh-CN" sz="2400" b="0" dirty="0">
                    <a:solidFill>
                      <a:srgbClr val="002060"/>
                    </a:solidFill>
                    <a:latin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更新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时，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CP</m:t>
                    </m:r>
                  </m:oMath>
                </a14:m>
                <a:r>
                  <a:rPr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更新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更新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m:rPr>
                        <m:nor/>
                      </m:rPr>
                      <a:rPr lang="en-US" altLang="zh-CN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</a:rPr>
                      <m:t> </m:t>
                    </m:r>
                    <m:r>
                      <m:rPr>
                        <m:nor/>
                      </m:rPr>
                      <a: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经过 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dirty="0">
                        <a:solidFill>
                          <a:srgbClr val="00206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m:t> 更新 </m:t>
                    </m:r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endParaRPr lang="en-US" altLang="zh-CN" sz="24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经过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更新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pd</m:t>
                        </m:r>
                      </m:sub>
                    </m:sSub>
                    <m:r>
                      <a:rPr lang="en-US" altLang="zh-CN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</a:rPr>
                  <a:t> </a:t>
                </a:r>
                <a:endParaRPr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40277D0-38CC-7D66-87CB-D7AB4FAB4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00" y="2160000"/>
                <a:ext cx="6308557" cy="4583434"/>
              </a:xfrm>
              <a:prstGeom prst="rect">
                <a:avLst/>
              </a:prstGeom>
              <a:blipFill>
                <a:blip r:embed="rId4"/>
                <a:stretch>
                  <a:fillRect l="-1546" t="-1064" b="-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7FEAB739-D3DA-458B-4495-106B0A7F8A6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锁存器和触发器的动态特性</a:t>
            </a:r>
            <a:endParaRPr lang="en-US" altLang="zh-CN" sz="3000" dirty="0"/>
          </a:p>
        </p:txBody>
      </p:sp>
      <p:grpSp>
        <p:nvGrpSpPr>
          <p:cNvPr id="252" name="组合 251">
            <a:extLst>
              <a:ext uri="{FF2B5EF4-FFF2-40B4-BE49-F238E27FC236}">
                <a16:creationId xmlns:a16="http://schemas.microsoft.com/office/drawing/2014/main" id="{8037029D-9F1E-E1F5-EC40-11F672AC2EFF}"/>
              </a:ext>
            </a:extLst>
          </p:cNvPr>
          <p:cNvGrpSpPr/>
          <p:nvPr/>
        </p:nvGrpSpPr>
        <p:grpSpPr>
          <a:xfrm>
            <a:off x="360000" y="2160000"/>
            <a:ext cx="5079100" cy="4345015"/>
            <a:chOff x="7049642" y="1799283"/>
            <a:chExt cx="5079100" cy="4345015"/>
          </a:xfrm>
        </p:grpSpPr>
        <p:sp>
          <p:nvSpPr>
            <p:cNvPr id="253" name="Line 27">
              <a:extLst>
                <a:ext uri="{FF2B5EF4-FFF2-40B4-BE49-F238E27FC236}">
                  <a16:creationId xmlns:a16="http://schemas.microsoft.com/office/drawing/2014/main" id="{5172BC76-720A-7E48-19FC-722B0CC55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3324" y="360305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4" name="Line 27">
              <a:extLst>
                <a:ext uri="{FF2B5EF4-FFF2-40B4-BE49-F238E27FC236}">
                  <a16:creationId xmlns:a16="http://schemas.microsoft.com/office/drawing/2014/main" id="{6BA736AC-3EEB-684C-F668-C09DBB0F3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1295" y="3453543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3AA58BBD-2EC1-7B1B-B509-7FF8FEBB274C}"/>
                    </a:ext>
                  </a:extLst>
                </p:cNvPr>
                <p:cNvSpPr txBox="1"/>
                <p:nvPr/>
              </p:nvSpPr>
              <p:spPr>
                <a:xfrm>
                  <a:off x="7395937" y="3835341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5" name="文本框 254">
                  <a:extLst>
                    <a:ext uri="{FF2B5EF4-FFF2-40B4-BE49-F238E27FC236}">
                      <a16:creationId xmlns:a16="http://schemas.microsoft.com/office/drawing/2014/main" id="{3AA58BBD-2EC1-7B1B-B509-7FF8FEBB27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5937" y="3835341"/>
                  <a:ext cx="458075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0000" r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C910C6FD-EB73-6FBE-EF07-831A9CBB1DAD}"/>
                </a:ext>
              </a:extLst>
            </p:cNvPr>
            <p:cNvSpPr/>
            <p:nvPr/>
          </p:nvSpPr>
          <p:spPr>
            <a:xfrm flipV="1">
              <a:off x="11131629" y="3391898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57" name="Line 27">
              <a:extLst>
                <a:ext uri="{FF2B5EF4-FFF2-40B4-BE49-F238E27FC236}">
                  <a16:creationId xmlns:a16="http://schemas.microsoft.com/office/drawing/2014/main" id="{DE80EFA1-7D7C-0950-7B19-08C753BEC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33324" y="438400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8" name="Line 27">
              <a:extLst>
                <a:ext uri="{FF2B5EF4-FFF2-40B4-BE49-F238E27FC236}">
                  <a16:creationId xmlns:a16="http://schemas.microsoft.com/office/drawing/2014/main" id="{FA79797A-EF7C-3DC0-31E7-093454EED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1295" y="4534001"/>
              <a:ext cx="5493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762FCA1A-B25D-C723-1D59-E01A3927CF31}"/>
                </a:ext>
              </a:extLst>
            </p:cNvPr>
            <p:cNvSpPr/>
            <p:nvPr/>
          </p:nvSpPr>
          <p:spPr>
            <a:xfrm flipV="1">
              <a:off x="11131629" y="4472356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0" name="Line 27">
              <a:extLst>
                <a:ext uri="{FF2B5EF4-FFF2-40B4-BE49-F238E27FC236}">
                  <a16:creationId xmlns:a16="http://schemas.microsoft.com/office/drawing/2014/main" id="{76751C68-3ABF-9D5A-0A3A-EE2117850A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18501" y="371825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1" name="Line 27">
              <a:extLst>
                <a:ext uri="{FF2B5EF4-FFF2-40B4-BE49-F238E27FC236}">
                  <a16:creationId xmlns:a16="http://schemas.microsoft.com/office/drawing/2014/main" id="{F5C08DD4-EE0B-A5A4-E4FF-3E864F596F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218501" y="426835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2" name="Line 27">
              <a:extLst>
                <a:ext uri="{FF2B5EF4-FFF2-40B4-BE49-F238E27FC236}">
                  <a16:creationId xmlns:a16="http://schemas.microsoft.com/office/drawing/2014/main" id="{75D9AD6B-7582-419B-CCD2-E082DED9371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275294" y="359266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" name="Line 27">
              <a:extLst>
                <a:ext uri="{FF2B5EF4-FFF2-40B4-BE49-F238E27FC236}">
                  <a16:creationId xmlns:a16="http://schemas.microsoft.com/office/drawing/2014/main" id="{657DC981-19C2-5608-34E4-50CAD9D72D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275294" y="4395320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" name="Line 27">
              <a:extLst>
                <a:ext uri="{FF2B5EF4-FFF2-40B4-BE49-F238E27FC236}">
                  <a16:creationId xmlns:a16="http://schemas.microsoft.com/office/drawing/2014/main" id="{D6BFFC52-EB20-0D8D-C456-BA0F1B5E9D7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10652900" y="352228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5" name="Line 27">
              <a:extLst>
                <a:ext uri="{FF2B5EF4-FFF2-40B4-BE49-F238E27FC236}">
                  <a16:creationId xmlns:a16="http://schemas.microsoft.com/office/drawing/2014/main" id="{A301F017-ED50-1B1B-E682-31BB2D0B5D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10651709" y="339299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69F233AD-149E-6E0E-A6A2-70D7DB9AC723}"/>
                </a:ext>
              </a:extLst>
            </p:cNvPr>
            <p:cNvSpPr/>
            <p:nvPr/>
          </p:nvSpPr>
          <p:spPr>
            <a:xfrm flipV="1">
              <a:off x="11355211" y="340563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410D4F4B-2842-FCE2-CBD9-16CEFC4A4BD4}"/>
                </a:ext>
              </a:extLst>
            </p:cNvPr>
            <p:cNvSpPr/>
            <p:nvPr/>
          </p:nvSpPr>
          <p:spPr>
            <a:xfrm flipV="1">
              <a:off x="11355211" y="4485172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425106FC-2153-D3DA-646C-803CAC9D5F78}"/>
                    </a:ext>
                  </a:extLst>
                </p:cNvPr>
                <p:cNvSpPr txBox="1"/>
                <p:nvPr/>
              </p:nvSpPr>
              <p:spPr>
                <a:xfrm>
                  <a:off x="7370333" y="568263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68" name="文本框 267">
                  <a:extLst>
                    <a:ext uri="{FF2B5EF4-FFF2-40B4-BE49-F238E27FC236}">
                      <a16:creationId xmlns:a16="http://schemas.microsoft.com/office/drawing/2014/main" id="{425106FC-2153-D3DA-646C-803CAC9D5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0333" y="5682633"/>
                  <a:ext cx="458075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535FE8E4-389A-94AF-B6DF-9DB99B46DFDD}"/>
                    </a:ext>
                  </a:extLst>
                </p:cNvPr>
                <p:cNvSpPr txBox="1"/>
                <p:nvPr/>
              </p:nvSpPr>
              <p:spPr>
                <a:xfrm>
                  <a:off x="11670667" y="4301783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535FE8E4-389A-94AF-B6DF-9DB99B46D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0667" y="4301783"/>
                  <a:ext cx="458075" cy="462434"/>
                </a:xfrm>
                <a:prstGeom prst="rect">
                  <a:avLst/>
                </a:prstGeom>
                <a:blipFill>
                  <a:blip r:embed="rId7"/>
                  <a:stretch>
                    <a:fillRect l="-10667" b="-118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7189805C-2CF0-8730-68BA-1E83858F8258}"/>
                    </a:ext>
                  </a:extLst>
                </p:cNvPr>
                <p:cNvSpPr txBox="1"/>
                <p:nvPr/>
              </p:nvSpPr>
              <p:spPr>
                <a:xfrm>
                  <a:off x="11670667" y="3221325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7189805C-2CF0-8730-68BA-1E83858F82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0667" y="3221325"/>
                  <a:ext cx="458075" cy="462434"/>
                </a:xfrm>
                <a:prstGeom prst="rect">
                  <a:avLst/>
                </a:prstGeom>
                <a:blipFill>
                  <a:blip r:embed="rId8"/>
                  <a:stretch>
                    <a:fillRect l="-10667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1" name="流程图: 延期 270">
              <a:extLst>
                <a:ext uri="{FF2B5EF4-FFF2-40B4-BE49-F238E27FC236}">
                  <a16:creationId xmlns:a16="http://schemas.microsoft.com/office/drawing/2014/main" id="{979E5A1D-75BC-4AC5-4760-E22A6514B7C2}"/>
                </a:ext>
              </a:extLst>
            </p:cNvPr>
            <p:cNvSpPr/>
            <p:nvPr/>
          </p:nvSpPr>
          <p:spPr>
            <a:xfrm>
              <a:off x="10587258" y="317905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72" name="流程图: 延期 271">
              <a:extLst>
                <a:ext uri="{FF2B5EF4-FFF2-40B4-BE49-F238E27FC236}">
                  <a16:creationId xmlns:a16="http://schemas.microsoft.com/office/drawing/2014/main" id="{E9F1A501-510A-3737-5159-F112705A1683}"/>
                </a:ext>
              </a:extLst>
            </p:cNvPr>
            <p:cNvSpPr/>
            <p:nvPr/>
          </p:nvSpPr>
          <p:spPr>
            <a:xfrm>
              <a:off x="10587258" y="426304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73" name="Line 27">
              <a:extLst>
                <a:ext uri="{FF2B5EF4-FFF2-40B4-BE49-F238E27FC236}">
                  <a16:creationId xmlns:a16="http://schemas.microsoft.com/office/drawing/2014/main" id="{DB14CE01-222A-7CE6-F2D8-05960DCB5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2881" y="2073099"/>
              <a:ext cx="5094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4" name="Line 27">
              <a:extLst>
                <a:ext uri="{FF2B5EF4-FFF2-40B4-BE49-F238E27FC236}">
                  <a16:creationId xmlns:a16="http://schemas.microsoft.com/office/drawing/2014/main" id="{63F05F80-9E28-B85D-7403-0F635AC13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8383" y="237260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5" name="Line 27">
              <a:extLst>
                <a:ext uri="{FF2B5EF4-FFF2-40B4-BE49-F238E27FC236}">
                  <a16:creationId xmlns:a16="http://schemas.microsoft.com/office/drawing/2014/main" id="{CDB3A48B-43A2-E11C-EB9F-9AE9BD840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8736" y="2223092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DA158FE0-77A5-F2AB-192E-2A0697F11EFA}"/>
                </a:ext>
              </a:extLst>
            </p:cNvPr>
            <p:cNvSpPr/>
            <p:nvPr/>
          </p:nvSpPr>
          <p:spPr>
            <a:xfrm flipV="1">
              <a:off x="9266688" y="2161447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77" name="Line 27">
              <a:extLst>
                <a:ext uri="{FF2B5EF4-FFF2-40B4-BE49-F238E27FC236}">
                  <a16:creationId xmlns:a16="http://schemas.microsoft.com/office/drawing/2014/main" id="{B83526F6-4DA1-EADF-CF54-194C9C33F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8383" y="3153557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78" name="Line 27">
              <a:extLst>
                <a:ext uri="{FF2B5EF4-FFF2-40B4-BE49-F238E27FC236}">
                  <a16:creationId xmlns:a16="http://schemas.microsoft.com/office/drawing/2014/main" id="{1CCAF2C4-F77A-E05E-1B5A-43580F8D3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467" y="3453060"/>
              <a:ext cx="6948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9" name="Line 27">
              <a:extLst>
                <a:ext uri="{FF2B5EF4-FFF2-40B4-BE49-F238E27FC236}">
                  <a16:creationId xmlns:a16="http://schemas.microsoft.com/office/drawing/2014/main" id="{2D6EA3F7-54C7-3A33-8454-31B1CABC7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6354" y="3303550"/>
              <a:ext cx="13309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6636945A-2C4A-5F08-46E7-DBE2F916F531}"/>
                </a:ext>
              </a:extLst>
            </p:cNvPr>
            <p:cNvSpPr/>
            <p:nvPr/>
          </p:nvSpPr>
          <p:spPr>
            <a:xfrm flipV="1">
              <a:off x="9266688" y="3241905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1" name="Line 27">
              <a:extLst>
                <a:ext uri="{FF2B5EF4-FFF2-40B4-BE49-F238E27FC236}">
                  <a16:creationId xmlns:a16="http://schemas.microsoft.com/office/drawing/2014/main" id="{0D2627B6-9A8E-9FC5-452B-163845D6358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53560" y="248780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2" name="Line 27">
              <a:extLst>
                <a:ext uri="{FF2B5EF4-FFF2-40B4-BE49-F238E27FC236}">
                  <a16:creationId xmlns:a16="http://schemas.microsoft.com/office/drawing/2014/main" id="{5C9F21C1-D578-CB43-1894-581B6EF4702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53560" y="3037902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51C815B2-D5B4-0313-D90E-005FF62CB3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98077" y="2349938"/>
              <a:ext cx="27848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4" name="Line 27">
              <a:extLst>
                <a:ext uri="{FF2B5EF4-FFF2-40B4-BE49-F238E27FC236}">
                  <a16:creationId xmlns:a16="http://schemas.microsoft.com/office/drawing/2014/main" id="{2F0D10D7-4B79-F53C-C470-A5A549E01A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04996" y="3170226"/>
              <a:ext cx="26464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" name="Line 27">
              <a:extLst>
                <a:ext uri="{FF2B5EF4-FFF2-40B4-BE49-F238E27FC236}">
                  <a16:creationId xmlns:a16="http://schemas.microsoft.com/office/drawing/2014/main" id="{7AB816CC-8609-8781-6F5B-33E15593B4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787959" y="2291831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" name="Line 27">
              <a:extLst>
                <a:ext uri="{FF2B5EF4-FFF2-40B4-BE49-F238E27FC236}">
                  <a16:creationId xmlns:a16="http://schemas.microsoft.com/office/drawing/2014/main" id="{D2102B81-C5D1-2FF7-67D6-1BA1275D6A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786768" y="2162546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9429DD97-9EAC-00B3-C3EA-643FB87B9FF3}"/>
                </a:ext>
              </a:extLst>
            </p:cNvPr>
            <p:cNvSpPr/>
            <p:nvPr/>
          </p:nvSpPr>
          <p:spPr>
            <a:xfrm flipV="1">
              <a:off x="9490270" y="3254721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89" name="流程图: 延期 288">
              <a:extLst>
                <a:ext uri="{FF2B5EF4-FFF2-40B4-BE49-F238E27FC236}">
                  <a16:creationId xmlns:a16="http://schemas.microsoft.com/office/drawing/2014/main" id="{5F795C8C-7112-6A31-DD46-9232588F393E}"/>
                </a:ext>
              </a:extLst>
            </p:cNvPr>
            <p:cNvSpPr/>
            <p:nvPr/>
          </p:nvSpPr>
          <p:spPr>
            <a:xfrm>
              <a:off x="8722317" y="1948599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90" name="流程图: 延期 289">
              <a:extLst>
                <a:ext uri="{FF2B5EF4-FFF2-40B4-BE49-F238E27FC236}">
                  <a16:creationId xmlns:a16="http://schemas.microsoft.com/office/drawing/2014/main" id="{C1871077-04CB-CAA1-00B2-BEA7D00E8DC1}"/>
                </a:ext>
              </a:extLst>
            </p:cNvPr>
            <p:cNvSpPr/>
            <p:nvPr/>
          </p:nvSpPr>
          <p:spPr>
            <a:xfrm>
              <a:off x="8722317" y="303259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92" name="Line 27">
              <a:extLst>
                <a:ext uri="{FF2B5EF4-FFF2-40B4-BE49-F238E27FC236}">
                  <a16:creationId xmlns:a16="http://schemas.microsoft.com/office/drawing/2014/main" id="{66290271-BBD3-97F4-3DD7-F59F8A1BB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3455" y="4533505"/>
              <a:ext cx="2417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93" name="Line 27">
              <a:extLst>
                <a:ext uri="{FF2B5EF4-FFF2-40B4-BE49-F238E27FC236}">
                  <a16:creationId xmlns:a16="http://schemas.microsoft.com/office/drawing/2014/main" id="{FBF46FD5-3A04-16AD-5A86-8E04F4BCB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2881" y="4833008"/>
              <a:ext cx="5223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" name="Line 27">
              <a:extLst>
                <a:ext uri="{FF2B5EF4-FFF2-40B4-BE49-F238E27FC236}">
                  <a16:creationId xmlns:a16="http://schemas.microsoft.com/office/drawing/2014/main" id="{CB6B4086-00BE-C087-C52A-4ECD702810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9282" y="4683498"/>
              <a:ext cx="1317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5" name="椭圆 294">
              <a:extLst>
                <a:ext uri="{FF2B5EF4-FFF2-40B4-BE49-F238E27FC236}">
                  <a16:creationId xmlns:a16="http://schemas.microsoft.com/office/drawing/2014/main" id="{BF92D8BB-B5F8-9779-89D4-373F7D348A91}"/>
                </a:ext>
              </a:extLst>
            </p:cNvPr>
            <p:cNvSpPr/>
            <p:nvPr/>
          </p:nvSpPr>
          <p:spPr>
            <a:xfrm flipV="1">
              <a:off x="9279616" y="4621853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296" name="Line 27">
              <a:extLst>
                <a:ext uri="{FF2B5EF4-FFF2-40B4-BE49-F238E27FC236}">
                  <a16:creationId xmlns:a16="http://schemas.microsoft.com/office/drawing/2014/main" id="{6DD3D103-5F1D-1E71-C819-D13198765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1311" y="5613963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97" name="Line 27">
              <a:extLst>
                <a:ext uri="{FF2B5EF4-FFF2-40B4-BE49-F238E27FC236}">
                  <a16:creationId xmlns:a16="http://schemas.microsoft.com/office/drawing/2014/main" id="{783AEF06-C4ED-DCEF-ABB8-D0229A50F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53916" y="5913466"/>
              <a:ext cx="98133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" name="Line 27">
              <a:extLst>
                <a:ext uri="{FF2B5EF4-FFF2-40B4-BE49-F238E27FC236}">
                  <a16:creationId xmlns:a16="http://schemas.microsoft.com/office/drawing/2014/main" id="{BF949A3A-B4D3-79D6-E1F1-87D0F34EB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71664" y="5763956"/>
              <a:ext cx="2898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" name="椭圆 298">
              <a:extLst>
                <a:ext uri="{FF2B5EF4-FFF2-40B4-BE49-F238E27FC236}">
                  <a16:creationId xmlns:a16="http://schemas.microsoft.com/office/drawing/2014/main" id="{89F59F25-C0F4-53E4-36B2-56B1762EF938}"/>
                </a:ext>
              </a:extLst>
            </p:cNvPr>
            <p:cNvSpPr/>
            <p:nvPr/>
          </p:nvSpPr>
          <p:spPr>
            <a:xfrm flipV="1">
              <a:off x="9279616" y="5702311"/>
              <a:ext cx="116087" cy="12128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00" name="Line 27">
              <a:extLst>
                <a:ext uri="{FF2B5EF4-FFF2-40B4-BE49-F238E27FC236}">
                  <a16:creationId xmlns:a16="http://schemas.microsoft.com/office/drawing/2014/main" id="{2F7C4F74-5301-8F7B-D13A-1179D89CAC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66488" y="4948214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1" name="Line 27">
              <a:extLst>
                <a:ext uri="{FF2B5EF4-FFF2-40B4-BE49-F238E27FC236}">
                  <a16:creationId xmlns:a16="http://schemas.microsoft.com/office/drawing/2014/main" id="{6AB41741-6DDD-A76C-7893-7E3526792F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366488" y="5498308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2" name="Line 27">
              <a:extLst>
                <a:ext uri="{FF2B5EF4-FFF2-40B4-BE49-F238E27FC236}">
                  <a16:creationId xmlns:a16="http://schemas.microsoft.com/office/drawing/2014/main" id="{87D931BA-6ED1-6DA3-B143-4376BE4A31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23281" y="4822619"/>
              <a:ext cx="2539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3" name="Line 27">
              <a:extLst>
                <a:ext uri="{FF2B5EF4-FFF2-40B4-BE49-F238E27FC236}">
                  <a16:creationId xmlns:a16="http://schemas.microsoft.com/office/drawing/2014/main" id="{CB693623-79F6-B1B8-19BE-9FAB6EA581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411634" y="5636922"/>
              <a:ext cx="2772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4" name="Line 27">
              <a:extLst>
                <a:ext uri="{FF2B5EF4-FFF2-40B4-BE49-F238E27FC236}">
                  <a16:creationId xmlns:a16="http://schemas.microsoft.com/office/drawing/2014/main" id="{76B8BEF1-66E0-3AFD-68EA-625690E196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8800887" y="4752237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5" name="Line 27">
              <a:extLst>
                <a:ext uri="{FF2B5EF4-FFF2-40B4-BE49-F238E27FC236}">
                  <a16:creationId xmlns:a16="http://schemas.microsoft.com/office/drawing/2014/main" id="{F1CE225D-8406-A305-4902-0A3246C4B3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799696" y="4622952"/>
              <a:ext cx="445177" cy="107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6" name="椭圆 305">
              <a:extLst>
                <a:ext uri="{FF2B5EF4-FFF2-40B4-BE49-F238E27FC236}">
                  <a16:creationId xmlns:a16="http://schemas.microsoft.com/office/drawing/2014/main" id="{07DF6A77-D562-2C77-9E81-91A5647247F9}"/>
                </a:ext>
              </a:extLst>
            </p:cNvPr>
            <p:cNvSpPr/>
            <p:nvPr/>
          </p:nvSpPr>
          <p:spPr>
            <a:xfrm flipV="1">
              <a:off x="9503198" y="4635585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07" name="流程图: 延期 306">
              <a:extLst>
                <a:ext uri="{FF2B5EF4-FFF2-40B4-BE49-F238E27FC236}">
                  <a16:creationId xmlns:a16="http://schemas.microsoft.com/office/drawing/2014/main" id="{E9D75706-CBAF-893D-D289-A88CBEC92FEC}"/>
                </a:ext>
              </a:extLst>
            </p:cNvPr>
            <p:cNvSpPr/>
            <p:nvPr/>
          </p:nvSpPr>
          <p:spPr>
            <a:xfrm>
              <a:off x="8735245" y="4409005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08" name="流程图: 延期 307">
              <a:extLst>
                <a:ext uri="{FF2B5EF4-FFF2-40B4-BE49-F238E27FC236}">
                  <a16:creationId xmlns:a16="http://schemas.microsoft.com/office/drawing/2014/main" id="{A5235A92-16F2-7B3E-8D13-BBD89A051194}"/>
                </a:ext>
              </a:extLst>
            </p:cNvPr>
            <p:cNvSpPr/>
            <p:nvPr/>
          </p:nvSpPr>
          <p:spPr>
            <a:xfrm>
              <a:off x="8735245" y="5492996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09" name="Line 27">
              <a:extLst>
                <a:ext uri="{FF2B5EF4-FFF2-40B4-BE49-F238E27FC236}">
                  <a16:creationId xmlns:a16="http://schemas.microsoft.com/office/drawing/2014/main" id="{5E8FEDA6-8360-CFC6-864A-9303AE2B36D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44663" y="3453053"/>
              <a:ext cx="27599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7C0F9A66-8CFD-6880-38C9-E8D95477780C}"/>
                </a:ext>
              </a:extLst>
            </p:cNvPr>
            <p:cNvSpPr/>
            <p:nvPr/>
          </p:nvSpPr>
          <p:spPr>
            <a:xfrm flipV="1">
              <a:off x="8446405" y="4783849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11" name="Line 27">
              <a:extLst>
                <a:ext uri="{FF2B5EF4-FFF2-40B4-BE49-F238E27FC236}">
                  <a16:creationId xmlns:a16="http://schemas.microsoft.com/office/drawing/2014/main" id="{C8581FDC-91D6-A217-65D2-6E7598C2B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467" y="4682497"/>
              <a:ext cx="7077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grpSp>
          <p:nvGrpSpPr>
            <p:cNvPr id="312" name="组合 311">
              <a:extLst>
                <a:ext uri="{FF2B5EF4-FFF2-40B4-BE49-F238E27FC236}">
                  <a16:creationId xmlns:a16="http://schemas.microsoft.com/office/drawing/2014/main" id="{ABD8BC4F-5F9B-DBF3-6990-D418E1DD616A}"/>
                </a:ext>
              </a:extLst>
            </p:cNvPr>
            <p:cNvGrpSpPr/>
            <p:nvPr/>
          </p:nvGrpSpPr>
          <p:grpSpPr>
            <a:xfrm>
              <a:off x="8487123" y="3302548"/>
              <a:ext cx="1053994" cy="1243050"/>
              <a:chOff x="7322851" y="2737091"/>
              <a:chExt cx="1053994" cy="1243050"/>
            </a:xfrm>
          </p:grpSpPr>
          <p:sp>
            <p:nvSpPr>
              <p:cNvPr id="412" name="Line 27">
                <a:extLst>
                  <a:ext uri="{FF2B5EF4-FFF2-40B4-BE49-F238E27FC236}">
                    <a16:creationId xmlns:a16="http://schemas.microsoft.com/office/drawing/2014/main" id="{220FD02D-52EA-BC7A-0D81-78D0649B48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7127021" y="3778036"/>
                <a:ext cx="40421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3" name="Line 27">
                <a:extLst>
                  <a:ext uri="{FF2B5EF4-FFF2-40B4-BE49-F238E27FC236}">
                    <a16:creationId xmlns:a16="http://schemas.microsoft.com/office/drawing/2014/main" id="{72B6B93A-3733-1610-B144-42E69698E0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7623209" y="2831112"/>
                <a:ext cx="453278" cy="105399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4" name="Line 27">
                <a:extLst>
                  <a:ext uri="{FF2B5EF4-FFF2-40B4-BE49-F238E27FC236}">
                    <a16:creationId xmlns:a16="http://schemas.microsoft.com/office/drawing/2014/main" id="{B22449E0-914B-347D-E3F5-5A59671B9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170695" y="2939444"/>
                <a:ext cx="40470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3" name="Line 27">
              <a:extLst>
                <a:ext uri="{FF2B5EF4-FFF2-40B4-BE49-F238E27FC236}">
                  <a16:creationId xmlns:a16="http://schemas.microsoft.com/office/drawing/2014/main" id="{557174AD-DF42-55D0-E7EA-FA9B050E39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419340" y="4062304"/>
              <a:ext cx="1240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" name="椭圆 313">
              <a:extLst>
                <a:ext uri="{FF2B5EF4-FFF2-40B4-BE49-F238E27FC236}">
                  <a16:creationId xmlns:a16="http://schemas.microsoft.com/office/drawing/2014/main" id="{3CD1EFE9-FDCC-75B6-AFEB-7C8D4F13FFBE}"/>
                </a:ext>
              </a:extLst>
            </p:cNvPr>
            <p:cNvSpPr/>
            <p:nvPr/>
          </p:nvSpPr>
          <p:spPr>
            <a:xfrm flipV="1">
              <a:off x="7992486" y="4018620"/>
              <a:ext cx="94100" cy="98317"/>
            </a:xfrm>
            <a:prstGeom prst="ellipse">
              <a:avLst/>
            </a:prstGeom>
            <a:solidFill>
              <a:schemeClr val="tx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sp>
          <p:nvSpPr>
            <p:cNvPr id="315" name="Line 27">
              <a:extLst>
                <a:ext uri="{FF2B5EF4-FFF2-40B4-BE49-F238E27FC236}">
                  <a16:creationId xmlns:a16="http://schemas.microsoft.com/office/drawing/2014/main" id="{0F3C73F7-CE3C-9FCB-EB42-7287BC95C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6848" y="4067778"/>
              <a:ext cx="212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6" name="文本框 315">
                  <a:extLst>
                    <a:ext uri="{FF2B5EF4-FFF2-40B4-BE49-F238E27FC236}">
                      <a16:creationId xmlns:a16="http://schemas.microsoft.com/office/drawing/2014/main" id="{7305AF1A-A607-5304-5108-723AB5B343EB}"/>
                    </a:ext>
                  </a:extLst>
                </p:cNvPr>
                <p:cNvSpPr txBox="1"/>
                <p:nvPr/>
              </p:nvSpPr>
              <p:spPr>
                <a:xfrm>
                  <a:off x="8784915" y="1996391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6" name="文本框 315">
                  <a:extLst>
                    <a:ext uri="{FF2B5EF4-FFF2-40B4-BE49-F238E27FC236}">
                      <a16:creationId xmlns:a16="http://schemas.microsoft.com/office/drawing/2014/main" id="{7305AF1A-A607-5304-5108-723AB5B343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4915" y="1996391"/>
                  <a:ext cx="468756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5584"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21CB013C-8396-3CF7-B195-C33469121173}"/>
                    </a:ext>
                  </a:extLst>
                </p:cNvPr>
                <p:cNvSpPr txBox="1"/>
                <p:nvPr/>
              </p:nvSpPr>
              <p:spPr>
                <a:xfrm>
                  <a:off x="8781956" y="307923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7" name="文本框 316">
                  <a:extLst>
                    <a:ext uri="{FF2B5EF4-FFF2-40B4-BE49-F238E27FC236}">
                      <a16:creationId xmlns:a16="http://schemas.microsoft.com/office/drawing/2014/main" id="{21CB013C-8396-3CF7-B195-C33469121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56" y="3079230"/>
                  <a:ext cx="468756" cy="461665"/>
                </a:xfrm>
                <a:prstGeom prst="rect">
                  <a:avLst/>
                </a:prstGeom>
                <a:blipFill>
                  <a:blip r:embed="rId10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2F968E25-8B0F-D147-E331-CCAA9903DCE9}"/>
                    </a:ext>
                  </a:extLst>
                </p:cNvPr>
                <p:cNvSpPr txBox="1"/>
                <p:nvPr/>
              </p:nvSpPr>
              <p:spPr>
                <a:xfrm>
                  <a:off x="8784915" y="445408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8" name="文本框 317">
                  <a:extLst>
                    <a:ext uri="{FF2B5EF4-FFF2-40B4-BE49-F238E27FC236}">
                      <a16:creationId xmlns:a16="http://schemas.microsoft.com/office/drawing/2014/main" id="{2F968E25-8B0F-D147-E331-CCAA9903DC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4915" y="4454086"/>
                  <a:ext cx="468756" cy="461665"/>
                </a:xfrm>
                <a:prstGeom prst="rect">
                  <a:avLst/>
                </a:prstGeom>
                <a:blipFill>
                  <a:blip r:embed="rId11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CDA3D6A6-24FD-D5FB-F1D3-6A3B00F19D15}"/>
                    </a:ext>
                  </a:extLst>
                </p:cNvPr>
                <p:cNvSpPr txBox="1"/>
                <p:nvPr/>
              </p:nvSpPr>
              <p:spPr>
                <a:xfrm>
                  <a:off x="8781629" y="5521336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19" name="文本框 318">
                  <a:extLst>
                    <a:ext uri="{FF2B5EF4-FFF2-40B4-BE49-F238E27FC236}">
                      <a16:creationId xmlns:a16="http://schemas.microsoft.com/office/drawing/2014/main" id="{CDA3D6A6-24FD-D5FB-F1D3-6A3B00F19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629" y="5521336"/>
                  <a:ext cx="468756" cy="461665"/>
                </a:xfrm>
                <a:prstGeom prst="rect">
                  <a:avLst/>
                </a:prstGeom>
                <a:blipFill>
                  <a:blip r:embed="rId12"/>
                  <a:stretch>
                    <a:fillRect l="-1688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D5DD0444-1330-6577-1361-024346254C8A}"/>
                    </a:ext>
                  </a:extLst>
                </p:cNvPr>
                <p:cNvSpPr txBox="1"/>
                <p:nvPr/>
              </p:nvSpPr>
              <p:spPr>
                <a:xfrm>
                  <a:off x="10664785" y="3212319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D5DD0444-1330-6577-1361-024346254C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4785" y="3212319"/>
                  <a:ext cx="468756" cy="461665"/>
                </a:xfrm>
                <a:prstGeom prst="rect">
                  <a:avLst/>
                </a:prstGeom>
                <a:blipFill>
                  <a:blip r:embed="rId13"/>
                  <a:stretch>
                    <a:fillRect l="-16883"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915EF52C-E81D-BE7B-2D46-7CAA43B8ED46}"/>
                    </a:ext>
                  </a:extLst>
                </p:cNvPr>
                <p:cNvSpPr txBox="1"/>
                <p:nvPr/>
              </p:nvSpPr>
              <p:spPr>
                <a:xfrm>
                  <a:off x="10666487" y="4314765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915EF52C-E81D-BE7B-2D46-7CAA43B8ED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6487" y="4314765"/>
                  <a:ext cx="468756" cy="461665"/>
                </a:xfrm>
                <a:prstGeom prst="rect">
                  <a:avLst/>
                </a:prstGeom>
                <a:blipFill>
                  <a:blip r:embed="rId14"/>
                  <a:stretch>
                    <a:fillRect l="-155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6785328F-C5C6-192D-2D57-D9924037CEAE}"/>
                    </a:ext>
                  </a:extLst>
                </p:cNvPr>
                <p:cNvSpPr txBox="1"/>
                <p:nvPr/>
              </p:nvSpPr>
              <p:spPr>
                <a:xfrm>
                  <a:off x="9857906" y="3283879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6785328F-C5C6-192D-2D57-D9924037C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7906" y="3283879"/>
                  <a:ext cx="458075" cy="46243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" name="文本框 388">
                  <a:extLst>
                    <a:ext uri="{FF2B5EF4-FFF2-40B4-BE49-F238E27FC236}">
                      <a16:creationId xmlns:a16="http://schemas.microsoft.com/office/drawing/2014/main" id="{3CCB415C-DB1E-1B1C-D48E-BD7DBB6C477E}"/>
                    </a:ext>
                  </a:extLst>
                </p:cNvPr>
                <p:cNvSpPr txBox="1"/>
                <p:nvPr/>
              </p:nvSpPr>
              <p:spPr>
                <a:xfrm>
                  <a:off x="9863169" y="4275006"/>
                  <a:ext cx="458075" cy="46243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9" name="文本框 388">
                  <a:extLst>
                    <a:ext uri="{FF2B5EF4-FFF2-40B4-BE49-F238E27FC236}">
                      <a16:creationId xmlns:a16="http://schemas.microsoft.com/office/drawing/2014/main" id="{3CCB415C-DB1E-1B1C-D48E-BD7DBB6C4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3169" y="4275006"/>
                  <a:ext cx="458075" cy="462434"/>
                </a:xfrm>
                <a:prstGeom prst="rect">
                  <a:avLst/>
                </a:prstGeom>
                <a:blipFill>
                  <a:blip r:embed="rId16"/>
                  <a:stretch>
                    <a:fillRect l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AC1CC052-2D2A-FB6B-EAC3-6B7508D71103}"/>
                    </a:ext>
                  </a:extLst>
                </p:cNvPr>
                <p:cNvSpPr txBox="1"/>
                <p:nvPr/>
              </p:nvSpPr>
              <p:spPr>
                <a:xfrm>
                  <a:off x="9597298" y="1810982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0" name="文本框 389">
                  <a:extLst>
                    <a:ext uri="{FF2B5EF4-FFF2-40B4-BE49-F238E27FC236}">
                      <a16:creationId xmlns:a16="http://schemas.microsoft.com/office/drawing/2014/main" id="{AC1CC052-2D2A-FB6B-EAC3-6B7508D71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7298" y="1810982"/>
                  <a:ext cx="468756" cy="461665"/>
                </a:xfrm>
                <a:prstGeom prst="rect">
                  <a:avLst/>
                </a:prstGeom>
                <a:blipFill>
                  <a:blip r:embed="rId17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0" name="文本框 399">
                  <a:extLst>
                    <a:ext uri="{FF2B5EF4-FFF2-40B4-BE49-F238E27FC236}">
                      <a16:creationId xmlns:a16="http://schemas.microsoft.com/office/drawing/2014/main" id="{AAA04D5B-D7E9-3D9F-31C7-CCE72C8BBD8F}"/>
                    </a:ext>
                  </a:extLst>
                </p:cNvPr>
                <p:cNvSpPr txBox="1"/>
                <p:nvPr/>
              </p:nvSpPr>
              <p:spPr>
                <a:xfrm>
                  <a:off x="9597298" y="5608680"/>
                  <a:ext cx="46875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0" name="文本框 399">
                  <a:extLst>
                    <a:ext uri="{FF2B5EF4-FFF2-40B4-BE49-F238E27FC236}">
                      <a16:creationId xmlns:a16="http://schemas.microsoft.com/office/drawing/2014/main" id="{AAA04D5B-D7E9-3D9F-31C7-CCE72C8BB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7298" y="5608680"/>
                  <a:ext cx="468756" cy="461665"/>
                </a:xfrm>
                <a:prstGeom prst="rect">
                  <a:avLst/>
                </a:prstGeom>
                <a:blipFill>
                  <a:blip r:embed="rId18"/>
                  <a:stretch>
                    <a:fillRect l="-24675" b="-131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2" name="文本框 401">
              <a:extLst>
                <a:ext uri="{FF2B5EF4-FFF2-40B4-BE49-F238E27FC236}">
                  <a16:creationId xmlns:a16="http://schemas.microsoft.com/office/drawing/2014/main" id="{5F0D2F61-46F4-2BE6-7906-EACD7A7E067F}"/>
                </a:ext>
              </a:extLst>
            </p:cNvPr>
            <p:cNvSpPr txBox="1"/>
            <p:nvPr/>
          </p:nvSpPr>
          <p:spPr>
            <a:xfrm>
              <a:off x="7049642" y="3817448"/>
              <a:ext cx="51559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↑</a:t>
              </a:r>
            </a:p>
          </p:txBody>
        </p:sp>
        <p:sp>
          <p:nvSpPr>
            <p:cNvPr id="403" name="文本框 402">
              <a:extLst>
                <a:ext uri="{FF2B5EF4-FFF2-40B4-BE49-F238E27FC236}">
                  <a16:creationId xmlns:a16="http://schemas.microsoft.com/office/drawing/2014/main" id="{E9E304CE-0D8E-BB49-1A35-F437B9F9FEB1}"/>
                </a:ext>
              </a:extLst>
            </p:cNvPr>
            <p:cNvSpPr txBox="1"/>
            <p:nvPr/>
          </p:nvSpPr>
          <p:spPr>
            <a:xfrm>
              <a:off x="7049643" y="4205896"/>
              <a:ext cx="5155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404" name="文本框 403">
              <a:extLst>
                <a:ext uri="{FF2B5EF4-FFF2-40B4-BE49-F238E27FC236}">
                  <a16:creationId xmlns:a16="http://schemas.microsoft.com/office/drawing/2014/main" id="{DD83CDB3-2E4B-72C6-754D-BB0ECFFBEA53}"/>
                </a:ext>
              </a:extLst>
            </p:cNvPr>
            <p:cNvSpPr txBox="1"/>
            <p:nvPr/>
          </p:nvSpPr>
          <p:spPr>
            <a:xfrm>
              <a:off x="7049643" y="3429000"/>
              <a:ext cx="51559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2C024946-290F-5383-124D-467CDD1C83A4}"/>
                    </a:ext>
                  </a:extLst>
                </p:cNvPr>
                <p:cNvSpPr txBox="1"/>
                <p:nvPr/>
              </p:nvSpPr>
              <p:spPr>
                <a:xfrm>
                  <a:off x="10020249" y="5599902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𝐃</m:t>
                            </m:r>
                          </m:e>
                        </m:acc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5" name="文本框 404">
                  <a:extLst>
                    <a:ext uri="{FF2B5EF4-FFF2-40B4-BE49-F238E27FC236}">
                      <a16:creationId xmlns:a16="http://schemas.microsoft.com/office/drawing/2014/main" id="{2C024946-290F-5383-124D-467CDD1C83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0249" y="5599902"/>
                  <a:ext cx="458075" cy="461665"/>
                </a:xfrm>
                <a:prstGeom prst="rect">
                  <a:avLst/>
                </a:prstGeom>
                <a:blipFill>
                  <a:blip r:embed="rId19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9F705DC4-5578-2A39-8860-E347E4D8DE60}"/>
                    </a:ext>
                  </a:extLst>
                </p:cNvPr>
                <p:cNvSpPr txBox="1"/>
                <p:nvPr/>
              </p:nvSpPr>
              <p:spPr>
                <a:xfrm>
                  <a:off x="10020248" y="1799283"/>
                  <a:ext cx="45807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𝐃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06" name="文本框 405">
                  <a:extLst>
                    <a:ext uri="{FF2B5EF4-FFF2-40B4-BE49-F238E27FC236}">
                      <a16:creationId xmlns:a16="http://schemas.microsoft.com/office/drawing/2014/main" id="{9F705DC4-5578-2A39-8860-E347E4D8DE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0248" y="1799283"/>
                  <a:ext cx="458075" cy="461665"/>
                </a:xfrm>
                <a:prstGeom prst="rect">
                  <a:avLst/>
                </a:prstGeom>
                <a:blipFill>
                  <a:blip r:embed="rId20"/>
                  <a:stretch>
                    <a:fillRect l="-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87C39328-1871-DBF1-B1FC-704F80AE851E}"/>
                    </a:ext>
                  </a:extLst>
                </p:cNvPr>
                <p:cNvSpPr txBox="1"/>
                <p:nvPr/>
              </p:nvSpPr>
              <p:spPr>
                <a:xfrm>
                  <a:off x="9509759" y="2843453"/>
                  <a:ext cx="12035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→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</m:acc>
                    </m:oMath>
                  </a14:m>
                  <a:endPara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08" name="文本框 407">
                  <a:extLst>
                    <a:ext uri="{FF2B5EF4-FFF2-40B4-BE49-F238E27FC236}">
                      <a16:creationId xmlns:a16="http://schemas.microsoft.com/office/drawing/2014/main" id="{87C39328-1871-DBF1-B1FC-704F80AE8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9759" y="2843453"/>
                  <a:ext cx="1203592" cy="461665"/>
                </a:xfrm>
                <a:prstGeom prst="rect">
                  <a:avLst/>
                </a:prstGeom>
                <a:blipFill>
                  <a:blip r:embed="rId21"/>
                  <a:stretch>
                    <a:fillRect l="-8122" t="-10667" r="-26396" b="-30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1" name="文本框 410">
                  <a:extLst>
                    <a:ext uri="{FF2B5EF4-FFF2-40B4-BE49-F238E27FC236}">
                      <a16:creationId xmlns:a16="http://schemas.microsoft.com/office/drawing/2014/main" id="{7C364067-50AB-CCC3-FD2F-8273AF5493B2}"/>
                    </a:ext>
                  </a:extLst>
                </p:cNvPr>
                <p:cNvSpPr txBox="1"/>
                <p:nvPr/>
              </p:nvSpPr>
              <p:spPr>
                <a:xfrm>
                  <a:off x="9509759" y="4701992"/>
                  <a:ext cx="120359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1 →</a:t>
                  </a:r>
                  <a:r>
                    <a:rPr lang="en-US" altLang="zh-CN" sz="2400" b="1" dirty="0">
                      <a:solidFill>
                        <a:srgbClr val="FF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</m:oMath>
                  </a14:m>
                  <a:endParaRPr lang="en-US" altLang="zh-CN" sz="2400" b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11" name="文本框 410">
                  <a:extLst>
                    <a:ext uri="{FF2B5EF4-FFF2-40B4-BE49-F238E27FC236}">
                      <a16:creationId xmlns:a16="http://schemas.microsoft.com/office/drawing/2014/main" id="{7C364067-50AB-CCC3-FD2F-8273AF549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9759" y="4701992"/>
                  <a:ext cx="1203592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8122" t="-11842" b="-27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245D05F9-D78B-2D2A-6D9C-7EBB7464F75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88000" y="576000"/>
            <a:ext cx="4680000" cy="171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12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47358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03DA08-1503-EE68-DF75-ED53F918D319}"/>
              </a:ext>
            </a:extLst>
          </p:cNvPr>
          <p:cNvSpPr txBox="1"/>
          <p:nvPr/>
        </p:nvSpPr>
        <p:spPr>
          <a:xfrm>
            <a:off x="360001" y="828000"/>
            <a:ext cx="6012224" cy="4152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P252 - 254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5.4.2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5.4.3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5.4.9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5.4.10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P257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5.5.11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21433</TotalTime>
  <Words>3035</Words>
  <Application>Microsoft Office PowerPoint</Application>
  <PresentationFormat>宽屏</PresentationFormat>
  <Paragraphs>882</Paragraphs>
  <Slides>29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Microsoft YaHei</vt:lpstr>
      <vt:lpstr>Microsoft YaHei</vt:lpstr>
      <vt:lpstr>Arial</vt:lpstr>
      <vt:lpstr>Cambria Math</vt:lpstr>
      <vt:lpstr>Candara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1116</cp:revision>
  <dcterms:created xsi:type="dcterms:W3CDTF">2024-12-23T04:28:42Z</dcterms:created>
  <dcterms:modified xsi:type="dcterms:W3CDTF">2025-11-02T06:16:07Z</dcterms:modified>
</cp:coreProperties>
</file>