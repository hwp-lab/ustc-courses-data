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handoutMasterIdLst>
    <p:handoutMasterId r:id="rId16"/>
  </p:handoutMasterIdLst>
  <p:sldIdLst>
    <p:sldId id="1354" r:id="rId2"/>
    <p:sldId id="6935" r:id="rId3"/>
    <p:sldId id="6958" r:id="rId4"/>
    <p:sldId id="6959" r:id="rId5"/>
    <p:sldId id="6964" r:id="rId6"/>
    <p:sldId id="6963" r:id="rId7"/>
    <p:sldId id="6961" r:id="rId8"/>
    <p:sldId id="6965" r:id="rId9"/>
    <p:sldId id="6971" r:id="rId10"/>
    <p:sldId id="6967" r:id="rId11"/>
    <p:sldId id="6968" r:id="rId12"/>
    <p:sldId id="6966" r:id="rId13"/>
    <p:sldId id="6969" r:id="rId1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00FF00"/>
    <a:srgbClr val="FF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989" autoAdjust="0"/>
    <p:restoredTop sz="81651" autoAdjust="0"/>
  </p:normalViewPr>
  <p:slideViewPr>
    <p:cSldViewPr snapToGrid="0">
      <p:cViewPr>
        <p:scale>
          <a:sx n="70" d="100"/>
          <a:sy n="70" d="100"/>
        </p:scale>
        <p:origin x="264" y="2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0" d="100"/>
          <a:sy n="60" d="100"/>
        </p:scale>
        <p:origin x="1230" y="39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3336B957-0C23-1CDE-A2B8-044701C667D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B07E1FBC-070D-8861-8D9C-258144CACEA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A72CA61-C7A7-44C1-8225-2F3B25FCEFE9}" type="datetimeFigureOut">
              <a:rPr lang="zh-CN" altLang="en-US" smtClean="0"/>
              <a:t>2025/11/5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CE964B15-02A6-96D1-7025-FFA5019E5EA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A1ABE5DA-4AAF-6256-556A-73DB14F76B4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E1A6520-B727-41E0-BB1B-FA4B49A625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3104180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86499D7-817A-4BF8-98BA-7E2BFEC27B52}" type="datetimeFigureOut">
              <a:rPr lang="zh-CN" altLang="en-US" smtClean="0"/>
              <a:t>2025/11/5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AF8E926-3218-4A05-BE3C-00B734B06F2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442014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/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49EC6D-DB1F-44A4-BAF7-4CD4248B20AA}" type="slidenum">
              <a:rPr lang="zh-CN" altLang="en-US" smtClean="0"/>
              <a:pPr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2830646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F8E926-3218-4A05-BE3C-00B734B06F20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148347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kumimoji="1" lang="zh-CN" altLang="en-US" b="0" dirty="0">
                <a:solidFill>
                  <a:srgbClr val="FFCC66"/>
                </a:solidFill>
              </a:rPr>
              <a:t>所谓逻辑电路分析，是指对已有电路分析其功用和性能</a:t>
            </a:r>
            <a:endParaRPr kumimoji="1" lang="en-US" altLang="zh-CN" b="0" dirty="0">
              <a:solidFill>
                <a:srgbClr val="FFCC66"/>
              </a:solidFill>
            </a:endParaRPr>
          </a:p>
          <a:p>
            <a:pPr eaLnBrk="1" hangingPunct="1"/>
            <a:endParaRPr kumimoji="1" lang="zh-CN" altLang="en-US" b="0" dirty="0">
              <a:solidFill>
                <a:srgbClr val="FFCC66"/>
              </a:solidFill>
            </a:endParaRPr>
          </a:p>
          <a:p>
            <a:pPr eaLnBrk="1" hangingPunct="1"/>
            <a:r>
              <a:rPr kumimoji="1" lang="zh-CN" altLang="en-US" dirty="0"/>
              <a:t>分析是研究数字系统的一种基本技能，其目的是了解给定逻辑电路的功能，评价设计方案的优劣，吸取优秀的设计思想，改进和完善不合理方案等</a:t>
            </a:r>
            <a:endParaRPr kumimoji="1" lang="en-US" altLang="zh-CN" dirty="0"/>
          </a:p>
          <a:p>
            <a:pPr eaLnBrk="1" hangingPunct="1"/>
            <a:endParaRPr kumimoji="1" lang="en-US" altLang="zh-CN" dirty="0"/>
          </a:p>
          <a:p>
            <a:pPr eaLnBrk="1" hangingPunct="1"/>
            <a:r>
              <a:rPr kumimoji="1" lang="zh-CN" altLang="en-US" dirty="0"/>
              <a:t>分析的一般步骤：</a:t>
            </a:r>
          </a:p>
          <a:p>
            <a:pPr eaLnBrk="1" hangingPunct="1"/>
            <a:r>
              <a:rPr kumimoji="1" lang="en-US" altLang="zh-CN" b="0" dirty="0">
                <a:solidFill>
                  <a:srgbClr val="FFCC66"/>
                </a:solidFill>
              </a:rPr>
              <a:t>1.  </a:t>
            </a:r>
            <a:r>
              <a:rPr kumimoji="1" lang="zh-CN" altLang="en-US" b="0" dirty="0">
                <a:solidFill>
                  <a:srgbClr val="FFCC66"/>
                </a:solidFill>
              </a:rPr>
              <a:t>根据逻辑电路图写出输出函数表达式</a:t>
            </a:r>
          </a:p>
          <a:p>
            <a:pPr eaLnBrk="1" hangingPunct="1"/>
            <a:r>
              <a:rPr kumimoji="1" lang="en-US" altLang="zh-CN" dirty="0"/>
              <a:t>	</a:t>
            </a:r>
            <a:r>
              <a:rPr kumimoji="1" lang="zh-CN" altLang="en-US" dirty="0"/>
              <a:t>写输出函数表达式时，一般从输入端开始往输出端逐级推导，直至得到所有与输入变量相关的输出函数表达式为止</a:t>
            </a:r>
          </a:p>
          <a:p>
            <a:pPr eaLnBrk="1" hangingPunct="1"/>
            <a:r>
              <a:rPr kumimoji="1" lang="en-US" altLang="zh-CN" b="0" dirty="0">
                <a:solidFill>
                  <a:srgbClr val="FFCC66"/>
                </a:solidFill>
              </a:rPr>
              <a:t>2. </a:t>
            </a:r>
            <a:r>
              <a:rPr kumimoji="1" lang="zh-CN" altLang="en-US" b="0" dirty="0">
                <a:solidFill>
                  <a:srgbClr val="FFCC66"/>
                </a:solidFill>
              </a:rPr>
              <a:t>化简输出函数表达式</a:t>
            </a:r>
          </a:p>
          <a:p>
            <a:pPr eaLnBrk="1" hangingPunct="1"/>
            <a:r>
              <a:rPr kumimoji="1" lang="en-US" altLang="zh-CN" dirty="0"/>
              <a:t>	</a:t>
            </a:r>
            <a:r>
              <a:rPr kumimoji="1" lang="zh-CN" altLang="en-US" dirty="0"/>
              <a:t>为了简单、清晰地反映输入和输出之间的逻辑关系，应对逻辑表达式进行化简</a:t>
            </a:r>
            <a:endParaRPr kumimoji="1" lang="en-US" altLang="zh-CN" dirty="0"/>
          </a:p>
          <a:p>
            <a:pPr eaLnBrk="1" hangingPunct="1"/>
            <a:r>
              <a:rPr kumimoji="1" lang="en-US" altLang="zh-CN" dirty="0"/>
              <a:t>	</a:t>
            </a:r>
            <a:r>
              <a:rPr kumimoji="1" lang="zh-CN" altLang="en-US" dirty="0"/>
              <a:t>描述一个电路功能的逻辑表达式是否达到最简，是评定该电路经济技术指标的依据</a:t>
            </a:r>
          </a:p>
          <a:p>
            <a:pPr eaLnBrk="1" hangingPunct="1"/>
            <a:r>
              <a:rPr kumimoji="1" lang="en-US" altLang="zh-CN" b="0" dirty="0">
                <a:solidFill>
                  <a:srgbClr val="FFCC66"/>
                </a:solidFill>
              </a:rPr>
              <a:t>3. </a:t>
            </a:r>
            <a:r>
              <a:rPr kumimoji="1" lang="zh-CN" altLang="en-US" b="0" dirty="0">
                <a:solidFill>
                  <a:srgbClr val="FFCC66"/>
                </a:solidFill>
              </a:rPr>
              <a:t>列出输出函数真值表</a:t>
            </a:r>
            <a:endParaRPr kumimoji="1" lang="zh-CN" altLang="en-US" b="0" dirty="0"/>
          </a:p>
          <a:p>
            <a:pPr eaLnBrk="1" hangingPunct="1"/>
            <a:r>
              <a:rPr kumimoji="1" lang="en-US" altLang="zh-CN" dirty="0"/>
              <a:t>	</a:t>
            </a:r>
            <a:r>
              <a:rPr kumimoji="1" lang="zh-CN" altLang="en-US" dirty="0"/>
              <a:t>根据输出函数最简表达式，列出输出函数真值表。真值表详尽地给出了输入、输出取值关系，它直观地描述了电路的逻辑功能</a:t>
            </a:r>
          </a:p>
          <a:p>
            <a:pPr eaLnBrk="1" hangingPunct="1"/>
            <a:r>
              <a:rPr kumimoji="1" lang="en-US" altLang="zh-CN" b="0" dirty="0">
                <a:solidFill>
                  <a:srgbClr val="FFCC66"/>
                </a:solidFill>
              </a:rPr>
              <a:t>4. </a:t>
            </a:r>
            <a:r>
              <a:rPr kumimoji="1" lang="zh-CN" altLang="en-US" b="0" dirty="0">
                <a:solidFill>
                  <a:srgbClr val="FFCC66"/>
                </a:solidFill>
              </a:rPr>
              <a:t>功能评述</a:t>
            </a:r>
            <a:endParaRPr kumimoji="1" lang="en-US" altLang="zh-CN" b="0" dirty="0">
              <a:solidFill>
                <a:srgbClr val="FFCC66"/>
              </a:solidFill>
            </a:endParaRPr>
          </a:p>
          <a:p>
            <a:pPr eaLnBrk="1" hangingPunct="1"/>
            <a:r>
              <a:rPr kumimoji="1" lang="en-US" altLang="zh-CN" b="1" dirty="0">
                <a:solidFill>
                  <a:srgbClr val="FFCC66"/>
                </a:solidFill>
              </a:rPr>
              <a:t>	</a:t>
            </a:r>
            <a:r>
              <a:rPr kumimoji="1" lang="zh-CN" altLang="en-US" dirty="0"/>
              <a:t>根据真值表和化简后的函数表达式，概括出对电路逻辑功能的文字描述，并对原电路的设计方案进行评定，必要时提出改进意见和改进方案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F8E926-3218-4A05-BE3C-00B734B06F20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1157803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kumimoji="1" lang="zh-CN" altLang="en-US" b="0" dirty="0">
                <a:solidFill>
                  <a:srgbClr val="FFCC66"/>
                </a:solidFill>
              </a:rPr>
              <a:t>根据问题要求完成的逻辑功能，求出在特定条件下实现给定功能的逻辑电路，称为逻辑设计，又叫做逻辑综合（</a:t>
            </a:r>
            <a:r>
              <a:rPr kumimoji="1" lang="zh-CN" altLang="en-US" dirty="0"/>
              <a:t>显然，逻辑设计是逻辑分析的逆过程）</a:t>
            </a:r>
            <a:endParaRPr kumimoji="1" lang="en-US" altLang="zh-CN" dirty="0"/>
          </a:p>
          <a:p>
            <a:pPr eaLnBrk="1" hangingPunct="1"/>
            <a:endParaRPr kumimoji="1" lang="zh-CN" altLang="en-US" dirty="0"/>
          </a:p>
          <a:p>
            <a:pPr eaLnBrk="1" hangingPunct="1"/>
            <a:r>
              <a:rPr kumimoji="1" lang="zh-CN" altLang="en-US" dirty="0"/>
              <a:t>由于实际应用中提出的各种设计要求一般是用文字形式描述的，所以，逻辑设计的首要任务是将文字描述的设计要求抽象为一种逻辑关系</a:t>
            </a:r>
            <a:endParaRPr kumimoji="1" lang="en-US" altLang="zh-CN" dirty="0"/>
          </a:p>
          <a:p>
            <a:pPr eaLnBrk="1" hangingPunct="1"/>
            <a:endParaRPr kumimoji="1" lang="zh-CN" altLang="en-US" dirty="0"/>
          </a:p>
          <a:p>
            <a:pPr eaLnBrk="1" hangingPunct="1"/>
            <a:r>
              <a:rPr kumimoji="1" lang="zh-CN" altLang="en-US" b="0" dirty="0"/>
              <a:t>设计的一般步骤：</a:t>
            </a:r>
          </a:p>
          <a:p>
            <a:pPr eaLnBrk="1" hangingPunct="1"/>
            <a:r>
              <a:rPr kumimoji="1" lang="en-US" altLang="zh-CN" b="0" dirty="0">
                <a:solidFill>
                  <a:srgbClr val="FFCC66"/>
                </a:solidFill>
              </a:rPr>
              <a:t>1.  </a:t>
            </a:r>
            <a:r>
              <a:rPr kumimoji="1" lang="zh-CN" altLang="en-US" b="0" dirty="0">
                <a:solidFill>
                  <a:srgbClr val="FFCC66"/>
                </a:solidFill>
              </a:rPr>
              <a:t>建立给定问题的逻辑描述</a:t>
            </a:r>
            <a:endParaRPr kumimoji="1" lang="en-US" altLang="zh-CN" b="0" dirty="0">
              <a:solidFill>
                <a:srgbClr val="FFCC66"/>
              </a:solidFill>
            </a:endParaRPr>
          </a:p>
          <a:p>
            <a:pPr eaLnBrk="1" hangingPunct="1"/>
            <a:r>
              <a:rPr kumimoji="1" lang="en-US" altLang="zh-CN" dirty="0"/>
              <a:t>	</a:t>
            </a:r>
            <a:r>
              <a:rPr kumimoji="1" lang="zh-CN" altLang="en-US" dirty="0"/>
              <a:t>这一步的关键是正确理解设计要求，弄清楚与给定问题相关的变量及函数，即电路的输入和输出，建立函数与变量之间的逻辑关系，得到描述给定问题的逻辑表达式</a:t>
            </a:r>
            <a:endParaRPr kumimoji="1" lang="en-US" altLang="zh-CN" dirty="0"/>
          </a:p>
          <a:p>
            <a:pPr eaLnBrk="1" hangingPunct="1"/>
            <a:r>
              <a:rPr kumimoji="1" lang="en-US" altLang="zh-CN" dirty="0"/>
              <a:t>	</a:t>
            </a:r>
            <a:r>
              <a:rPr kumimoji="1" lang="zh-CN" altLang="en-US" dirty="0"/>
              <a:t>求逻辑表达式有两种常用方法，即</a:t>
            </a:r>
            <a:r>
              <a:rPr kumimoji="1" lang="zh-CN" altLang="en-US" b="1" dirty="0">
                <a:solidFill>
                  <a:schemeClr val="accent1"/>
                </a:solidFill>
              </a:rPr>
              <a:t>真值表法</a:t>
            </a:r>
            <a:r>
              <a:rPr kumimoji="1" lang="zh-CN" altLang="en-US" dirty="0"/>
              <a:t>和</a:t>
            </a:r>
            <a:r>
              <a:rPr kumimoji="1" lang="zh-CN" altLang="en-US" b="1" dirty="0">
                <a:solidFill>
                  <a:schemeClr val="accent1"/>
                </a:solidFill>
              </a:rPr>
              <a:t>分析法</a:t>
            </a:r>
            <a:br>
              <a:rPr kumimoji="1" lang="zh-CN" altLang="en-US" dirty="0"/>
            </a:br>
            <a:r>
              <a:rPr kumimoji="1" lang="en-US" altLang="zh-CN" b="0" dirty="0">
                <a:solidFill>
                  <a:srgbClr val="FFCC66"/>
                </a:solidFill>
              </a:rPr>
              <a:t>2. </a:t>
            </a:r>
            <a:r>
              <a:rPr kumimoji="1" lang="zh-CN" altLang="en-US" b="0" dirty="0">
                <a:solidFill>
                  <a:srgbClr val="FFCC66"/>
                </a:solidFill>
              </a:rPr>
              <a:t>求出逻辑函数的最简表达式</a:t>
            </a:r>
            <a:r>
              <a:rPr kumimoji="1" lang="zh-CN" altLang="en-US" b="0" dirty="0"/>
              <a:t> </a:t>
            </a:r>
            <a:endParaRPr kumimoji="1" lang="en-US" altLang="zh-CN" b="0" dirty="0"/>
          </a:p>
          <a:p>
            <a:pPr eaLnBrk="1" hangingPunct="1"/>
            <a:r>
              <a:rPr kumimoji="1" lang="en-US" altLang="zh-CN" dirty="0"/>
              <a:t>	</a:t>
            </a:r>
            <a:r>
              <a:rPr kumimoji="1" lang="zh-CN" altLang="en-US" dirty="0"/>
              <a:t>为了使逻辑电路中包含的逻辑门最少且连线最少，要对逻辑表达式进行化简，求出描述设计问题的最简表达式</a:t>
            </a:r>
            <a:br>
              <a:rPr kumimoji="1" lang="zh-CN" altLang="en-US" dirty="0"/>
            </a:br>
            <a:r>
              <a:rPr kumimoji="1" lang="en-US" altLang="zh-CN" b="0" dirty="0">
                <a:solidFill>
                  <a:srgbClr val="FFCC66"/>
                </a:solidFill>
              </a:rPr>
              <a:t>3. </a:t>
            </a:r>
            <a:r>
              <a:rPr kumimoji="1" lang="zh-CN" altLang="en-US" b="0" dirty="0">
                <a:solidFill>
                  <a:srgbClr val="FFCC66"/>
                </a:solidFill>
              </a:rPr>
              <a:t>选择逻辑门类型并将逻辑函数变换成相应形式</a:t>
            </a:r>
            <a:endParaRPr kumimoji="1" lang="zh-CN" altLang="en-US" dirty="0"/>
          </a:p>
          <a:p>
            <a:pPr eaLnBrk="1" hangingPunct="1"/>
            <a:r>
              <a:rPr kumimoji="1" lang="en-US" altLang="zh-CN" dirty="0"/>
              <a:t>	</a:t>
            </a:r>
            <a:r>
              <a:rPr kumimoji="1" lang="zh-CN" altLang="en-US" dirty="0"/>
              <a:t>根据简化后的逻辑表达式及问题的具体要求，选择合适的逻辑门，并将逻辑表达式变换成与所选逻辑门对应的形式</a:t>
            </a:r>
            <a:br>
              <a:rPr kumimoji="1" lang="zh-CN" altLang="en-US" dirty="0"/>
            </a:br>
            <a:r>
              <a:rPr kumimoji="1" lang="en-US" altLang="zh-CN" b="0" dirty="0">
                <a:solidFill>
                  <a:srgbClr val="FFCC66"/>
                </a:solidFill>
              </a:rPr>
              <a:t>4. </a:t>
            </a:r>
            <a:r>
              <a:rPr kumimoji="1" lang="zh-CN" altLang="en-US" b="0" dirty="0">
                <a:solidFill>
                  <a:srgbClr val="FFCC66"/>
                </a:solidFill>
              </a:rPr>
              <a:t>画出逻辑电路图</a:t>
            </a:r>
            <a:r>
              <a:rPr kumimoji="1" lang="zh-CN" altLang="en-US" b="0" dirty="0"/>
              <a:t> </a:t>
            </a:r>
            <a:br>
              <a:rPr kumimoji="1" lang="zh-CN" altLang="en-US" dirty="0"/>
            </a:br>
            <a:endParaRPr kumimoji="1" lang="zh-CN" altLang="en-US" dirty="0"/>
          </a:p>
          <a:p>
            <a:pPr eaLnBrk="1" hangingPunct="1"/>
            <a:r>
              <a:rPr kumimoji="1" lang="zh-CN" altLang="en-US" dirty="0">
                <a:solidFill>
                  <a:schemeClr val="accent1"/>
                </a:solidFill>
              </a:rPr>
              <a:t>设计过程可视具体情况灵活掌握，根据实际问题的难易程度和设计者熟练程度，有时可跳过其中的某些步骤</a:t>
            </a:r>
          </a:p>
          <a:p>
            <a:pPr eaLnBrk="1" hangingPunct="1"/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F8E926-3218-4A05-BE3C-00B734B06F20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5325283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BF61E4-FD25-29C0-7790-ECE326ADE8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FCF4E66-69F7-AE64-BA8F-F14B92B460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3F58CE42-9633-631A-1655-AD8D615377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/Y = /A/B +/A/C +/B/C</a:t>
            </a:r>
            <a:r>
              <a:rPr lang="zh-CN" altLang="en-US" dirty="0"/>
              <a:t>，用反演规则可得 </a:t>
            </a:r>
            <a:r>
              <a:rPr lang="en-US" altLang="zh-CN" dirty="0"/>
              <a:t>Y = (A+B)(A+C)(B+C)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D0E6F3C-A1B1-DC7D-5F61-71D88B76360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F8E926-3218-4A05-BE3C-00B734B06F20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7611460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可把“与”逻辑器件（与门）和“或”逻辑器件（或门）想为互反关系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F8E926-3218-4A05-BE3C-00B734B06F20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3292325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相同输入端的与非门相对与门</a:t>
            </a:r>
            <a:r>
              <a:rPr lang="en-US" altLang="zh-CN" dirty="0"/>
              <a:t>or</a:t>
            </a:r>
            <a:r>
              <a:rPr lang="zh-CN" altLang="en-US" dirty="0"/>
              <a:t>或门而言，所用三极管少，速度快，实际中多选择使用与非门</a:t>
            </a:r>
            <a:endParaRPr lang="en-US" altLang="zh-CN" dirty="0"/>
          </a:p>
          <a:p>
            <a:r>
              <a:rPr lang="zh-CN" altLang="en-US" dirty="0"/>
              <a:t>同样，或非门相对与门</a:t>
            </a:r>
            <a:r>
              <a:rPr lang="en-US" altLang="zh-CN" dirty="0"/>
              <a:t>or</a:t>
            </a:r>
            <a:r>
              <a:rPr lang="zh-CN" altLang="en-US" dirty="0"/>
              <a:t>或门所用三极管也少，速度更快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F8E926-3218-4A05-BE3C-00B734B06F20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382738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16" descr="bg3">
            <a:extLst>
              <a:ext uri="{FF2B5EF4-FFF2-40B4-BE49-F238E27FC236}">
                <a16:creationId xmlns:a16="http://schemas.microsoft.com/office/drawing/2014/main" id="{3C12D28E-7FDA-416A-89CF-B41CFE8C11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 t="80031" b="16504"/>
          <a:stretch>
            <a:fillRect/>
          </a:stretch>
        </p:blipFill>
        <p:spPr bwMode="auto">
          <a:xfrm flipV="1">
            <a:off x="0" y="1711615"/>
            <a:ext cx="12192000" cy="437885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 w="9525">
            <a:noFill/>
            <a:miter lim="800000"/>
            <a:headEnd/>
            <a:tailEnd/>
          </a:ln>
        </p:spPr>
      </p:pic>
      <p:pic>
        <p:nvPicPr>
          <p:cNvPr id="9" name="Picture 17" descr="bg3">
            <a:extLst>
              <a:ext uri="{FF2B5EF4-FFF2-40B4-BE49-F238E27FC236}">
                <a16:creationId xmlns:a16="http://schemas.microsoft.com/office/drawing/2014/main" id="{6256C6DD-5C6C-4934-AE0F-6E767F3C2F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 t="48767" b="15891"/>
          <a:stretch>
            <a:fillRect/>
          </a:stretch>
        </p:blipFill>
        <p:spPr bwMode="auto">
          <a:xfrm>
            <a:off x="0" y="1930558"/>
            <a:ext cx="12192000" cy="27779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" name="Picture 10" descr="2">
            <a:extLst>
              <a:ext uri="{FF2B5EF4-FFF2-40B4-BE49-F238E27FC236}">
                <a16:creationId xmlns:a16="http://schemas.microsoft.com/office/drawing/2014/main" id="{12F893B6-5430-4116-B41C-027E149AB2E4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3" cstate="print">
            <a:clrChange>
              <a:clrFrom>
                <a:srgbClr val="E8E8EA"/>
              </a:clrFrom>
              <a:clrTo>
                <a:srgbClr val="E8E8EA">
                  <a:alpha val="0"/>
                </a:srgbClr>
              </a:clrTo>
            </a:clrChange>
          </a:blip>
          <a:srcRect l="3981" t="5824" r="52233" b="80846"/>
          <a:stretch/>
        </p:blipFill>
        <p:spPr bwMode="auto">
          <a:xfrm>
            <a:off x="0" y="278392"/>
            <a:ext cx="4244196" cy="9144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258513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14" descr="bg2">
            <a:extLst>
              <a:ext uri="{FF2B5EF4-FFF2-40B4-BE49-F238E27FC236}">
                <a16:creationId xmlns:a16="http://schemas.microsoft.com/office/drawing/2014/main" id="{B5E88CDA-D72A-4EE5-A041-54DDE04C08EC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 cstate="print"/>
          <a:srcRect r="31108" b="84377"/>
          <a:stretch/>
        </p:blipFill>
        <p:spPr bwMode="auto">
          <a:xfrm>
            <a:off x="0" y="1"/>
            <a:ext cx="12192000" cy="5750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8375890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630575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6.png"/><Relationship Id="rId7" Type="http://schemas.openxmlformats.org/officeDocument/2006/relationships/image" Target="NUL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NULL"/><Relationship Id="rId11" Type="http://schemas.openxmlformats.org/officeDocument/2006/relationships/image" Target="../media/image9.png"/><Relationship Id="rId10" Type="http://schemas.openxmlformats.org/officeDocument/2006/relationships/image" Target="../media/image12.png"/><Relationship Id="rId4" Type="http://schemas.openxmlformats.org/officeDocument/2006/relationships/image" Target="../media/image7.png"/><Relationship Id="rId9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3.png"/><Relationship Id="rId7" Type="http://schemas.openxmlformats.org/officeDocument/2006/relationships/image" Target="../media/image19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4.png"/><Relationship Id="rId9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13" Type="http://schemas.openxmlformats.org/officeDocument/2006/relationships/image" Target="../media/image31.png"/><Relationship Id="rId18" Type="http://schemas.openxmlformats.org/officeDocument/2006/relationships/image" Target="../media/image36.png"/><Relationship Id="rId3" Type="http://schemas.openxmlformats.org/officeDocument/2006/relationships/image" Target="../media/image22.png"/><Relationship Id="rId7" Type="http://schemas.openxmlformats.org/officeDocument/2006/relationships/image" Target="../media/image25.png"/><Relationship Id="rId12" Type="http://schemas.openxmlformats.org/officeDocument/2006/relationships/image" Target="../media/image30.png"/><Relationship Id="rId17" Type="http://schemas.openxmlformats.org/officeDocument/2006/relationships/image" Target="../media/image35.png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0.png"/><Relationship Id="rId11" Type="http://schemas.openxmlformats.org/officeDocument/2006/relationships/image" Target="../media/image29.png"/><Relationship Id="rId5" Type="http://schemas.openxmlformats.org/officeDocument/2006/relationships/image" Target="../media/image24.png"/><Relationship Id="rId15" Type="http://schemas.openxmlformats.org/officeDocument/2006/relationships/image" Target="../media/image33.png"/><Relationship Id="rId10" Type="http://schemas.openxmlformats.org/officeDocument/2006/relationships/image" Target="../media/image28.png"/><Relationship Id="rId4" Type="http://schemas.openxmlformats.org/officeDocument/2006/relationships/image" Target="../media/image23.png"/><Relationship Id="rId9" Type="http://schemas.openxmlformats.org/officeDocument/2006/relationships/image" Target="../media/image27.png"/><Relationship Id="rId14" Type="http://schemas.openxmlformats.org/officeDocument/2006/relationships/image" Target="../media/image3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0.png"/><Relationship Id="rId7" Type="http://schemas.openxmlformats.org/officeDocument/2006/relationships/image" Target="../media/image3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.png"/><Relationship Id="rId5" Type="http://schemas.openxmlformats.org/officeDocument/2006/relationships/image" Target="../media/image360.png"/><Relationship Id="rId4" Type="http://schemas.openxmlformats.org/officeDocument/2006/relationships/image" Target="../media/image350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13" Type="http://schemas.openxmlformats.org/officeDocument/2006/relationships/image" Target="../media/image49.png"/><Relationship Id="rId18" Type="http://schemas.openxmlformats.org/officeDocument/2006/relationships/image" Target="../media/image54.png"/><Relationship Id="rId3" Type="http://schemas.openxmlformats.org/officeDocument/2006/relationships/image" Target="../media/image39.png"/><Relationship Id="rId7" Type="http://schemas.openxmlformats.org/officeDocument/2006/relationships/image" Target="../media/image43.png"/><Relationship Id="rId12" Type="http://schemas.openxmlformats.org/officeDocument/2006/relationships/image" Target="../media/image48.png"/><Relationship Id="rId17" Type="http://schemas.openxmlformats.org/officeDocument/2006/relationships/image" Target="../media/image53.png"/><Relationship Id="rId2" Type="http://schemas.openxmlformats.org/officeDocument/2006/relationships/notesSlide" Target="../notesSlides/notesSlide7.xml"/><Relationship Id="rId16" Type="http://schemas.openxmlformats.org/officeDocument/2006/relationships/image" Target="../media/image52.png"/><Relationship Id="rId20" Type="http://schemas.openxmlformats.org/officeDocument/2006/relationships/image" Target="../media/image5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2.png"/><Relationship Id="rId11" Type="http://schemas.openxmlformats.org/officeDocument/2006/relationships/image" Target="../media/image47.png"/><Relationship Id="rId5" Type="http://schemas.openxmlformats.org/officeDocument/2006/relationships/image" Target="../media/image41.png"/><Relationship Id="rId15" Type="http://schemas.openxmlformats.org/officeDocument/2006/relationships/image" Target="../media/image51.png"/><Relationship Id="rId10" Type="http://schemas.openxmlformats.org/officeDocument/2006/relationships/image" Target="../media/image46.png"/><Relationship Id="rId19" Type="http://schemas.openxmlformats.org/officeDocument/2006/relationships/image" Target="../media/image55.png"/><Relationship Id="rId4" Type="http://schemas.openxmlformats.org/officeDocument/2006/relationships/image" Target="../media/image40.png"/><Relationship Id="rId9" Type="http://schemas.openxmlformats.org/officeDocument/2006/relationships/image" Target="../media/image45.png"/><Relationship Id="rId14" Type="http://schemas.openxmlformats.org/officeDocument/2006/relationships/image" Target="../media/image50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>
            <a:extLst>
              <a:ext uri="{FF2B5EF4-FFF2-40B4-BE49-F238E27FC236}">
                <a16:creationId xmlns:a16="http://schemas.microsoft.com/office/drawing/2014/main" id="{89073248-787E-5D40-AE5E-610E41D0A30C}"/>
              </a:ext>
            </a:extLst>
          </p:cNvPr>
          <p:cNvSpPr txBox="1">
            <a:spLocks/>
          </p:cNvSpPr>
          <p:nvPr/>
        </p:nvSpPr>
        <p:spPr>
          <a:xfrm>
            <a:off x="0" y="2817091"/>
            <a:ext cx="12191999" cy="1226516"/>
          </a:xfrm>
          <a:prstGeom prst="rect">
            <a:avLst/>
          </a:prstGeom>
        </p:spPr>
        <p:txBody>
          <a:bodyPr lIns="0" tIns="0" rIns="0" bIns="0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20000"/>
              </a:lnSpc>
            </a:pPr>
            <a:r>
              <a:rPr lang="zh-CN" altLang="en-US" sz="5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charset="-122"/>
              </a:rPr>
              <a:t>组合逻辑电路 </a:t>
            </a:r>
            <a:r>
              <a:rPr lang="en-US" altLang="zh-CN" sz="5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charset="-122"/>
              </a:rPr>
              <a:t>(1)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D42438B-9455-BCBC-7490-250107AE8BAC}"/>
              </a:ext>
            </a:extLst>
          </p:cNvPr>
          <p:cNvSpPr/>
          <p:nvPr/>
        </p:nvSpPr>
        <p:spPr>
          <a:xfrm>
            <a:off x="0" y="252787"/>
            <a:ext cx="4271375" cy="914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1C03BB9C-92C3-DE18-5792-0E22FDDAA0A4}"/>
              </a:ext>
            </a:extLst>
          </p:cNvPr>
          <p:cNvSpPr/>
          <p:nvPr/>
        </p:nvSpPr>
        <p:spPr>
          <a:xfrm>
            <a:off x="4115280" y="5040000"/>
            <a:ext cx="396143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1200"/>
              </a:spcAft>
            </a:pPr>
            <a:r>
              <a:rPr lang="zh-CN" altLang="en-US" sz="2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数电 </a:t>
            </a:r>
            <a:r>
              <a:rPr lang="en-US" altLang="zh-CN" sz="2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P140 – 149</a:t>
            </a:r>
          </a:p>
        </p:txBody>
      </p:sp>
      <p:pic>
        <p:nvPicPr>
          <p:cNvPr id="12" name="图片 11" descr="图片包含 图形用户界面&#10;&#10;描述已自动生成">
            <a:extLst>
              <a:ext uri="{FF2B5EF4-FFF2-40B4-BE49-F238E27FC236}">
                <a16:creationId xmlns:a16="http://schemas.microsoft.com/office/drawing/2014/main" id="{36B95622-439B-2F01-3763-4744D210F1D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638" t="27915" r="8682" b="26692"/>
          <a:stretch/>
        </p:blipFill>
        <p:spPr>
          <a:xfrm>
            <a:off x="0" y="0"/>
            <a:ext cx="4405745" cy="998424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93570352-420A-0C13-044B-FD4A338CD6AA}"/>
              </a:ext>
            </a:extLst>
          </p:cNvPr>
          <p:cNvSpPr txBox="1"/>
          <p:nvPr/>
        </p:nvSpPr>
        <p:spPr>
          <a:xfrm>
            <a:off x="0" y="1931813"/>
            <a:ext cx="95319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模拟与数字电路 </a:t>
            </a:r>
            <a:r>
              <a:rPr lang="en-US" altLang="zh-CN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(Analog and Digital Circuits)</a:t>
            </a:r>
            <a:endParaRPr lang="zh-CN" altLang="en-US" sz="3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37EF3C51-ACC3-CEB4-0CD3-FB5FA64AEC1C}"/>
              </a:ext>
            </a:extLst>
          </p:cNvPr>
          <p:cNvSpPr/>
          <p:nvPr/>
        </p:nvSpPr>
        <p:spPr>
          <a:xfrm>
            <a:off x="0" y="6352426"/>
            <a:ext cx="12192000" cy="50557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计算机科学与技术学院本科课程</a:t>
            </a:r>
          </a:p>
        </p:txBody>
      </p:sp>
    </p:spTree>
    <p:extLst>
      <p:ext uri="{BB962C8B-B14F-4D97-AF65-F5344CB8AC3E}">
        <p14:creationId xmlns:p14="http://schemas.microsoft.com/office/powerpoint/2010/main" val="25331958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>
            <a:extLst>
              <a:ext uri="{FF2B5EF4-FFF2-40B4-BE49-F238E27FC236}">
                <a16:creationId xmlns:a16="http://schemas.microsoft.com/office/drawing/2014/main" id="{24A8A429-A57A-A971-5B68-36C274978AD5}"/>
              </a:ext>
            </a:extLst>
          </p:cNvPr>
          <p:cNvSpPr txBox="1">
            <a:spLocks/>
          </p:cNvSpPr>
          <p:nvPr/>
        </p:nvSpPr>
        <p:spPr>
          <a:xfrm>
            <a:off x="360000" y="0"/>
            <a:ext cx="11826000" cy="548639"/>
          </a:xfrm>
          <a:prstGeom prst="rect">
            <a:avLst/>
          </a:prstGeom>
        </p:spPr>
        <p:txBody>
          <a:bodyPr anchor="b">
            <a:normAutofit/>
          </a:bodyPr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3000" dirty="0"/>
              <a:t>内容提纲</a:t>
            </a: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F45B4BAD-F1AF-DA8F-D325-2AEA13223897}"/>
              </a:ext>
            </a:extLst>
          </p:cNvPr>
          <p:cNvGrpSpPr/>
          <p:nvPr/>
        </p:nvGrpSpPr>
        <p:grpSpPr>
          <a:xfrm>
            <a:off x="11449269" y="6198682"/>
            <a:ext cx="786273" cy="548639"/>
            <a:chOff x="11454918" y="5839511"/>
            <a:chExt cx="786273" cy="548639"/>
          </a:xfrm>
        </p:grpSpPr>
        <p:grpSp>
          <p:nvGrpSpPr>
            <p:cNvPr id="5" name="组合 4">
              <a:extLst>
                <a:ext uri="{FF2B5EF4-FFF2-40B4-BE49-F238E27FC236}">
                  <a16:creationId xmlns:a16="http://schemas.microsoft.com/office/drawing/2014/main" id="{84CADB5B-DD68-FB6B-CE4A-4D568A53302E}"/>
                </a:ext>
              </a:extLst>
            </p:cNvPr>
            <p:cNvGrpSpPr/>
            <p:nvPr/>
          </p:nvGrpSpPr>
          <p:grpSpPr>
            <a:xfrm>
              <a:off x="11454918" y="5867450"/>
              <a:ext cx="737081" cy="520700"/>
              <a:chOff x="11454918" y="5867450"/>
              <a:chExt cx="737081" cy="520700"/>
            </a:xfrm>
          </p:grpSpPr>
          <p:sp>
            <p:nvSpPr>
              <p:cNvPr id="7" name="箭头: 五边形 6">
                <a:extLst>
                  <a:ext uri="{FF2B5EF4-FFF2-40B4-BE49-F238E27FC236}">
                    <a16:creationId xmlns:a16="http://schemas.microsoft.com/office/drawing/2014/main" id="{D9CA2CB5-31A5-2271-2D0D-B793AF350D1F}"/>
                  </a:ext>
                </a:extLst>
              </p:cNvPr>
              <p:cNvSpPr/>
              <p:nvPr/>
            </p:nvSpPr>
            <p:spPr>
              <a:xfrm rot="10800000">
                <a:off x="11525248" y="5867450"/>
                <a:ext cx="666751" cy="520700"/>
              </a:xfrm>
              <a:prstGeom prst="homePlate">
                <a:avLst>
                  <a:gd name="adj" fmla="val 33161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8" name="箭头: V 形 7">
                <a:extLst>
                  <a:ext uri="{FF2B5EF4-FFF2-40B4-BE49-F238E27FC236}">
                    <a16:creationId xmlns:a16="http://schemas.microsoft.com/office/drawing/2014/main" id="{015BBDD1-4572-5612-26B6-27B8BA888977}"/>
                  </a:ext>
                </a:extLst>
              </p:cNvPr>
              <p:cNvSpPr/>
              <p:nvPr/>
            </p:nvSpPr>
            <p:spPr>
              <a:xfrm rot="10800000">
                <a:off x="11454918" y="5867450"/>
                <a:ext cx="217179" cy="520700"/>
              </a:xfrm>
              <a:prstGeom prst="chevron">
                <a:avLst>
                  <a:gd name="adj" fmla="val 84850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6" name="灯片编号占位符 3">
              <a:extLst>
                <a:ext uri="{FF2B5EF4-FFF2-40B4-BE49-F238E27FC236}">
                  <a16:creationId xmlns:a16="http://schemas.microsoft.com/office/drawing/2014/main" id="{98A25324-8856-1585-AC55-264ACE01D509}"/>
                </a:ext>
              </a:extLst>
            </p:cNvPr>
            <p:cNvSpPr txBox="1">
              <a:spLocks/>
            </p:cNvSpPr>
            <p:nvPr/>
          </p:nvSpPr>
          <p:spPr>
            <a:xfrm>
              <a:off x="11574440" y="5839511"/>
              <a:ext cx="666751" cy="548639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zh-CN"/>
              </a:defPPr>
              <a:lvl1pPr marL="0" algn="ctr" defTabSz="914400" rtl="0" eaLnBrk="1" latinLnBrk="0" hangingPunct="1">
                <a:defRPr sz="2800" b="1" kern="1200">
                  <a:solidFill>
                    <a:schemeClr val="accent3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fld id="{27C45CD9-0508-4D1E-923D-4DFDAA610D19}" type="slidenum">
                <a:rPr lang="zh-CN" altLang="en-US" sz="3200" smtClean="0">
                  <a:solidFill>
                    <a:schemeClr val="bg1"/>
                  </a:solidFill>
                  <a:latin typeface="Candara"/>
                  <a:ea typeface="微软雅黑"/>
                </a:rPr>
                <a:pPr>
                  <a:defRPr/>
                </a:pPr>
                <a:t>2</a:t>
              </a:fld>
              <a:endParaRPr lang="zh-CN" altLang="en-US" sz="3200" dirty="0">
                <a:solidFill>
                  <a:schemeClr val="bg1"/>
                </a:solidFill>
                <a:latin typeface="Candara"/>
                <a:ea typeface="微软雅黑"/>
              </a:endParaRPr>
            </a:p>
          </p:txBody>
        </p:sp>
      </p:grpSp>
      <p:sp>
        <p:nvSpPr>
          <p:cNvPr id="2" name="文本框 1">
            <a:extLst>
              <a:ext uri="{FF2B5EF4-FFF2-40B4-BE49-F238E27FC236}">
                <a16:creationId xmlns:a16="http://schemas.microsoft.com/office/drawing/2014/main" id="{162F6081-5F33-2DD3-4E94-2CDC3C88AF9A}"/>
              </a:ext>
            </a:extLst>
          </p:cNvPr>
          <p:cNvSpPr txBox="1"/>
          <p:nvPr/>
        </p:nvSpPr>
        <p:spPr>
          <a:xfrm>
            <a:off x="1296000" y="1296000"/>
            <a:ext cx="5164085" cy="23381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36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组合逻辑电路定义</a:t>
            </a:r>
            <a:endParaRPr lang="en-US" altLang="zh-CN" sz="36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571500" indent="-5715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36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组合逻辑电路分析</a:t>
            </a:r>
            <a:endParaRPr lang="en-US" altLang="zh-CN" sz="36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571500" indent="-5715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36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组合逻辑电路设计</a:t>
            </a:r>
            <a:endParaRPr kumimoji="1" lang="zh-CN" altLang="en-US" sz="36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1674397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CB810B45-E70C-372C-52D5-C05B7AC86AFE}"/>
              </a:ext>
            </a:extLst>
          </p:cNvPr>
          <p:cNvSpPr txBox="1"/>
          <p:nvPr/>
        </p:nvSpPr>
        <p:spPr>
          <a:xfrm>
            <a:off x="360000" y="828000"/>
            <a:ext cx="1162245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组合逻辑电路</a:t>
            </a:r>
            <a:r>
              <a:rPr lang="zh-CN" altLang="en-US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：在任意时刻，电路的输出仅取决于该时刻的输入，与电路原来所处的状态无关，即输出是输入的组合，简称组合电路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8197119F-A44F-9D25-AE4F-25CF1FEB7EF3}"/>
              </a:ext>
            </a:extLst>
          </p:cNvPr>
          <p:cNvSpPr txBox="1"/>
          <p:nvPr/>
        </p:nvSpPr>
        <p:spPr>
          <a:xfrm>
            <a:off x="360000" y="2160000"/>
            <a:ext cx="10989408" cy="14157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zh-CN" altLang="en-US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组合电路结构特点：</a:t>
            </a:r>
            <a:endParaRPr lang="en-US" altLang="zh-CN" sz="28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仅由逻辑门电路组成，不含记忆原件</a:t>
            </a:r>
            <a:endParaRPr lang="en-US" altLang="zh-CN" sz="2400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信号单向传输，不存在从输出到输入的反馈路径</a:t>
            </a: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E39F056B-2870-7FAE-2560-0AEF6ECE9CED}"/>
              </a:ext>
            </a:extLst>
          </p:cNvPr>
          <p:cNvGrpSpPr/>
          <p:nvPr/>
        </p:nvGrpSpPr>
        <p:grpSpPr>
          <a:xfrm>
            <a:off x="4050449" y="3791324"/>
            <a:ext cx="3566493" cy="1648007"/>
            <a:chOff x="6135929" y="2039410"/>
            <a:chExt cx="3566493" cy="1648007"/>
          </a:xfrm>
        </p:grpSpPr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0F2676E6-3EAA-E29C-27D2-C0344988E262}"/>
                </a:ext>
              </a:extLst>
            </p:cNvPr>
            <p:cNvSpPr/>
            <p:nvPr/>
          </p:nvSpPr>
          <p:spPr>
            <a:xfrm>
              <a:off x="7325139" y="2047461"/>
              <a:ext cx="1242391" cy="1639956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800" b="1" dirty="0">
                  <a:solidFill>
                    <a:schemeClr val="tx1"/>
                  </a:solidFill>
                </a:rPr>
                <a:t>组合逻辑电路</a:t>
              </a:r>
            </a:p>
          </p:txBody>
        </p:sp>
        <p:cxnSp>
          <p:nvCxnSpPr>
            <p:cNvPr id="7" name="直接箭头连接符 6">
              <a:extLst>
                <a:ext uri="{FF2B5EF4-FFF2-40B4-BE49-F238E27FC236}">
                  <a16:creationId xmlns:a16="http://schemas.microsoft.com/office/drawing/2014/main" id="{82555C87-8B32-C7D9-83B0-D10A9BA9EF97}"/>
                </a:ext>
              </a:extLst>
            </p:cNvPr>
            <p:cNvCxnSpPr>
              <a:cxnSpLocks/>
            </p:cNvCxnSpPr>
            <p:nvPr/>
          </p:nvCxnSpPr>
          <p:spPr>
            <a:xfrm>
              <a:off x="6828183" y="2305878"/>
              <a:ext cx="496956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直接箭头连接符 7">
              <a:extLst>
                <a:ext uri="{FF2B5EF4-FFF2-40B4-BE49-F238E27FC236}">
                  <a16:creationId xmlns:a16="http://schemas.microsoft.com/office/drawing/2014/main" id="{A98CFC19-5D80-1792-BD0B-C2ED5832306E}"/>
                </a:ext>
              </a:extLst>
            </p:cNvPr>
            <p:cNvCxnSpPr>
              <a:cxnSpLocks/>
            </p:cNvCxnSpPr>
            <p:nvPr/>
          </p:nvCxnSpPr>
          <p:spPr>
            <a:xfrm>
              <a:off x="6828183" y="2686878"/>
              <a:ext cx="496956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直接箭头连接符 8">
              <a:extLst>
                <a:ext uri="{FF2B5EF4-FFF2-40B4-BE49-F238E27FC236}">
                  <a16:creationId xmlns:a16="http://schemas.microsoft.com/office/drawing/2014/main" id="{0D8F114A-93C1-324C-FA9B-E2180B07467B}"/>
                </a:ext>
              </a:extLst>
            </p:cNvPr>
            <p:cNvCxnSpPr>
              <a:cxnSpLocks/>
            </p:cNvCxnSpPr>
            <p:nvPr/>
          </p:nvCxnSpPr>
          <p:spPr>
            <a:xfrm>
              <a:off x="6828183" y="3429000"/>
              <a:ext cx="496956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直接箭头连接符 9">
              <a:extLst>
                <a:ext uri="{FF2B5EF4-FFF2-40B4-BE49-F238E27FC236}">
                  <a16:creationId xmlns:a16="http://schemas.microsoft.com/office/drawing/2014/main" id="{67DD53CC-3981-C435-2E10-A4E03F684C5A}"/>
                </a:ext>
              </a:extLst>
            </p:cNvPr>
            <p:cNvCxnSpPr>
              <a:cxnSpLocks/>
            </p:cNvCxnSpPr>
            <p:nvPr/>
          </p:nvCxnSpPr>
          <p:spPr>
            <a:xfrm>
              <a:off x="8567530" y="2289313"/>
              <a:ext cx="496956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直接箭头连接符 10">
              <a:extLst>
                <a:ext uri="{FF2B5EF4-FFF2-40B4-BE49-F238E27FC236}">
                  <a16:creationId xmlns:a16="http://schemas.microsoft.com/office/drawing/2014/main" id="{90FC3CF5-A2CF-6829-545C-C387D9254AB7}"/>
                </a:ext>
              </a:extLst>
            </p:cNvPr>
            <p:cNvCxnSpPr>
              <a:cxnSpLocks/>
            </p:cNvCxnSpPr>
            <p:nvPr/>
          </p:nvCxnSpPr>
          <p:spPr>
            <a:xfrm>
              <a:off x="8567530" y="2686878"/>
              <a:ext cx="496956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接箭头连接符 11">
              <a:extLst>
                <a:ext uri="{FF2B5EF4-FFF2-40B4-BE49-F238E27FC236}">
                  <a16:creationId xmlns:a16="http://schemas.microsoft.com/office/drawing/2014/main" id="{3840E9F6-8817-4440-B425-A30CFF111C99}"/>
                </a:ext>
              </a:extLst>
            </p:cNvPr>
            <p:cNvCxnSpPr>
              <a:cxnSpLocks/>
            </p:cNvCxnSpPr>
            <p:nvPr/>
          </p:nvCxnSpPr>
          <p:spPr>
            <a:xfrm>
              <a:off x="8567530" y="3429000"/>
              <a:ext cx="496956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文本框 12">
                  <a:extLst>
                    <a:ext uri="{FF2B5EF4-FFF2-40B4-BE49-F238E27FC236}">
                      <a16:creationId xmlns:a16="http://schemas.microsoft.com/office/drawing/2014/main" id="{D7A65C5F-6EBC-59BA-5A1E-B6EBADA1C3A1}"/>
                    </a:ext>
                  </a:extLst>
                </p:cNvPr>
                <p:cNvSpPr txBox="1"/>
                <p:nvPr/>
              </p:nvSpPr>
              <p:spPr>
                <a:xfrm>
                  <a:off x="6135929" y="2039410"/>
                  <a:ext cx="618142" cy="369332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13" name="文本框 12">
                  <a:extLst>
                    <a:ext uri="{FF2B5EF4-FFF2-40B4-BE49-F238E27FC236}">
                      <a16:creationId xmlns:a16="http://schemas.microsoft.com/office/drawing/2014/main" id="{D7A65C5F-6EBC-59BA-5A1E-B6EBADA1C3A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135929" y="2039410"/>
                  <a:ext cx="618142" cy="369332"/>
                </a:xfrm>
                <a:prstGeom prst="rect">
                  <a:avLst/>
                </a:prstGeom>
                <a:blipFill>
                  <a:blip r:embed="rId2"/>
                  <a:stretch>
                    <a:fillRect b="-13115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文本框 13">
                  <a:extLst>
                    <a:ext uri="{FF2B5EF4-FFF2-40B4-BE49-F238E27FC236}">
                      <a16:creationId xmlns:a16="http://schemas.microsoft.com/office/drawing/2014/main" id="{5227F7FF-670F-D073-26C1-4FCA0E63727B}"/>
                    </a:ext>
                  </a:extLst>
                </p:cNvPr>
                <p:cNvSpPr txBox="1"/>
                <p:nvPr/>
              </p:nvSpPr>
              <p:spPr>
                <a:xfrm>
                  <a:off x="6135929" y="2455397"/>
                  <a:ext cx="618142" cy="369332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14" name="文本框 13">
                  <a:extLst>
                    <a:ext uri="{FF2B5EF4-FFF2-40B4-BE49-F238E27FC236}">
                      <a16:creationId xmlns:a16="http://schemas.microsoft.com/office/drawing/2014/main" id="{5227F7FF-670F-D073-26C1-4FCA0E63727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135929" y="2455397"/>
                  <a:ext cx="618142" cy="369332"/>
                </a:xfrm>
                <a:prstGeom prst="rect">
                  <a:avLst/>
                </a:prstGeom>
                <a:blipFill>
                  <a:blip r:embed="rId3"/>
                  <a:stretch>
                    <a:fillRect b="-13115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文本框 14">
                  <a:extLst>
                    <a:ext uri="{FF2B5EF4-FFF2-40B4-BE49-F238E27FC236}">
                      <a16:creationId xmlns:a16="http://schemas.microsoft.com/office/drawing/2014/main" id="{810B792E-6435-FE1D-9975-9CD9578B6D58}"/>
                    </a:ext>
                  </a:extLst>
                </p:cNvPr>
                <p:cNvSpPr txBox="1"/>
                <p:nvPr/>
              </p:nvSpPr>
              <p:spPr>
                <a:xfrm>
                  <a:off x="6135929" y="3205728"/>
                  <a:ext cx="618142" cy="369332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b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15" name="文本框 14">
                  <a:extLst>
                    <a:ext uri="{FF2B5EF4-FFF2-40B4-BE49-F238E27FC236}">
                      <a16:creationId xmlns:a16="http://schemas.microsoft.com/office/drawing/2014/main" id="{810B792E-6435-FE1D-9975-9CD9578B6D5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135929" y="3205728"/>
                  <a:ext cx="618142" cy="369332"/>
                </a:xfrm>
                <a:prstGeom prst="rect">
                  <a:avLst/>
                </a:prstGeom>
                <a:blipFill>
                  <a:blip r:embed="rId4"/>
                  <a:stretch>
                    <a:fillRect b="-983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文本框 15">
                  <a:extLst>
                    <a:ext uri="{FF2B5EF4-FFF2-40B4-BE49-F238E27FC236}">
                      <a16:creationId xmlns:a16="http://schemas.microsoft.com/office/drawing/2014/main" id="{FAA5CBD4-4365-53CF-71C1-C5300EA82B5F}"/>
                    </a:ext>
                  </a:extLst>
                </p:cNvPr>
                <p:cNvSpPr txBox="1"/>
                <p:nvPr/>
              </p:nvSpPr>
              <p:spPr>
                <a:xfrm>
                  <a:off x="6767590" y="2824729"/>
                  <a:ext cx="618142" cy="492443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⋮</m:t>
                        </m:r>
                      </m:oMath>
                    </m:oMathPara>
                  </a14:m>
                  <a:endParaRPr lang="zh-CN" altLang="en-US" sz="3200" dirty="0"/>
                </a:p>
              </p:txBody>
            </p:sp>
          </mc:Choice>
          <mc:Fallback xmlns="">
            <p:sp>
              <p:nvSpPr>
                <p:cNvPr id="21" name="文本框 20">
                  <a:extLst>
                    <a:ext uri="{FF2B5EF4-FFF2-40B4-BE49-F238E27FC236}">
                      <a16:creationId xmlns:a16="http://schemas.microsoft.com/office/drawing/2014/main" id="{03971BE9-FD3D-DE56-F39F-924085CC886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67590" y="2824729"/>
                  <a:ext cx="618142" cy="492443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文本框 16">
                  <a:extLst>
                    <a:ext uri="{FF2B5EF4-FFF2-40B4-BE49-F238E27FC236}">
                      <a16:creationId xmlns:a16="http://schemas.microsoft.com/office/drawing/2014/main" id="{C817A4DC-79E8-C54A-C6A9-E0AA21A221FB}"/>
                    </a:ext>
                  </a:extLst>
                </p:cNvPr>
                <p:cNvSpPr txBox="1"/>
                <p:nvPr/>
              </p:nvSpPr>
              <p:spPr>
                <a:xfrm>
                  <a:off x="8470149" y="2824729"/>
                  <a:ext cx="618142" cy="492443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⋮</m:t>
                        </m:r>
                      </m:oMath>
                    </m:oMathPara>
                  </a14:m>
                  <a:endParaRPr lang="zh-CN" altLang="en-US" sz="3200" dirty="0"/>
                </a:p>
              </p:txBody>
            </p:sp>
          </mc:Choice>
          <mc:Fallback xmlns="">
            <p:sp>
              <p:nvSpPr>
                <p:cNvPr id="22" name="文本框 21">
                  <a:extLst>
                    <a:ext uri="{FF2B5EF4-FFF2-40B4-BE49-F238E27FC236}">
                      <a16:creationId xmlns:a16="http://schemas.microsoft.com/office/drawing/2014/main" id="{283296B5-AF23-F118-CA7F-8900F13B5FA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470149" y="2824729"/>
                  <a:ext cx="618142" cy="492443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文本框 17">
                  <a:extLst>
                    <a:ext uri="{FF2B5EF4-FFF2-40B4-BE49-F238E27FC236}">
                      <a16:creationId xmlns:a16="http://schemas.microsoft.com/office/drawing/2014/main" id="{B090E83D-802E-3944-BD95-B42231EBDDB6}"/>
                    </a:ext>
                  </a:extLst>
                </p:cNvPr>
                <p:cNvSpPr txBox="1"/>
                <p:nvPr/>
              </p:nvSpPr>
              <p:spPr>
                <a:xfrm>
                  <a:off x="9084280" y="2047461"/>
                  <a:ext cx="618142" cy="369332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latin typeface="Cambria Math" panose="02040503050406030204" pitchFamily="18" charset="0"/>
                              </a:rPr>
                              <m:t>Y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18" name="文本框 17">
                  <a:extLst>
                    <a:ext uri="{FF2B5EF4-FFF2-40B4-BE49-F238E27FC236}">
                      <a16:creationId xmlns:a16="http://schemas.microsoft.com/office/drawing/2014/main" id="{B090E83D-802E-3944-BD95-B42231EBDDB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084280" y="2047461"/>
                  <a:ext cx="618142" cy="369332"/>
                </a:xfrm>
                <a:prstGeom prst="rect">
                  <a:avLst/>
                </a:prstGeom>
                <a:blipFill>
                  <a:blip r:embed="rId8"/>
                  <a:stretch>
                    <a:fillRect b="-13115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文本框 18">
                  <a:extLst>
                    <a:ext uri="{FF2B5EF4-FFF2-40B4-BE49-F238E27FC236}">
                      <a16:creationId xmlns:a16="http://schemas.microsoft.com/office/drawing/2014/main" id="{50003628-CEEE-26E2-4090-896E4437B997}"/>
                    </a:ext>
                  </a:extLst>
                </p:cNvPr>
                <p:cNvSpPr txBox="1"/>
                <p:nvPr/>
              </p:nvSpPr>
              <p:spPr>
                <a:xfrm>
                  <a:off x="9084280" y="2463448"/>
                  <a:ext cx="618142" cy="369332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latin typeface="Cambria Math" panose="02040503050406030204" pitchFamily="18" charset="0"/>
                              </a:rPr>
                              <m:t>Y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19" name="文本框 18">
                  <a:extLst>
                    <a:ext uri="{FF2B5EF4-FFF2-40B4-BE49-F238E27FC236}">
                      <a16:creationId xmlns:a16="http://schemas.microsoft.com/office/drawing/2014/main" id="{50003628-CEEE-26E2-4090-896E4437B99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084280" y="2463448"/>
                  <a:ext cx="618142" cy="369332"/>
                </a:xfrm>
                <a:prstGeom prst="rect">
                  <a:avLst/>
                </a:prstGeom>
                <a:blipFill>
                  <a:blip r:embed="rId9"/>
                  <a:stretch>
                    <a:fillRect b="-13115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1E7D3C07-469F-4562-7B49-6258138A743D}"/>
                    </a:ext>
                  </a:extLst>
                </p:cNvPr>
                <p:cNvSpPr txBox="1"/>
                <p:nvPr/>
              </p:nvSpPr>
              <p:spPr>
                <a:xfrm>
                  <a:off x="9084280" y="3213779"/>
                  <a:ext cx="618142" cy="369332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latin typeface="Cambria Math" panose="02040503050406030204" pitchFamily="18" charset="0"/>
                              </a:rPr>
                              <m:t>Y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1E7D3C07-469F-4562-7B49-6258138A743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084280" y="3213779"/>
                  <a:ext cx="618142" cy="369332"/>
                </a:xfrm>
                <a:prstGeom prst="rect">
                  <a:avLst/>
                </a:prstGeom>
                <a:blipFill>
                  <a:blip r:embed="rId10"/>
                  <a:stretch>
                    <a:fillRect b="-100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661EF2E7-159B-777C-1182-630F5789C532}"/>
                  </a:ext>
                </a:extLst>
              </p:cNvPr>
              <p:cNvSpPr txBox="1"/>
              <p:nvPr/>
            </p:nvSpPr>
            <p:spPr>
              <a:xfrm flipH="1">
                <a:off x="2289060" y="5616000"/>
                <a:ext cx="7143588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32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Y</m:t>
                        </m:r>
                      </m:e>
                      <m:sub>
                        <m:r>
                          <a:rPr lang="en-US" altLang="zh-CN" sz="32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sz="3200" b="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32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zh-CN" sz="32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ctrlPr>
                          <a:rPr lang="en-US" altLang="zh-CN" sz="32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32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3200" b="0" i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b>
                            <m:r>
                              <a:rPr lang="en-US" altLang="zh-CN" sz="32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sz="32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sz="32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3200" b="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b>
                            <m:r>
                              <a:rPr lang="en-US" altLang="zh-CN" sz="32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zh-CN" sz="32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,⋯,</m:t>
                        </m:r>
                        <m:sSub>
                          <m:sSubPr>
                            <m:ctrlPr>
                              <a:rPr lang="en-US" altLang="zh-CN" sz="32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3200" b="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b>
                            <m:r>
                              <a:rPr lang="en-US" altLang="zh-CN" sz="32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</m:e>
                    </m:d>
                  </m:oMath>
                </a14:m>
                <a:r>
                  <a:rPr lang="zh-CN" altLang="en-US" sz="32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sz="32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altLang="zh-CN" sz="32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3200" b="0" i="0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1,</m:t>
                    </m:r>
                    <m:r>
                      <a:rPr lang="en-US" altLang="zh-CN" sz="32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sz="32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⋯,</m:t>
                    </m:r>
                    <m:r>
                      <a:rPr lang="en-US" altLang="zh-CN" sz="32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endParaRPr lang="zh-CN" altLang="en-US" sz="3200" i="1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661EF2E7-159B-777C-1182-630F5789C5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2289060" y="5616000"/>
                <a:ext cx="7143588" cy="584775"/>
              </a:xfrm>
              <a:prstGeom prst="rect">
                <a:avLst/>
              </a:prstGeom>
              <a:blipFill>
                <a:blip r:embed="rId11"/>
                <a:stretch>
                  <a:fillRect t="-13542" b="-33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2" name="组合 21">
            <a:extLst>
              <a:ext uri="{FF2B5EF4-FFF2-40B4-BE49-F238E27FC236}">
                <a16:creationId xmlns:a16="http://schemas.microsoft.com/office/drawing/2014/main" id="{FE3FAF4C-0B0E-0D4E-5521-8A7550B2B50B}"/>
              </a:ext>
            </a:extLst>
          </p:cNvPr>
          <p:cNvGrpSpPr/>
          <p:nvPr/>
        </p:nvGrpSpPr>
        <p:grpSpPr>
          <a:xfrm>
            <a:off x="11449269" y="6198682"/>
            <a:ext cx="786273" cy="548639"/>
            <a:chOff x="11454918" y="5839511"/>
            <a:chExt cx="786273" cy="548639"/>
          </a:xfrm>
        </p:grpSpPr>
        <p:grpSp>
          <p:nvGrpSpPr>
            <p:cNvPr id="23" name="组合 22">
              <a:extLst>
                <a:ext uri="{FF2B5EF4-FFF2-40B4-BE49-F238E27FC236}">
                  <a16:creationId xmlns:a16="http://schemas.microsoft.com/office/drawing/2014/main" id="{8C7E743C-264C-8118-FF4A-504925E386BA}"/>
                </a:ext>
              </a:extLst>
            </p:cNvPr>
            <p:cNvGrpSpPr/>
            <p:nvPr/>
          </p:nvGrpSpPr>
          <p:grpSpPr>
            <a:xfrm>
              <a:off x="11454918" y="5867450"/>
              <a:ext cx="737081" cy="520700"/>
              <a:chOff x="11454918" y="5867450"/>
              <a:chExt cx="737081" cy="520700"/>
            </a:xfrm>
          </p:grpSpPr>
          <p:sp>
            <p:nvSpPr>
              <p:cNvPr id="25" name="箭头: 五边形 24">
                <a:extLst>
                  <a:ext uri="{FF2B5EF4-FFF2-40B4-BE49-F238E27FC236}">
                    <a16:creationId xmlns:a16="http://schemas.microsoft.com/office/drawing/2014/main" id="{56A23B37-9A9C-4749-99A6-AC9ABF4DED9E}"/>
                  </a:ext>
                </a:extLst>
              </p:cNvPr>
              <p:cNvSpPr/>
              <p:nvPr/>
            </p:nvSpPr>
            <p:spPr>
              <a:xfrm rot="10800000">
                <a:off x="11525248" y="5867450"/>
                <a:ext cx="666751" cy="520700"/>
              </a:xfrm>
              <a:prstGeom prst="homePlate">
                <a:avLst>
                  <a:gd name="adj" fmla="val 33161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26" name="箭头: V 形 25">
                <a:extLst>
                  <a:ext uri="{FF2B5EF4-FFF2-40B4-BE49-F238E27FC236}">
                    <a16:creationId xmlns:a16="http://schemas.microsoft.com/office/drawing/2014/main" id="{58CC741A-E8A3-3774-B40E-C75F2EC6A291}"/>
                  </a:ext>
                </a:extLst>
              </p:cNvPr>
              <p:cNvSpPr/>
              <p:nvPr/>
            </p:nvSpPr>
            <p:spPr>
              <a:xfrm rot="10800000">
                <a:off x="11454918" y="5867450"/>
                <a:ext cx="217179" cy="520700"/>
              </a:xfrm>
              <a:prstGeom prst="chevron">
                <a:avLst>
                  <a:gd name="adj" fmla="val 84850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24" name="灯片编号占位符 3">
              <a:extLst>
                <a:ext uri="{FF2B5EF4-FFF2-40B4-BE49-F238E27FC236}">
                  <a16:creationId xmlns:a16="http://schemas.microsoft.com/office/drawing/2014/main" id="{FC954A4F-0F20-CFD6-CC8D-C342595170E9}"/>
                </a:ext>
              </a:extLst>
            </p:cNvPr>
            <p:cNvSpPr txBox="1">
              <a:spLocks/>
            </p:cNvSpPr>
            <p:nvPr/>
          </p:nvSpPr>
          <p:spPr>
            <a:xfrm>
              <a:off x="11574440" y="5839511"/>
              <a:ext cx="666751" cy="548639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zh-CN"/>
              </a:defPPr>
              <a:lvl1pPr marL="0" algn="ctr" defTabSz="914400" rtl="0" eaLnBrk="1" latinLnBrk="0" hangingPunct="1">
                <a:defRPr sz="2800" b="1" kern="1200">
                  <a:solidFill>
                    <a:schemeClr val="accent3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fld id="{27C45CD9-0508-4D1E-923D-4DFDAA610D19}" type="slidenum">
                <a:rPr lang="zh-CN" altLang="en-US" sz="3200" smtClean="0">
                  <a:solidFill>
                    <a:schemeClr val="bg1"/>
                  </a:solidFill>
                  <a:latin typeface="Candara"/>
                  <a:ea typeface="微软雅黑"/>
                </a:rPr>
                <a:pPr>
                  <a:defRPr/>
                </a:pPr>
                <a:t>3</a:t>
              </a:fld>
              <a:endParaRPr lang="zh-CN" altLang="en-US" sz="3200" dirty="0">
                <a:solidFill>
                  <a:schemeClr val="bg1"/>
                </a:solidFill>
                <a:latin typeface="Candara"/>
                <a:ea typeface="微软雅黑"/>
              </a:endParaRPr>
            </a:p>
          </p:txBody>
        </p:sp>
      </p:grpSp>
      <p:sp>
        <p:nvSpPr>
          <p:cNvPr id="27" name="标题 1">
            <a:extLst>
              <a:ext uri="{FF2B5EF4-FFF2-40B4-BE49-F238E27FC236}">
                <a16:creationId xmlns:a16="http://schemas.microsoft.com/office/drawing/2014/main" id="{1CEF0621-2412-7462-05E1-41DEA90948B3}"/>
              </a:ext>
            </a:extLst>
          </p:cNvPr>
          <p:cNvSpPr txBox="1">
            <a:spLocks/>
          </p:cNvSpPr>
          <p:nvPr/>
        </p:nvSpPr>
        <p:spPr>
          <a:xfrm>
            <a:off x="360000" y="0"/>
            <a:ext cx="11826000" cy="548639"/>
          </a:xfrm>
          <a:prstGeom prst="rect">
            <a:avLst/>
          </a:prstGeom>
        </p:spPr>
        <p:txBody>
          <a:bodyPr anchor="b">
            <a:normAutofit/>
          </a:bodyPr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3000" dirty="0"/>
              <a:t>组合逻辑电路定义</a:t>
            </a:r>
            <a:endParaRPr lang="en-US" altLang="zh-CN" sz="3000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438162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5A761FB4-7A5E-8991-18AC-AB5393AE5206}"/>
              </a:ext>
            </a:extLst>
          </p:cNvPr>
          <p:cNvSpPr txBox="1"/>
          <p:nvPr/>
        </p:nvSpPr>
        <p:spPr>
          <a:xfrm>
            <a:off x="360000" y="1080000"/>
            <a:ext cx="1149105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zh-CN" altLang="en-US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分析组合逻辑电路目的：对于一个给定的逻辑电路，确定其逻辑功能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16F1729A-9566-9F5F-EA52-8F0F2B4DED45}"/>
              </a:ext>
            </a:extLst>
          </p:cNvPr>
          <p:cNvSpPr txBox="1"/>
          <p:nvPr/>
        </p:nvSpPr>
        <p:spPr>
          <a:xfrm>
            <a:off x="360000" y="3060000"/>
            <a:ext cx="10119458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分析组合逻辑电路的一般步骤：</a:t>
            </a:r>
            <a:endParaRPr lang="en-US" altLang="zh-CN" sz="28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914400" lvl="1" indent="-457200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根据逻辑电路，从输入到输出，写出逻辑函数表达式</a:t>
            </a:r>
            <a:endParaRPr lang="en-US" altLang="zh-CN" sz="2400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914400" lvl="1" indent="-457200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化简和变换逻辑函数式</a:t>
            </a:r>
            <a:endParaRPr lang="en-US" altLang="zh-CN" sz="2400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914400" lvl="1" indent="-457200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根据逻辑函数式，列出真值表</a:t>
            </a:r>
            <a:endParaRPr lang="en-US" altLang="zh-CN" sz="2400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914400" lvl="1" indent="-457200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根据真值表，概括电路的逻辑功能</a:t>
            </a: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204BDFEC-310A-9CDC-EE6C-33FFC9DACBBE}"/>
              </a:ext>
            </a:extLst>
          </p:cNvPr>
          <p:cNvGrpSpPr/>
          <p:nvPr/>
        </p:nvGrpSpPr>
        <p:grpSpPr>
          <a:xfrm>
            <a:off x="11449269" y="6198682"/>
            <a:ext cx="786273" cy="548639"/>
            <a:chOff x="11454918" y="5839511"/>
            <a:chExt cx="786273" cy="548639"/>
          </a:xfrm>
        </p:grpSpPr>
        <p:grpSp>
          <p:nvGrpSpPr>
            <p:cNvPr id="6" name="组合 5">
              <a:extLst>
                <a:ext uri="{FF2B5EF4-FFF2-40B4-BE49-F238E27FC236}">
                  <a16:creationId xmlns:a16="http://schemas.microsoft.com/office/drawing/2014/main" id="{254CE71B-1A90-E754-8F5F-8EED67E1A142}"/>
                </a:ext>
              </a:extLst>
            </p:cNvPr>
            <p:cNvGrpSpPr/>
            <p:nvPr/>
          </p:nvGrpSpPr>
          <p:grpSpPr>
            <a:xfrm>
              <a:off x="11454918" y="5867450"/>
              <a:ext cx="737081" cy="520700"/>
              <a:chOff x="11454918" y="5867450"/>
              <a:chExt cx="737081" cy="520700"/>
            </a:xfrm>
          </p:grpSpPr>
          <p:sp>
            <p:nvSpPr>
              <p:cNvPr id="8" name="箭头: 五边形 7">
                <a:extLst>
                  <a:ext uri="{FF2B5EF4-FFF2-40B4-BE49-F238E27FC236}">
                    <a16:creationId xmlns:a16="http://schemas.microsoft.com/office/drawing/2014/main" id="{016981CF-F5A3-6FA4-3FF6-72E42833C370}"/>
                  </a:ext>
                </a:extLst>
              </p:cNvPr>
              <p:cNvSpPr/>
              <p:nvPr/>
            </p:nvSpPr>
            <p:spPr>
              <a:xfrm rot="10800000">
                <a:off x="11525248" y="5867450"/>
                <a:ext cx="666751" cy="520700"/>
              </a:xfrm>
              <a:prstGeom prst="homePlate">
                <a:avLst>
                  <a:gd name="adj" fmla="val 33161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9" name="箭头: V 形 8">
                <a:extLst>
                  <a:ext uri="{FF2B5EF4-FFF2-40B4-BE49-F238E27FC236}">
                    <a16:creationId xmlns:a16="http://schemas.microsoft.com/office/drawing/2014/main" id="{60304961-9A3B-B744-EF98-CDD418BB2E76}"/>
                  </a:ext>
                </a:extLst>
              </p:cNvPr>
              <p:cNvSpPr/>
              <p:nvPr/>
            </p:nvSpPr>
            <p:spPr>
              <a:xfrm rot="10800000">
                <a:off x="11454918" y="5867450"/>
                <a:ext cx="217179" cy="520700"/>
              </a:xfrm>
              <a:prstGeom prst="chevron">
                <a:avLst>
                  <a:gd name="adj" fmla="val 84850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7" name="灯片编号占位符 3">
              <a:extLst>
                <a:ext uri="{FF2B5EF4-FFF2-40B4-BE49-F238E27FC236}">
                  <a16:creationId xmlns:a16="http://schemas.microsoft.com/office/drawing/2014/main" id="{1C902725-9CE8-0C25-E8E1-3E0821DF6C77}"/>
                </a:ext>
              </a:extLst>
            </p:cNvPr>
            <p:cNvSpPr txBox="1">
              <a:spLocks/>
            </p:cNvSpPr>
            <p:nvPr/>
          </p:nvSpPr>
          <p:spPr>
            <a:xfrm>
              <a:off x="11574440" y="5839511"/>
              <a:ext cx="666751" cy="548639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zh-CN"/>
              </a:defPPr>
              <a:lvl1pPr marL="0" algn="ctr" defTabSz="914400" rtl="0" eaLnBrk="1" latinLnBrk="0" hangingPunct="1">
                <a:defRPr sz="2800" b="1" kern="1200">
                  <a:solidFill>
                    <a:schemeClr val="accent3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fld id="{27C45CD9-0508-4D1E-923D-4DFDAA610D19}" type="slidenum">
                <a:rPr lang="zh-CN" altLang="en-US" sz="3200" smtClean="0">
                  <a:solidFill>
                    <a:schemeClr val="bg1"/>
                  </a:solidFill>
                  <a:latin typeface="Candara"/>
                  <a:ea typeface="微软雅黑"/>
                </a:rPr>
                <a:pPr>
                  <a:defRPr/>
                </a:pPr>
                <a:t>4</a:t>
              </a:fld>
              <a:endParaRPr lang="zh-CN" altLang="en-US" sz="3200" dirty="0">
                <a:solidFill>
                  <a:schemeClr val="bg1"/>
                </a:solidFill>
                <a:latin typeface="Candara"/>
                <a:ea typeface="微软雅黑"/>
              </a:endParaRPr>
            </a:p>
          </p:txBody>
        </p:sp>
      </p:grpSp>
      <p:sp>
        <p:nvSpPr>
          <p:cNvPr id="10" name="文本框 9">
            <a:extLst>
              <a:ext uri="{FF2B5EF4-FFF2-40B4-BE49-F238E27FC236}">
                <a16:creationId xmlns:a16="http://schemas.microsoft.com/office/drawing/2014/main" id="{201E638B-A8CE-82A5-A105-D99431ECC3BD}"/>
              </a:ext>
            </a:extLst>
          </p:cNvPr>
          <p:cNvSpPr txBox="1"/>
          <p:nvPr/>
        </p:nvSpPr>
        <p:spPr>
          <a:xfrm>
            <a:off x="3873308" y="2016000"/>
            <a:ext cx="444538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逻辑电路  </a:t>
            </a:r>
            <a:r>
              <a:rPr lang="zh-CN" altLang="en-US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  逻辑功能</a:t>
            </a:r>
            <a:endParaRPr lang="zh-CN" altLang="en-US" sz="28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标题 1">
            <a:extLst>
              <a:ext uri="{FF2B5EF4-FFF2-40B4-BE49-F238E27FC236}">
                <a16:creationId xmlns:a16="http://schemas.microsoft.com/office/drawing/2014/main" id="{7A0D78E7-4A6E-6E84-4F80-F8292D3EE9AB}"/>
              </a:ext>
            </a:extLst>
          </p:cNvPr>
          <p:cNvSpPr txBox="1">
            <a:spLocks/>
          </p:cNvSpPr>
          <p:nvPr/>
        </p:nvSpPr>
        <p:spPr>
          <a:xfrm>
            <a:off x="360000" y="0"/>
            <a:ext cx="11826000" cy="548639"/>
          </a:xfrm>
          <a:prstGeom prst="rect">
            <a:avLst/>
          </a:prstGeom>
        </p:spPr>
        <p:txBody>
          <a:bodyPr anchor="b">
            <a:normAutofit/>
          </a:bodyPr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3000" dirty="0"/>
              <a:t>组合逻辑电路分析</a:t>
            </a:r>
            <a:endParaRPr lang="en-US" altLang="zh-CN" sz="3000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854198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3C5525-6EB9-81A4-E641-F58A865B0E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8" name="组合 187">
            <a:extLst>
              <a:ext uri="{FF2B5EF4-FFF2-40B4-BE49-F238E27FC236}">
                <a16:creationId xmlns:a16="http://schemas.microsoft.com/office/drawing/2014/main" id="{DAFC073C-25F5-554D-E946-BE25A6FB6AED}"/>
              </a:ext>
            </a:extLst>
          </p:cNvPr>
          <p:cNvGrpSpPr/>
          <p:nvPr/>
        </p:nvGrpSpPr>
        <p:grpSpPr>
          <a:xfrm>
            <a:off x="7289057" y="1606450"/>
            <a:ext cx="4545559" cy="3160325"/>
            <a:chOff x="5969275" y="1537404"/>
            <a:chExt cx="4545559" cy="3160325"/>
          </a:xfrm>
        </p:grpSpPr>
        <p:grpSp>
          <p:nvGrpSpPr>
            <p:cNvPr id="180" name="组合 179">
              <a:extLst>
                <a:ext uri="{FF2B5EF4-FFF2-40B4-BE49-F238E27FC236}">
                  <a16:creationId xmlns:a16="http://schemas.microsoft.com/office/drawing/2014/main" id="{5D4E40D9-9B66-AE95-31F1-B6D9C19C1A57}"/>
                </a:ext>
              </a:extLst>
            </p:cNvPr>
            <p:cNvGrpSpPr/>
            <p:nvPr/>
          </p:nvGrpSpPr>
          <p:grpSpPr>
            <a:xfrm>
              <a:off x="6206401" y="2823267"/>
              <a:ext cx="2801488" cy="439410"/>
              <a:chOff x="6777134" y="2768378"/>
              <a:chExt cx="2801488" cy="439410"/>
            </a:xfrm>
          </p:grpSpPr>
          <p:sp>
            <p:nvSpPr>
              <p:cNvPr id="247" name="Line 27">
                <a:extLst>
                  <a:ext uri="{FF2B5EF4-FFF2-40B4-BE49-F238E27FC236}">
                    <a16:creationId xmlns:a16="http://schemas.microsoft.com/office/drawing/2014/main" id="{52A671F1-A105-EF4C-3AE6-291E663A883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370930" y="2988083"/>
                <a:ext cx="207692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48" name="流程图: 延期 247">
                <a:extLst>
                  <a:ext uri="{FF2B5EF4-FFF2-40B4-BE49-F238E27FC236}">
                    <a16:creationId xmlns:a16="http://schemas.microsoft.com/office/drawing/2014/main" id="{43EC724D-8E85-BF64-7099-1C16570DE21E}"/>
                  </a:ext>
                </a:extLst>
              </p:cNvPr>
              <p:cNvSpPr/>
              <p:nvPr/>
            </p:nvSpPr>
            <p:spPr>
              <a:xfrm>
                <a:off x="8855439" y="2768378"/>
                <a:ext cx="416811" cy="439410"/>
              </a:xfrm>
              <a:prstGeom prst="flowChartDelay">
                <a:avLst/>
              </a:prstGeom>
              <a:noFill/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49" name="Oval 14">
                <a:extLst>
                  <a:ext uri="{FF2B5EF4-FFF2-40B4-BE49-F238E27FC236}">
                    <a16:creationId xmlns:a16="http://schemas.microsoft.com/office/drawing/2014/main" id="{2503FA34-DA6D-2C57-DDBE-2E4F0BD8810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275510" y="2940841"/>
                <a:ext cx="93600" cy="94483"/>
              </a:xfrm>
              <a:prstGeom prst="ellips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Aft>
                    <a:spcPct val="20000"/>
                  </a:spcAft>
                  <a:buChar char="•"/>
                  <a:defRPr sz="32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Aft>
                    <a:spcPct val="0"/>
                  </a:spcAft>
                  <a:buFontTx/>
                  <a:buNone/>
                </a:pPr>
                <a:endParaRPr lang="zh-CN" altLang="en-US" sz="1800" b="0"/>
              </a:p>
            </p:txBody>
          </p:sp>
          <p:sp>
            <p:nvSpPr>
              <p:cNvPr id="250" name="Line 27">
                <a:extLst>
                  <a:ext uri="{FF2B5EF4-FFF2-40B4-BE49-F238E27FC236}">
                    <a16:creationId xmlns:a16="http://schemas.microsoft.com/office/drawing/2014/main" id="{C6CC2BE3-C504-830D-0B0B-11EF068ECFA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317302" y="3110465"/>
                <a:ext cx="534877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51" name="Line 27">
                <a:extLst>
                  <a:ext uri="{FF2B5EF4-FFF2-40B4-BE49-F238E27FC236}">
                    <a16:creationId xmlns:a16="http://schemas.microsoft.com/office/drawing/2014/main" id="{8E9E9EE4-E4AD-AED7-BE98-DCF70C71121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777134" y="2868263"/>
                <a:ext cx="2075046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181" name="组合 180">
              <a:extLst>
                <a:ext uri="{FF2B5EF4-FFF2-40B4-BE49-F238E27FC236}">
                  <a16:creationId xmlns:a16="http://schemas.microsoft.com/office/drawing/2014/main" id="{B5407520-5904-56C5-786D-23A8297C2B76}"/>
                </a:ext>
              </a:extLst>
            </p:cNvPr>
            <p:cNvGrpSpPr/>
            <p:nvPr/>
          </p:nvGrpSpPr>
          <p:grpSpPr>
            <a:xfrm>
              <a:off x="7524403" y="2141219"/>
              <a:ext cx="1483486" cy="439410"/>
              <a:chOff x="8095136" y="2768378"/>
              <a:chExt cx="1483486" cy="439410"/>
            </a:xfrm>
          </p:grpSpPr>
          <p:sp>
            <p:nvSpPr>
              <p:cNvPr id="242" name="Line 27">
                <a:extLst>
                  <a:ext uri="{FF2B5EF4-FFF2-40B4-BE49-F238E27FC236}">
                    <a16:creationId xmlns:a16="http://schemas.microsoft.com/office/drawing/2014/main" id="{5A2A9847-F015-DE5D-04D1-F4FA0D8CB52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370930" y="2988083"/>
                <a:ext cx="207692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43" name="流程图: 延期 242">
                <a:extLst>
                  <a:ext uri="{FF2B5EF4-FFF2-40B4-BE49-F238E27FC236}">
                    <a16:creationId xmlns:a16="http://schemas.microsoft.com/office/drawing/2014/main" id="{36B49E8E-AB6E-DFA5-7235-4C329CF6BEEF}"/>
                  </a:ext>
                </a:extLst>
              </p:cNvPr>
              <p:cNvSpPr/>
              <p:nvPr/>
            </p:nvSpPr>
            <p:spPr>
              <a:xfrm>
                <a:off x="8855439" y="2768378"/>
                <a:ext cx="416811" cy="439410"/>
              </a:xfrm>
              <a:prstGeom prst="flowChartDelay">
                <a:avLst/>
              </a:prstGeom>
              <a:noFill/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44" name="Oval 14">
                <a:extLst>
                  <a:ext uri="{FF2B5EF4-FFF2-40B4-BE49-F238E27FC236}">
                    <a16:creationId xmlns:a16="http://schemas.microsoft.com/office/drawing/2014/main" id="{28F90D71-9FA1-6538-82CF-14307470401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275510" y="2940841"/>
                <a:ext cx="93600" cy="94483"/>
              </a:xfrm>
              <a:prstGeom prst="ellips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Aft>
                    <a:spcPct val="20000"/>
                  </a:spcAft>
                  <a:buChar char="•"/>
                  <a:defRPr sz="32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Aft>
                    <a:spcPct val="0"/>
                  </a:spcAft>
                  <a:buFontTx/>
                  <a:buNone/>
                </a:pPr>
                <a:endParaRPr lang="zh-CN" altLang="en-US" sz="1800" b="0"/>
              </a:p>
            </p:txBody>
          </p:sp>
          <p:sp>
            <p:nvSpPr>
              <p:cNvPr id="245" name="Line 27">
                <a:extLst>
                  <a:ext uri="{FF2B5EF4-FFF2-40B4-BE49-F238E27FC236}">
                    <a16:creationId xmlns:a16="http://schemas.microsoft.com/office/drawing/2014/main" id="{E053F275-BA2E-92B7-0CCC-8B994197935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095136" y="3110465"/>
                <a:ext cx="757043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46" name="Line 27">
                <a:extLst>
                  <a:ext uri="{FF2B5EF4-FFF2-40B4-BE49-F238E27FC236}">
                    <a16:creationId xmlns:a16="http://schemas.microsoft.com/office/drawing/2014/main" id="{6B045501-C63B-35EB-DDBC-8B484CE8D3F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589631" y="2868262"/>
                <a:ext cx="262548" cy="1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dirty="0"/>
              </a:p>
            </p:txBody>
          </p:sp>
        </p:grpSp>
        <p:grpSp>
          <p:nvGrpSpPr>
            <p:cNvPr id="182" name="组合 181">
              <a:extLst>
                <a:ext uri="{FF2B5EF4-FFF2-40B4-BE49-F238E27FC236}">
                  <a16:creationId xmlns:a16="http://schemas.microsoft.com/office/drawing/2014/main" id="{D7F85C0B-9AC9-2902-FE2C-74BD5DB82457}"/>
                </a:ext>
              </a:extLst>
            </p:cNvPr>
            <p:cNvGrpSpPr/>
            <p:nvPr/>
          </p:nvGrpSpPr>
          <p:grpSpPr>
            <a:xfrm>
              <a:off x="9007889" y="2485143"/>
              <a:ext cx="988991" cy="439410"/>
              <a:chOff x="8589631" y="2768378"/>
              <a:chExt cx="988991" cy="439410"/>
            </a:xfrm>
          </p:grpSpPr>
          <p:sp>
            <p:nvSpPr>
              <p:cNvPr id="237" name="Line 27">
                <a:extLst>
                  <a:ext uri="{FF2B5EF4-FFF2-40B4-BE49-F238E27FC236}">
                    <a16:creationId xmlns:a16="http://schemas.microsoft.com/office/drawing/2014/main" id="{B2648D2B-6B97-AC1C-BB5C-941B6E80D35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370930" y="2988083"/>
                <a:ext cx="207692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38" name="流程图: 延期 237">
                <a:extLst>
                  <a:ext uri="{FF2B5EF4-FFF2-40B4-BE49-F238E27FC236}">
                    <a16:creationId xmlns:a16="http://schemas.microsoft.com/office/drawing/2014/main" id="{0F3EC47E-2A13-131F-A0B6-F596D065840E}"/>
                  </a:ext>
                </a:extLst>
              </p:cNvPr>
              <p:cNvSpPr/>
              <p:nvPr/>
            </p:nvSpPr>
            <p:spPr>
              <a:xfrm>
                <a:off x="8855439" y="2768378"/>
                <a:ext cx="416811" cy="439410"/>
              </a:xfrm>
              <a:prstGeom prst="flowChartDelay">
                <a:avLst/>
              </a:prstGeom>
              <a:noFill/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39" name="Oval 14">
                <a:extLst>
                  <a:ext uri="{FF2B5EF4-FFF2-40B4-BE49-F238E27FC236}">
                    <a16:creationId xmlns:a16="http://schemas.microsoft.com/office/drawing/2014/main" id="{F7CD2A93-06D9-B92E-C798-509124DC15C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275510" y="2940841"/>
                <a:ext cx="93600" cy="94483"/>
              </a:xfrm>
              <a:prstGeom prst="ellips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Aft>
                    <a:spcPct val="20000"/>
                  </a:spcAft>
                  <a:buChar char="•"/>
                  <a:defRPr sz="32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Aft>
                    <a:spcPct val="0"/>
                  </a:spcAft>
                  <a:buFontTx/>
                  <a:buNone/>
                </a:pPr>
                <a:endParaRPr lang="zh-CN" altLang="en-US" sz="1800" b="0"/>
              </a:p>
            </p:txBody>
          </p:sp>
          <p:sp>
            <p:nvSpPr>
              <p:cNvPr id="240" name="Line 27">
                <a:extLst>
                  <a:ext uri="{FF2B5EF4-FFF2-40B4-BE49-F238E27FC236}">
                    <a16:creationId xmlns:a16="http://schemas.microsoft.com/office/drawing/2014/main" id="{A4A3449D-F682-FE67-37B1-7AAA7CAD676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589631" y="3110464"/>
                <a:ext cx="262548" cy="1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41" name="Line 27">
                <a:extLst>
                  <a:ext uri="{FF2B5EF4-FFF2-40B4-BE49-F238E27FC236}">
                    <a16:creationId xmlns:a16="http://schemas.microsoft.com/office/drawing/2014/main" id="{5E357621-6F33-E587-5ACD-43AFD80E511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589631" y="2868262"/>
                <a:ext cx="262548" cy="1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183" name="Line 27">
              <a:extLst>
                <a:ext uri="{FF2B5EF4-FFF2-40B4-BE49-F238E27FC236}">
                  <a16:creationId xmlns:a16="http://schemas.microsoft.com/office/drawing/2014/main" id="{294DB8C1-3C68-C87F-57B3-8DCA6E673ABC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200000">
              <a:off x="8898461" y="2469196"/>
              <a:ext cx="24230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4" name="Line 27">
              <a:extLst>
                <a:ext uri="{FF2B5EF4-FFF2-40B4-BE49-F238E27FC236}">
                  <a16:creationId xmlns:a16="http://schemas.microsoft.com/office/drawing/2014/main" id="{42B028F5-8963-1C86-09F7-665467D80FCA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200000">
              <a:off x="8898461" y="2935215"/>
              <a:ext cx="24230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185" name="组合 184">
              <a:extLst>
                <a:ext uri="{FF2B5EF4-FFF2-40B4-BE49-F238E27FC236}">
                  <a16:creationId xmlns:a16="http://schemas.microsoft.com/office/drawing/2014/main" id="{C13C02B0-D179-6728-FFEB-1CAC06CD880F}"/>
                </a:ext>
              </a:extLst>
            </p:cNvPr>
            <p:cNvGrpSpPr/>
            <p:nvPr/>
          </p:nvGrpSpPr>
          <p:grpSpPr>
            <a:xfrm>
              <a:off x="7400081" y="4153152"/>
              <a:ext cx="1607808" cy="439410"/>
              <a:chOff x="7970814" y="2768378"/>
              <a:chExt cx="1607808" cy="439410"/>
            </a:xfrm>
          </p:grpSpPr>
          <p:sp>
            <p:nvSpPr>
              <p:cNvPr id="232" name="Line 27">
                <a:extLst>
                  <a:ext uri="{FF2B5EF4-FFF2-40B4-BE49-F238E27FC236}">
                    <a16:creationId xmlns:a16="http://schemas.microsoft.com/office/drawing/2014/main" id="{CBC31040-BBFC-DCC1-00A3-F8706B625E6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370930" y="2988083"/>
                <a:ext cx="207692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33" name="流程图: 延期 232">
                <a:extLst>
                  <a:ext uri="{FF2B5EF4-FFF2-40B4-BE49-F238E27FC236}">
                    <a16:creationId xmlns:a16="http://schemas.microsoft.com/office/drawing/2014/main" id="{1F50D88C-C1D5-1711-29C3-C005291046FA}"/>
                  </a:ext>
                </a:extLst>
              </p:cNvPr>
              <p:cNvSpPr/>
              <p:nvPr/>
            </p:nvSpPr>
            <p:spPr>
              <a:xfrm>
                <a:off x="8855439" y="2768378"/>
                <a:ext cx="416811" cy="439410"/>
              </a:xfrm>
              <a:prstGeom prst="flowChartDelay">
                <a:avLst/>
              </a:prstGeom>
              <a:noFill/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34" name="Oval 14">
                <a:extLst>
                  <a:ext uri="{FF2B5EF4-FFF2-40B4-BE49-F238E27FC236}">
                    <a16:creationId xmlns:a16="http://schemas.microsoft.com/office/drawing/2014/main" id="{C9E489E4-E187-A347-6230-6383A92BF76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275510" y="2940841"/>
                <a:ext cx="93600" cy="94483"/>
              </a:xfrm>
              <a:prstGeom prst="ellips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Aft>
                    <a:spcPct val="20000"/>
                  </a:spcAft>
                  <a:buChar char="•"/>
                  <a:defRPr sz="32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Aft>
                    <a:spcPct val="0"/>
                  </a:spcAft>
                  <a:buFontTx/>
                  <a:buNone/>
                </a:pPr>
                <a:endParaRPr lang="zh-CN" altLang="en-US" sz="1800" b="0"/>
              </a:p>
            </p:txBody>
          </p:sp>
          <p:sp>
            <p:nvSpPr>
              <p:cNvPr id="235" name="Line 27">
                <a:extLst>
                  <a:ext uri="{FF2B5EF4-FFF2-40B4-BE49-F238E27FC236}">
                    <a16:creationId xmlns:a16="http://schemas.microsoft.com/office/drawing/2014/main" id="{52EA3151-E7B3-64A6-C042-7A1E0930C7B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970814" y="3110465"/>
                <a:ext cx="881365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36" name="Line 27">
                <a:extLst>
                  <a:ext uri="{FF2B5EF4-FFF2-40B4-BE49-F238E27FC236}">
                    <a16:creationId xmlns:a16="http://schemas.microsoft.com/office/drawing/2014/main" id="{17683809-77A1-4465-891C-2C4E2431C78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589631" y="2868262"/>
                <a:ext cx="262548" cy="1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186" name="组合 185">
              <a:extLst>
                <a:ext uri="{FF2B5EF4-FFF2-40B4-BE49-F238E27FC236}">
                  <a16:creationId xmlns:a16="http://schemas.microsoft.com/office/drawing/2014/main" id="{45031FEA-FFF7-FF62-118A-4765BE29FDB1}"/>
                </a:ext>
              </a:extLst>
            </p:cNvPr>
            <p:cNvGrpSpPr/>
            <p:nvPr/>
          </p:nvGrpSpPr>
          <p:grpSpPr>
            <a:xfrm>
              <a:off x="6206401" y="3471104"/>
              <a:ext cx="2801488" cy="439410"/>
              <a:chOff x="6777134" y="2768378"/>
              <a:chExt cx="2801488" cy="439410"/>
            </a:xfrm>
          </p:grpSpPr>
          <p:sp>
            <p:nvSpPr>
              <p:cNvPr id="227" name="Line 27">
                <a:extLst>
                  <a:ext uri="{FF2B5EF4-FFF2-40B4-BE49-F238E27FC236}">
                    <a16:creationId xmlns:a16="http://schemas.microsoft.com/office/drawing/2014/main" id="{C1561760-9E10-BD85-1A12-594F2E135AF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370930" y="2988083"/>
                <a:ext cx="207692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28" name="流程图: 延期 227">
                <a:extLst>
                  <a:ext uri="{FF2B5EF4-FFF2-40B4-BE49-F238E27FC236}">
                    <a16:creationId xmlns:a16="http://schemas.microsoft.com/office/drawing/2014/main" id="{E47FA982-8264-2E30-5FB1-7276A930A2F0}"/>
                  </a:ext>
                </a:extLst>
              </p:cNvPr>
              <p:cNvSpPr/>
              <p:nvPr/>
            </p:nvSpPr>
            <p:spPr>
              <a:xfrm>
                <a:off x="8855439" y="2768378"/>
                <a:ext cx="416811" cy="439410"/>
              </a:xfrm>
              <a:prstGeom prst="flowChartDelay">
                <a:avLst/>
              </a:prstGeom>
              <a:noFill/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29" name="Oval 14">
                <a:extLst>
                  <a:ext uri="{FF2B5EF4-FFF2-40B4-BE49-F238E27FC236}">
                    <a16:creationId xmlns:a16="http://schemas.microsoft.com/office/drawing/2014/main" id="{EF2178A3-53A6-8955-891B-1E0512FB8E1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275510" y="2940841"/>
                <a:ext cx="93600" cy="94483"/>
              </a:xfrm>
              <a:prstGeom prst="ellips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Aft>
                    <a:spcPct val="20000"/>
                  </a:spcAft>
                  <a:buChar char="•"/>
                  <a:defRPr sz="32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Aft>
                    <a:spcPct val="0"/>
                  </a:spcAft>
                  <a:buFontTx/>
                  <a:buNone/>
                </a:pPr>
                <a:endParaRPr lang="zh-CN" altLang="en-US" sz="1800" b="0"/>
              </a:p>
            </p:txBody>
          </p:sp>
          <p:sp>
            <p:nvSpPr>
              <p:cNvPr id="230" name="Line 27">
                <a:extLst>
                  <a:ext uri="{FF2B5EF4-FFF2-40B4-BE49-F238E27FC236}">
                    <a16:creationId xmlns:a16="http://schemas.microsoft.com/office/drawing/2014/main" id="{9E12FC52-42ED-8F24-430D-68DEA4033A1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777134" y="3110465"/>
                <a:ext cx="2075045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31" name="Line 27">
                <a:extLst>
                  <a:ext uri="{FF2B5EF4-FFF2-40B4-BE49-F238E27FC236}">
                    <a16:creationId xmlns:a16="http://schemas.microsoft.com/office/drawing/2014/main" id="{184D5C96-DE82-E582-589C-93228B4F3DD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317302" y="2868263"/>
                <a:ext cx="534876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187" name="组合 186">
              <a:extLst>
                <a:ext uri="{FF2B5EF4-FFF2-40B4-BE49-F238E27FC236}">
                  <a16:creationId xmlns:a16="http://schemas.microsoft.com/office/drawing/2014/main" id="{1EA6F78F-C379-0E5F-2355-604D280C0042}"/>
                </a:ext>
              </a:extLst>
            </p:cNvPr>
            <p:cNvGrpSpPr/>
            <p:nvPr/>
          </p:nvGrpSpPr>
          <p:grpSpPr>
            <a:xfrm>
              <a:off x="9007889" y="3815028"/>
              <a:ext cx="988991" cy="439410"/>
              <a:chOff x="8589631" y="2768378"/>
              <a:chExt cx="988991" cy="439410"/>
            </a:xfrm>
          </p:grpSpPr>
          <p:sp>
            <p:nvSpPr>
              <p:cNvPr id="222" name="Line 27">
                <a:extLst>
                  <a:ext uri="{FF2B5EF4-FFF2-40B4-BE49-F238E27FC236}">
                    <a16:creationId xmlns:a16="http://schemas.microsoft.com/office/drawing/2014/main" id="{C9AAEC62-0A43-C4F3-F18F-51FF2F8D6FA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370930" y="2988083"/>
                <a:ext cx="207692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23" name="流程图: 延期 222">
                <a:extLst>
                  <a:ext uri="{FF2B5EF4-FFF2-40B4-BE49-F238E27FC236}">
                    <a16:creationId xmlns:a16="http://schemas.microsoft.com/office/drawing/2014/main" id="{6E2657A2-5CDB-F54E-692B-BD94ED719DDD}"/>
                  </a:ext>
                </a:extLst>
              </p:cNvPr>
              <p:cNvSpPr/>
              <p:nvPr/>
            </p:nvSpPr>
            <p:spPr>
              <a:xfrm>
                <a:off x="8855439" y="2768378"/>
                <a:ext cx="416811" cy="439410"/>
              </a:xfrm>
              <a:prstGeom prst="flowChartDelay">
                <a:avLst/>
              </a:prstGeom>
              <a:noFill/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24" name="Oval 14">
                <a:extLst>
                  <a:ext uri="{FF2B5EF4-FFF2-40B4-BE49-F238E27FC236}">
                    <a16:creationId xmlns:a16="http://schemas.microsoft.com/office/drawing/2014/main" id="{1478608F-D1A3-E9A6-6926-CEB7B5D3FBD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275510" y="2940841"/>
                <a:ext cx="93600" cy="94483"/>
              </a:xfrm>
              <a:prstGeom prst="ellips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Aft>
                    <a:spcPct val="20000"/>
                  </a:spcAft>
                  <a:buChar char="•"/>
                  <a:defRPr sz="32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Aft>
                    <a:spcPct val="0"/>
                  </a:spcAft>
                  <a:buFontTx/>
                  <a:buNone/>
                </a:pPr>
                <a:endParaRPr lang="zh-CN" altLang="en-US" sz="1800" b="0"/>
              </a:p>
            </p:txBody>
          </p:sp>
          <p:sp>
            <p:nvSpPr>
              <p:cNvPr id="225" name="Line 27">
                <a:extLst>
                  <a:ext uri="{FF2B5EF4-FFF2-40B4-BE49-F238E27FC236}">
                    <a16:creationId xmlns:a16="http://schemas.microsoft.com/office/drawing/2014/main" id="{804F1174-5481-B0FF-A4A8-1FC807D254E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589631" y="3110464"/>
                <a:ext cx="262548" cy="1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26" name="Line 27">
                <a:extLst>
                  <a:ext uri="{FF2B5EF4-FFF2-40B4-BE49-F238E27FC236}">
                    <a16:creationId xmlns:a16="http://schemas.microsoft.com/office/drawing/2014/main" id="{A60B040C-699E-A5A9-A2E5-9737673CCCC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589631" y="2868262"/>
                <a:ext cx="262548" cy="1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189" name="Line 27">
              <a:extLst>
                <a:ext uri="{FF2B5EF4-FFF2-40B4-BE49-F238E27FC236}">
                  <a16:creationId xmlns:a16="http://schemas.microsoft.com/office/drawing/2014/main" id="{8721859B-17F3-1013-6136-C777CDE18E4E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200000">
              <a:off x="8898461" y="3799081"/>
              <a:ext cx="24230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0" name="Line 27">
              <a:extLst>
                <a:ext uri="{FF2B5EF4-FFF2-40B4-BE49-F238E27FC236}">
                  <a16:creationId xmlns:a16="http://schemas.microsoft.com/office/drawing/2014/main" id="{8F75A473-2860-21C9-9447-A77C3290904B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200000">
              <a:off x="8898461" y="4265100"/>
              <a:ext cx="24230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1" name="Line 32">
              <a:extLst>
                <a:ext uri="{FF2B5EF4-FFF2-40B4-BE49-F238E27FC236}">
                  <a16:creationId xmlns:a16="http://schemas.microsoft.com/office/drawing/2014/main" id="{C3706F45-2666-481F-4DC1-C9FB0893D23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06401" y="1748832"/>
              <a:ext cx="379048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2" name="椭圆 191">
              <a:extLst>
                <a:ext uri="{FF2B5EF4-FFF2-40B4-BE49-F238E27FC236}">
                  <a16:creationId xmlns:a16="http://schemas.microsoft.com/office/drawing/2014/main" id="{ABA8ACF2-F771-BE24-EF46-97EA5BADF668}"/>
                </a:ext>
              </a:extLst>
            </p:cNvPr>
            <p:cNvSpPr/>
            <p:nvPr/>
          </p:nvSpPr>
          <p:spPr>
            <a:xfrm>
              <a:off x="7971588" y="1703198"/>
              <a:ext cx="90481" cy="90481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3" name="Line 27">
              <a:extLst>
                <a:ext uri="{FF2B5EF4-FFF2-40B4-BE49-F238E27FC236}">
                  <a16:creationId xmlns:a16="http://schemas.microsoft.com/office/drawing/2014/main" id="{B496AB16-62E5-A3CB-1B1F-595D6E845009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6756050" y="3005512"/>
              <a:ext cx="2519175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194" name="椭圆 193">
              <a:extLst>
                <a:ext uri="{FF2B5EF4-FFF2-40B4-BE49-F238E27FC236}">
                  <a16:creationId xmlns:a16="http://schemas.microsoft.com/office/drawing/2014/main" id="{93CFB263-1E5E-DB0E-FB1A-EE3A2F989821}"/>
                </a:ext>
              </a:extLst>
            </p:cNvPr>
            <p:cNvSpPr/>
            <p:nvPr/>
          </p:nvSpPr>
          <p:spPr>
            <a:xfrm>
              <a:off x="7971588" y="2196300"/>
              <a:ext cx="90481" cy="90481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5" name="Line 47">
              <a:extLst>
                <a:ext uri="{FF2B5EF4-FFF2-40B4-BE49-F238E27FC236}">
                  <a16:creationId xmlns:a16="http://schemas.microsoft.com/office/drawing/2014/main" id="{FC1526CE-4B5A-8241-2DB9-5DCC3C79EF9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592813" y="2242293"/>
              <a:ext cx="290513" cy="0"/>
            </a:xfrm>
            <a:prstGeom prst="line">
              <a:avLst/>
            </a:prstGeom>
            <a:noFill/>
            <a:ln w="254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6" name="AutoShape 62">
              <a:extLst>
                <a:ext uri="{FF2B5EF4-FFF2-40B4-BE49-F238E27FC236}">
                  <a16:creationId xmlns:a16="http://schemas.microsoft.com/office/drawing/2014/main" id="{5B20CBB6-F4FA-F3AF-1BA6-FADD7847E9D7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6832358" y="2097280"/>
              <a:ext cx="404813" cy="290515"/>
            </a:xfrm>
            <a:prstGeom prst="triangle">
              <a:avLst>
                <a:gd name="adj" fmla="val 50000"/>
              </a:avLst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/>
            </a:p>
          </p:txBody>
        </p:sp>
        <p:sp>
          <p:nvSpPr>
            <p:cNvPr id="197" name="Oval 14">
              <a:extLst>
                <a:ext uri="{FF2B5EF4-FFF2-40B4-BE49-F238E27FC236}">
                  <a16:creationId xmlns:a16="http://schemas.microsoft.com/office/drawing/2014/main" id="{94D7B77B-8398-21B7-1540-4CDABE6BC5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80022" y="2195295"/>
              <a:ext cx="93600" cy="94483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/>
            </a:p>
          </p:txBody>
        </p:sp>
        <p:sp>
          <p:nvSpPr>
            <p:cNvPr id="198" name="Line 47">
              <a:extLst>
                <a:ext uri="{FF2B5EF4-FFF2-40B4-BE49-F238E27FC236}">
                  <a16:creationId xmlns:a16="http://schemas.microsoft.com/office/drawing/2014/main" id="{59C82C57-825B-078F-11D4-ABDDA0E84BD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275442" y="2242293"/>
              <a:ext cx="483383" cy="0"/>
            </a:xfrm>
            <a:prstGeom prst="line">
              <a:avLst/>
            </a:prstGeom>
            <a:noFill/>
            <a:ln w="254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9" name="Line 27">
              <a:extLst>
                <a:ext uri="{FF2B5EF4-FFF2-40B4-BE49-F238E27FC236}">
                  <a16:creationId xmlns:a16="http://schemas.microsoft.com/office/drawing/2014/main" id="{03AAAFD3-5A1C-31FC-8F5B-CCB8831C1CD4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7090913" y="2903079"/>
              <a:ext cx="133582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200" name="椭圆 199">
              <a:extLst>
                <a:ext uri="{FF2B5EF4-FFF2-40B4-BE49-F238E27FC236}">
                  <a16:creationId xmlns:a16="http://schemas.microsoft.com/office/drawing/2014/main" id="{1D4EE55C-4364-42EB-EFA8-24C09CA5E4CA}"/>
                </a:ext>
              </a:extLst>
            </p:cNvPr>
            <p:cNvSpPr/>
            <p:nvPr/>
          </p:nvSpPr>
          <p:spPr>
            <a:xfrm>
              <a:off x="7713585" y="3120272"/>
              <a:ext cx="90481" cy="90481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1" name="Line 47">
              <a:extLst>
                <a:ext uri="{FF2B5EF4-FFF2-40B4-BE49-F238E27FC236}">
                  <a16:creationId xmlns:a16="http://schemas.microsoft.com/office/drawing/2014/main" id="{1ABBA373-A604-DF55-98CD-C068A743ED07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6356968" y="1995893"/>
              <a:ext cx="472940" cy="0"/>
            </a:xfrm>
            <a:prstGeom prst="line">
              <a:avLst/>
            </a:prstGeom>
            <a:noFill/>
            <a:ln w="254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2" name="椭圆 201">
              <a:extLst>
                <a:ext uri="{FF2B5EF4-FFF2-40B4-BE49-F238E27FC236}">
                  <a16:creationId xmlns:a16="http://schemas.microsoft.com/office/drawing/2014/main" id="{EBA9A59A-E9A9-2BB4-D500-8436C023F440}"/>
                </a:ext>
              </a:extLst>
            </p:cNvPr>
            <p:cNvSpPr/>
            <p:nvPr/>
          </p:nvSpPr>
          <p:spPr>
            <a:xfrm>
              <a:off x="6547572" y="1703065"/>
              <a:ext cx="90481" cy="90481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3" name="Line 47">
              <a:extLst>
                <a:ext uri="{FF2B5EF4-FFF2-40B4-BE49-F238E27FC236}">
                  <a16:creationId xmlns:a16="http://schemas.microsoft.com/office/drawing/2014/main" id="{D4FADDD6-782E-6D6F-FC10-50EAEB2513CB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7097365" y="2910344"/>
              <a:ext cx="854076" cy="0"/>
            </a:xfrm>
            <a:prstGeom prst="line">
              <a:avLst/>
            </a:prstGeom>
            <a:noFill/>
            <a:ln w="254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4" name="Line 47">
              <a:extLst>
                <a:ext uri="{FF2B5EF4-FFF2-40B4-BE49-F238E27FC236}">
                  <a16:creationId xmlns:a16="http://schemas.microsoft.com/office/drawing/2014/main" id="{6667FFA3-E9A6-75F9-7B0C-BB87BF30D82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593964" y="3353559"/>
              <a:ext cx="290513" cy="0"/>
            </a:xfrm>
            <a:prstGeom prst="line">
              <a:avLst/>
            </a:prstGeom>
            <a:noFill/>
            <a:ln w="254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5" name="AutoShape 62">
              <a:extLst>
                <a:ext uri="{FF2B5EF4-FFF2-40B4-BE49-F238E27FC236}">
                  <a16:creationId xmlns:a16="http://schemas.microsoft.com/office/drawing/2014/main" id="{63564207-E759-860B-1818-D58D577BF06C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6833509" y="3208546"/>
              <a:ext cx="404813" cy="290515"/>
            </a:xfrm>
            <a:prstGeom prst="triangle">
              <a:avLst>
                <a:gd name="adj" fmla="val 50000"/>
              </a:avLst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/>
            </a:p>
          </p:txBody>
        </p:sp>
        <p:sp>
          <p:nvSpPr>
            <p:cNvPr id="206" name="Oval 14">
              <a:extLst>
                <a:ext uri="{FF2B5EF4-FFF2-40B4-BE49-F238E27FC236}">
                  <a16:creationId xmlns:a16="http://schemas.microsoft.com/office/drawing/2014/main" id="{B553FEC8-5BB9-D1B4-4F9A-95D81E9C85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81173" y="3306561"/>
              <a:ext cx="93600" cy="94483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/>
            </a:p>
          </p:txBody>
        </p:sp>
        <p:sp>
          <p:nvSpPr>
            <p:cNvPr id="207" name="Line 47">
              <a:extLst>
                <a:ext uri="{FF2B5EF4-FFF2-40B4-BE49-F238E27FC236}">
                  <a16:creationId xmlns:a16="http://schemas.microsoft.com/office/drawing/2014/main" id="{57684661-77EC-4273-F307-BAC73C3B02B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276594" y="3353559"/>
              <a:ext cx="247810" cy="0"/>
            </a:xfrm>
            <a:prstGeom prst="line">
              <a:avLst/>
            </a:prstGeom>
            <a:noFill/>
            <a:ln w="254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8" name="Line 47">
              <a:extLst>
                <a:ext uri="{FF2B5EF4-FFF2-40B4-BE49-F238E27FC236}">
                  <a16:creationId xmlns:a16="http://schemas.microsoft.com/office/drawing/2014/main" id="{0E246BF1-AB08-88D2-74DD-05D86935A23A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6385698" y="3130267"/>
              <a:ext cx="414230" cy="0"/>
            </a:xfrm>
            <a:prstGeom prst="line">
              <a:avLst/>
            </a:prstGeom>
            <a:noFill/>
            <a:ln w="254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9" name="椭圆 208">
              <a:extLst>
                <a:ext uri="{FF2B5EF4-FFF2-40B4-BE49-F238E27FC236}">
                  <a16:creationId xmlns:a16="http://schemas.microsoft.com/office/drawing/2014/main" id="{41F5ECE2-2892-EB08-F3B6-EA307E820393}"/>
                </a:ext>
              </a:extLst>
            </p:cNvPr>
            <p:cNvSpPr/>
            <p:nvPr/>
          </p:nvSpPr>
          <p:spPr>
            <a:xfrm>
              <a:off x="6548762" y="2876719"/>
              <a:ext cx="90481" cy="90481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0" name="Line 47">
              <a:extLst>
                <a:ext uri="{FF2B5EF4-FFF2-40B4-BE49-F238E27FC236}">
                  <a16:creationId xmlns:a16="http://schemas.microsoft.com/office/drawing/2014/main" id="{AC903151-206A-4B65-2BFD-7210A616772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593780" y="4495078"/>
              <a:ext cx="290513" cy="0"/>
            </a:xfrm>
            <a:prstGeom prst="line">
              <a:avLst/>
            </a:prstGeom>
            <a:noFill/>
            <a:ln w="254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1" name="AutoShape 62">
              <a:extLst>
                <a:ext uri="{FF2B5EF4-FFF2-40B4-BE49-F238E27FC236}">
                  <a16:creationId xmlns:a16="http://schemas.microsoft.com/office/drawing/2014/main" id="{25D07F82-47D0-4871-1AC1-8AE57464CFA1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6833325" y="4350065"/>
              <a:ext cx="404813" cy="290515"/>
            </a:xfrm>
            <a:prstGeom prst="triangle">
              <a:avLst>
                <a:gd name="adj" fmla="val 50000"/>
              </a:avLst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/>
            </a:p>
          </p:txBody>
        </p:sp>
        <p:sp>
          <p:nvSpPr>
            <p:cNvPr id="212" name="Oval 14">
              <a:extLst>
                <a:ext uri="{FF2B5EF4-FFF2-40B4-BE49-F238E27FC236}">
                  <a16:creationId xmlns:a16="http://schemas.microsoft.com/office/drawing/2014/main" id="{B1B959EB-2490-6CCA-AB0A-0E21015D77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80989" y="4448080"/>
              <a:ext cx="93600" cy="94483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/>
            </a:p>
          </p:txBody>
        </p:sp>
        <p:sp>
          <p:nvSpPr>
            <p:cNvPr id="213" name="Line 47">
              <a:extLst>
                <a:ext uri="{FF2B5EF4-FFF2-40B4-BE49-F238E27FC236}">
                  <a16:creationId xmlns:a16="http://schemas.microsoft.com/office/drawing/2014/main" id="{16240AD6-00B7-065C-8850-69B6D2A3EE2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276410" y="4495078"/>
              <a:ext cx="247810" cy="0"/>
            </a:xfrm>
            <a:prstGeom prst="line">
              <a:avLst/>
            </a:prstGeom>
            <a:noFill/>
            <a:ln w="254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4" name="Line 47">
              <a:extLst>
                <a:ext uri="{FF2B5EF4-FFF2-40B4-BE49-F238E27FC236}">
                  <a16:creationId xmlns:a16="http://schemas.microsoft.com/office/drawing/2014/main" id="{0A423C54-617C-198F-C0AC-078AD0A4E5C2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6259054" y="4146766"/>
              <a:ext cx="667150" cy="0"/>
            </a:xfrm>
            <a:prstGeom prst="line">
              <a:avLst/>
            </a:prstGeom>
            <a:noFill/>
            <a:ln w="254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5" name="椭圆 214">
              <a:extLst>
                <a:ext uri="{FF2B5EF4-FFF2-40B4-BE49-F238E27FC236}">
                  <a16:creationId xmlns:a16="http://schemas.microsoft.com/office/drawing/2014/main" id="{A28720AD-DD6B-343A-FC86-A5754C9DD4A8}"/>
                </a:ext>
              </a:extLst>
            </p:cNvPr>
            <p:cNvSpPr/>
            <p:nvPr/>
          </p:nvSpPr>
          <p:spPr>
            <a:xfrm>
              <a:off x="6548579" y="3767995"/>
              <a:ext cx="90481" cy="90481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6" name="Text Box 8">
                  <a:extLst>
                    <a:ext uri="{FF2B5EF4-FFF2-40B4-BE49-F238E27FC236}">
                      <a16:creationId xmlns:a16="http://schemas.microsoft.com/office/drawing/2014/main" id="{4486D0DA-8B69-B3ED-FB22-B8EFF8AD6671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9992546" y="2540548"/>
                  <a:ext cx="522287" cy="32470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1905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square" lIns="0" tIns="0" rIns="0" bIns="0">
                  <a:spAutoFit/>
                </a:bodyPr>
                <a:lstStyle>
                  <a:lvl1pPr>
                    <a:spcAft>
                      <a:spcPct val="20000"/>
                    </a:spcAft>
                    <a:buChar char="•"/>
                    <a:defRPr sz="32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lnSpc>
                      <a:spcPct val="90000"/>
                    </a:lnSpc>
                    <a:spcBef>
                      <a:spcPct val="50000"/>
                    </a:spcBef>
                    <a:spcAft>
                      <a:spcPct val="0"/>
                    </a:spcAft>
                    <a:buFontTx/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pt-BR" altLang="zh-CN" sz="2400" b="0" i="1" smtClean="0">
                                <a:latin typeface="Cambria Math" panose="02040503050406030204" pitchFamily="18" charset="0"/>
                                <a:ea typeface="楷体_GB2312" pitchFamily="49" charset="-122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kumimoji="1" lang="en-US" altLang="zh-CN" sz="2400" b="0" i="0" smtClean="0">
                                <a:latin typeface="Cambria Math" panose="02040503050406030204" pitchFamily="18" charset="0"/>
                                <a:ea typeface="楷体_GB2312" pitchFamily="49" charset="-122"/>
                              </a:rPr>
                              <m:t>Y</m:t>
                            </m:r>
                          </m:e>
                          <m:sub>
                            <m:r>
                              <a:rPr kumimoji="1" lang="en-US" altLang="zh-CN" sz="2400" b="0" i="0" smtClean="0">
                                <a:latin typeface="Cambria Math" panose="02040503050406030204" pitchFamily="18" charset="0"/>
                                <a:ea typeface="楷体_GB2312" pitchFamily="49" charset="-122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kumimoji="1" lang="en-US" altLang="zh-CN" sz="2400" b="0" baseline="-25000" dirty="0">
                    <a:latin typeface="Times New Roman" panose="02020603050405020304" pitchFamily="18" charset="0"/>
                    <a:ea typeface="楷体_GB2312" pitchFamily="49" charset="-122"/>
                  </a:endParaRPr>
                </a:p>
              </p:txBody>
            </p:sp>
          </mc:Choice>
          <mc:Fallback xmlns="">
            <p:sp>
              <p:nvSpPr>
                <p:cNvPr id="216" name="Text Box 8">
                  <a:extLst>
                    <a:ext uri="{FF2B5EF4-FFF2-40B4-BE49-F238E27FC236}">
                      <a16:creationId xmlns:a16="http://schemas.microsoft.com/office/drawing/2014/main" id="{4486D0DA-8B69-B3ED-FB22-B8EFF8AD667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9992546" y="2540548"/>
                  <a:ext cx="522287" cy="324704"/>
                </a:xfrm>
                <a:prstGeom prst="rect">
                  <a:avLst/>
                </a:prstGeom>
                <a:blipFill>
                  <a:blip r:embed="rId2"/>
                  <a:stretch>
                    <a:fillRect l="-3529" t="-1887" b="-20755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7" name="Text Box 8">
                  <a:extLst>
                    <a:ext uri="{FF2B5EF4-FFF2-40B4-BE49-F238E27FC236}">
                      <a16:creationId xmlns:a16="http://schemas.microsoft.com/office/drawing/2014/main" id="{1F24CB87-07D2-D42C-297B-1DA9628D916E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9992545" y="3872380"/>
                  <a:ext cx="522287" cy="32470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1905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square" lIns="0" tIns="0" rIns="0" bIns="0">
                  <a:spAutoFit/>
                </a:bodyPr>
                <a:lstStyle>
                  <a:lvl1pPr>
                    <a:spcAft>
                      <a:spcPct val="20000"/>
                    </a:spcAft>
                    <a:buChar char="•"/>
                    <a:defRPr sz="32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lnSpc>
                      <a:spcPct val="90000"/>
                    </a:lnSpc>
                    <a:spcBef>
                      <a:spcPct val="50000"/>
                    </a:spcBef>
                    <a:spcAft>
                      <a:spcPct val="0"/>
                    </a:spcAft>
                    <a:buFontTx/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pt-BR" altLang="zh-CN" sz="2400" b="0" i="1" smtClean="0">
                                <a:latin typeface="Cambria Math" panose="02040503050406030204" pitchFamily="18" charset="0"/>
                                <a:ea typeface="楷体_GB2312" pitchFamily="49" charset="-122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kumimoji="1" lang="en-US" altLang="zh-CN" sz="2400" b="0" i="0" smtClean="0">
                                <a:latin typeface="Cambria Math" panose="02040503050406030204" pitchFamily="18" charset="0"/>
                                <a:ea typeface="楷体_GB2312" pitchFamily="49" charset="-122"/>
                              </a:rPr>
                              <m:t>Y</m:t>
                            </m:r>
                          </m:e>
                          <m:sub>
                            <m:r>
                              <a:rPr kumimoji="1" lang="en-US" altLang="zh-CN" sz="2400" b="0" i="0" smtClean="0">
                                <a:latin typeface="Cambria Math" panose="02040503050406030204" pitchFamily="18" charset="0"/>
                                <a:ea typeface="楷体_GB2312" pitchFamily="49" charset="-122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kumimoji="1" lang="en-US" altLang="zh-CN" sz="2400" b="0" baseline="-25000" dirty="0">
                    <a:latin typeface="Times New Roman" panose="02020603050405020304" pitchFamily="18" charset="0"/>
                    <a:ea typeface="楷体_GB2312" pitchFamily="49" charset="-122"/>
                  </a:endParaRPr>
                </a:p>
              </p:txBody>
            </p:sp>
          </mc:Choice>
          <mc:Fallback xmlns="">
            <p:sp>
              <p:nvSpPr>
                <p:cNvPr id="217" name="Text Box 8">
                  <a:extLst>
                    <a:ext uri="{FF2B5EF4-FFF2-40B4-BE49-F238E27FC236}">
                      <a16:creationId xmlns:a16="http://schemas.microsoft.com/office/drawing/2014/main" id="{1F24CB87-07D2-D42C-297B-1DA9628D916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9992545" y="3872380"/>
                  <a:ext cx="522287" cy="324704"/>
                </a:xfrm>
                <a:prstGeom prst="rect">
                  <a:avLst/>
                </a:prstGeom>
                <a:blipFill>
                  <a:blip r:embed="rId3"/>
                  <a:stretch>
                    <a:fillRect l="-3529" t="-1887" b="-20755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8" name="Text Box 8">
                  <a:extLst>
                    <a:ext uri="{FF2B5EF4-FFF2-40B4-BE49-F238E27FC236}">
                      <a16:creationId xmlns:a16="http://schemas.microsoft.com/office/drawing/2014/main" id="{F9FBD26B-1E46-04C3-3260-9F10FD59A430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9992547" y="1583571"/>
                  <a:ext cx="522287" cy="32470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1905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square" lIns="0" tIns="0" rIns="0" bIns="0">
                  <a:spAutoFit/>
                </a:bodyPr>
                <a:lstStyle>
                  <a:lvl1pPr>
                    <a:spcAft>
                      <a:spcPct val="20000"/>
                    </a:spcAft>
                    <a:buChar char="•"/>
                    <a:defRPr sz="32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lnSpc>
                      <a:spcPct val="90000"/>
                    </a:lnSpc>
                    <a:spcBef>
                      <a:spcPct val="50000"/>
                    </a:spcBef>
                    <a:spcAft>
                      <a:spcPct val="0"/>
                    </a:spcAft>
                    <a:buFontTx/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pt-BR" altLang="zh-CN" sz="2400" b="0" i="1" smtClean="0">
                                <a:latin typeface="Cambria Math" panose="02040503050406030204" pitchFamily="18" charset="0"/>
                                <a:ea typeface="楷体_GB2312" pitchFamily="49" charset="-122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kumimoji="1" lang="en-US" altLang="zh-CN" sz="2400" b="0" i="0" smtClean="0">
                                <a:latin typeface="Cambria Math" panose="02040503050406030204" pitchFamily="18" charset="0"/>
                                <a:ea typeface="楷体_GB2312" pitchFamily="49" charset="-122"/>
                              </a:rPr>
                              <m:t>Y</m:t>
                            </m:r>
                          </m:e>
                          <m:sub>
                            <m:r>
                              <a:rPr kumimoji="1" lang="en-US" altLang="zh-CN" sz="2400" b="0" i="0" smtClean="0">
                                <a:latin typeface="Cambria Math" panose="02040503050406030204" pitchFamily="18" charset="0"/>
                                <a:ea typeface="楷体_GB2312" pitchFamily="49" charset="-122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kumimoji="1" lang="en-US" altLang="zh-CN" sz="2400" b="0" baseline="-25000" dirty="0">
                    <a:latin typeface="Times New Roman" panose="02020603050405020304" pitchFamily="18" charset="0"/>
                    <a:ea typeface="楷体_GB2312" pitchFamily="49" charset="-122"/>
                  </a:endParaRPr>
                </a:p>
              </p:txBody>
            </p:sp>
          </mc:Choice>
          <mc:Fallback xmlns="">
            <p:sp>
              <p:nvSpPr>
                <p:cNvPr id="218" name="Text Box 8">
                  <a:extLst>
                    <a:ext uri="{FF2B5EF4-FFF2-40B4-BE49-F238E27FC236}">
                      <a16:creationId xmlns:a16="http://schemas.microsoft.com/office/drawing/2014/main" id="{F9FBD26B-1E46-04C3-3260-9F10FD59A43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9992547" y="1583571"/>
                  <a:ext cx="522287" cy="324704"/>
                </a:xfrm>
                <a:prstGeom prst="rect">
                  <a:avLst/>
                </a:prstGeom>
                <a:blipFill>
                  <a:blip r:embed="rId4"/>
                  <a:stretch>
                    <a:fillRect l="-3529" t="-1887" b="-20755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9" name="文本框 218">
                  <a:extLst>
                    <a:ext uri="{FF2B5EF4-FFF2-40B4-BE49-F238E27FC236}">
                      <a16:creationId xmlns:a16="http://schemas.microsoft.com/office/drawing/2014/main" id="{738E3C31-D157-7E82-C4DA-CBFCB1986497}"/>
                    </a:ext>
                  </a:extLst>
                </p:cNvPr>
                <p:cNvSpPr txBox="1"/>
                <p:nvPr/>
              </p:nvSpPr>
              <p:spPr>
                <a:xfrm>
                  <a:off x="5970305" y="1537404"/>
                  <a:ext cx="215230" cy="41703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 eaLnBrk="1" hangingPunct="1">
                    <a:lnSpc>
                      <a:spcPct val="90000"/>
                    </a:lnSpc>
                    <a:spcBef>
                      <a:spcPct val="50000"/>
                    </a:spcBef>
                    <a:spcAft>
                      <a:spcPct val="0"/>
                    </a:spcAft>
                    <a:buFontTx/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kumimoji="1" lang="en-US" altLang="zh-CN" sz="2400" b="0" i="0" smtClean="0">
                            <a:latin typeface="Cambria Math" panose="02040503050406030204" pitchFamily="18" charset="0"/>
                            <a:ea typeface="楷体_GB2312" pitchFamily="49" charset="-122"/>
                          </a:rPr>
                          <m:t>A</m:t>
                        </m:r>
                      </m:oMath>
                    </m:oMathPara>
                  </a14:m>
                  <a:endParaRPr kumimoji="1" lang="en-US" altLang="zh-CN" sz="2400" b="0" baseline="-25000" dirty="0">
                    <a:latin typeface="Times New Roman" panose="02020603050405020304" pitchFamily="18" charset="0"/>
                    <a:ea typeface="楷体_GB2312" pitchFamily="49" charset="-122"/>
                  </a:endParaRPr>
                </a:p>
              </p:txBody>
            </p:sp>
          </mc:Choice>
          <mc:Fallback xmlns="">
            <p:sp>
              <p:nvSpPr>
                <p:cNvPr id="219" name="文本框 218">
                  <a:extLst>
                    <a:ext uri="{FF2B5EF4-FFF2-40B4-BE49-F238E27FC236}">
                      <a16:creationId xmlns:a16="http://schemas.microsoft.com/office/drawing/2014/main" id="{27CF654D-0934-E3D2-B17C-42111B327DB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70305" y="1537404"/>
                  <a:ext cx="215230" cy="417037"/>
                </a:xfrm>
                <a:prstGeom prst="rect">
                  <a:avLst/>
                </a:prstGeom>
                <a:blipFill>
                  <a:blip r:embed="rId5"/>
                  <a:stretch>
                    <a:fillRect l="-52778" r="-3055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0" name="文本框 219">
                  <a:extLst>
                    <a:ext uri="{FF2B5EF4-FFF2-40B4-BE49-F238E27FC236}">
                      <a16:creationId xmlns:a16="http://schemas.microsoft.com/office/drawing/2014/main" id="{B600460D-CA18-7239-37B6-17BD78835026}"/>
                    </a:ext>
                  </a:extLst>
                </p:cNvPr>
                <p:cNvSpPr txBox="1"/>
                <p:nvPr/>
              </p:nvSpPr>
              <p:spPr>
                <a:xfrm>
                  <a:off x="5969275" y="2715546"/>
                  <a:ext cx="215230" cy="41703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 eaLnBrk="1" hangingPunct="1">
                    <a:lnSpc>
                      <a:spcPct val="90000"/>
                    </a:lnSpc>
                    <a:spcBef>
                      <a:spcPct val="50000"/>
                    </a:spcBef>
                    <a:spcAft>
                      <a:spcPct val="0"/>
                    </a:spcAft>
                    <a:buFontTx/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kumimoji="1" lang="en-US" altLang="zh-CN" sz="2400" b="0" i="0" smtClean="0">
                            <a:latin typeface="Cambria Math" panose="02040503050406030204" pitchFamily="18" charset="0"/>
                            <a:ea typeface="楷体_GB2312" pitchFamily="49" charset="-122"/>
                          </a:rPr>
                          <m:t>B</m:t>
                        </m:r>
                      </m:oMath>
                    </m:oMathPara>
                  </a14:m>
                  <a:endParaRPr kumimoji="1" lang="en-US" altLang="zh-CN" sz="2400" b="0" baseline="-25000" dirty="0">
                    <a:latin typeface="Times New Roman" panose="02020603050405020304" pitchFamily="18" charset="0"/>
                    <a:ea typeface="楷体_GB2312" pitchFamily="49" charset="-122"/>
                  </a:endParaRPr>
                </a:p>
              </p:txBody>
            </p:sp>
          </mc:Choice>
          <mc:Fallback xmlns="">
            <p:sp>
              <p:nvSpPr>
                <p:cNvPr id="220" name="文本框 219">
                  <a:extLst>
                    <a:ext uri="{FF2B5EF4-FFF2-40B4-BE49-F238E27FC236}">
                      <a16:creationId xmlns:a16="http://schemas.microsoft.com/office/drawing/2014/main" id="{58C5DE31-4F4F-36E9-76CD-38DA3225A89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69275" y="2715546"/>
                  <a:ext cx="215230" cy="417037"/>
                </a:xfrm>
                <a:prstGeom prst="rect">
                  <a:avLst/>
                </a:prstGeom>
                <a:blipFill>
                  <a:blip r:embed="rId6"/>
                  <a:stretch>
                    <a:fillRect l="-52778" r="-3055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1" name="文本框 220">
                  <a:extLst>
                    <a:ext uri="{FF2B5EF4-FFF2-40B4-BE49-F238E27FC236}">
                      <a16:creationId xmlns:a16="http://schemas.microsoft.com/office/drawing/2014/main" id="{1F8B23FA-ACFC-A340-8E1F-DAB840C9A5B3}"/>
                    </a:ext>
                  </a:extLst>
                </p:cNvPr>
                <p:cNvSpPr txBox="1"/>
                <p:nvPr/>
              </p:nvSpPr>
              <p:spPr>
                <a:xfrm>
                  <a:off x="5971745" y="3604564"/>
                  <a:ext cx="215230" cy="41703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 eaLnBrk="1" hangingPunct="1">
                    <a:lnSpc>
                      <a:spcPct val="90000"/>
                    </a:lnSpc>
                    <a:spcBef>
                      <a:spcPct val="50000"/>
                    </a:spcBef>
                    <a:spcAft>
                      <a:spcPct val="0"/>
                    </a:spcAft>
                    <a:buFontTx/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kumimoji="1" lang="en-US" altLang="zh-CN" sz="2400" b="0" i="0" smtClean="0">
                            <a:latin typeface="Cambria Math" panose="02040503050406030204" pitchFamily="18" charset="0"/>
                            <a:ea typeface="楷体_GB2312" pitchFamily="49" charset="-122"/>
                          </a:rPr>
                          <m:t>C</m:t>
                        </m:r>
                      </m:oMath>
                    </m:oMathPara>
                  </a14:m>
                  <a:endParaRPr kumimoji="1" lang="en-US" altLang="zh-CN" sz="2400" b="0" baseline="-25000" dirty="0">
                    <a:latin typeface="Times New Roman" panose="02020603050405020304" pitchFamily="18" charset="0"/>
                    <a:ea typeface="楷体_GB2312" pitchFamily="49" charset="-122"/>
                  </a:endParaRPr>
                </a:p>
              </p:txBody>
            </p:sp>
          </mc:Choice>
          <mc:Fallback xmlns="">
            <p:sp>
              <p:nvSpPr>
                <p:cNvPr id="221" name="文本框 220">
                  <a:extLst>
                    <a:ext uri="{FF2B5EF4-FFF2-40B4-BE49-F238E27FC236}">
                      <a16:creationId xmlns:a16="http://schemas.microsoft.com/office/drawing/2014/main" id="{A1D36BC6-4FFA-AD74-7081-E88B07BC608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71745" y="3604564"/>
                  <a:ext cx="215230" cy="417037"/>
                </a:xfrm>
                <a:prstGeom prst="rect">
                  <a:avLst/>
                </a:prstGeom>
                <a:blipFill>
                  <a:blip r:embed="rId7"/>
                  <a:stretch>
                    <a:fillRect l="-51429" r="-2857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7" name="组合 6">
            <a:extLst>
              <a:ext uri="{FF2B5EF4-FFF2-40B4-BE49-F238E27FC236}">
                <a16:creationId xmlns:a16="http://schemas.microsoft.com/office/drawing/2014/main" id="{4AB3D093-C6A2-31FC-E0A1-288D4D93C1B6}"/>
              </a:ext>
            </a:extLst>
          </p:cNvPr>
          <p:cNvGrpSpPr/>
          <p:nvPr/>
        </p:nvGrpSpPr>
        <p:grpSpPr>
          <a:xfrm>
            <a:off x="11449269" y="6198682"/>
            <a:ext cx="786273" cy="548639"/>
            <a:chOff x="11454918" y="5839511"/>
            <a:chExt cx="786273" cy="548639"/>
          </a:xfrm>
        </p:grpSpPr>
        <p:grpSp>
          <p:nvGrpSpPr>
            <p:cNvPr id="8" name="组合 7">
              <a:extLst>
                <a:ext uri="{FF2B5EF4-FFF2-40B4-BE49-F238E27FC236}">
                  <a16:creationId xmlns:a16="http://schemas.microsoft.com/office/drawing/2014/main" id="{80285891-BBE1-5E68-A83F-6ACCBB8444C7}"/>
                </a:ext>
              </a:extLst>
            </p:cNvPr>
            <p:cNvGrpSpPr/>
            <p:nvPr/>
          </p:nvGrpSpPr>
          <p:grpSpPr>
            <a:xfrm>
              <a:off x="11454918" y="5867450"/>
              <a:ext cx="737081" cy="520700"/>
              <a:chOff x="11454918" y="5867450"/>
              <a:chExt cx="737081" cy="520700"/>
            </a:xfrm>
          </p:grpSpPr>
          <p:sp>
            <p:nvSpPr>
              <p:cNvPr id="10" name="箭头: 五边形 9">
                <a:extLst>
                  <a:ext uri="{FF2B5EF4-FFF2-40B4-BE49-F238E27FC236}">
                    <a16:creationId xmlns:a16="http://schemas.microsoft.com/office/drawing/2014/main" id="{1CFD4804-552E-AAE6-071A-182BFBD9EEA2}"/>
                  </a:ext>
                </a:extLst>
              </p:cNvPr>
              <p:cNvSpPr/>
              <p:nvPr/>
            </p:nvSpPr>
            <p:spPr>
              <a:xfrm rot="10800000">
                <a:off x="11525248" y="5867450"/>
                <a:ext cx="666751" cy="520700"/>
              </a:xfrm>
              <a:prstGeom prst="homePlate">
                <a:avLst>
                  <a:gd name="adj" fmla="val 33161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1" name="箭头: V 形 10">
                <a:extLst>
                  <a:ext uri="{FF2B5EF4-FFF2-40B4-BE49-F238E27FC236}">
                    <a16:creationId xmlns:a16="http://schemas.microsoft.com/office/drawing/2014/main" id="{3FA9C13A-4915-BBAD-0F87-01F07C56F23A}"/>
                  </a:ext>
                </a:extLst>
              </p:cNvPr>
              <p:cNvSpPr/>
              <p:nvPr/>
            </p:nvSpPr>
            <p:spPr>
              <a:xfrm rot="10800000">
                <a:off x="11454918" y="5867450"/>
                <a:ext cx="217179" cy="520700"/>
              </a:xfrm>
              <a:prstGeom prst="chevron">
                <a:avLst>
                  <a:gd name="adj" fmla="val 84850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9" name="灯片编号占位符 3">
              <a:extLst>
                <a:ext uri="{FF2B5EF4-FFF2-40B4-BE49-F238E27FC236}">
                  <a16:creationId xmlns:a16="http://schemas.microsoft.com/office/drawing/2014/main" id="{082047DC-414E-4771-9FC2-9E4C72A08BFC}"/>
                </a:ext>
              </a:extLst>
            </p:cNvPr>
            <p:cNvSpPr txBox="1">
              <a:spLocks/>
            </p:cNvSpPr>
            <p:nvPr/>
          </p:nvSpPr>
          <p:spPr>
            <a:xfrm>
              <a:off x="11574440" y="5839511"/>
              <a:ext cx="666751" cy="548639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zh-CN"/>
              </a:defPPr>
              <a:lvl1pPr marL="0" algn="ctr" defTabSz="914400" rtl="0" eaLnBrk="1" latinLnBrk="0" hangingPunct="1">
                <a:defRPr sz="2800" b="1" kern="1200">
                  <a:solidFill>
                    <a:schemeClr val="accent3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fld id="{27C45CD9-0508-4D1E-923D-4DFDAA610D19}" type="slidenum">
                <a:rPr lang="zh-CN" altLang="en-US" sz="3200" smtClean="0">
                  <a:solidFill>
                    <a:schemeClr val="bg1"/>
                  </a:solidFill>
                  <a:latin typeface="Candara"/>
                  <a:ea typeface="微软雅黑"/>
                </a:rPr>
                <a:pPr>
                  <a:defRPr/>
                </a:pPr>
                <a:t>5</a:t>
              </a:fld>
              <a:endParaRPr lang="zh-CN" altLang="en-US" sz="3200" dirty="0">
                <a:solidFill>
                  <a:schemeClr val="bg1"/>
                </a:solidFill>
                <a:latin typeface="Candara"/>
                <a:ea typeface="微软雅黑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F4C74CFA-A592-AD50-3766-F86803F1D57F}"/>
                  </a:ext>
                </a:extLst>
              </p:cNvPr>
              <p:cNvSpPr txBox="1"/>
              <p:nvPr/>
            </p:nvSpPr>
            <p:spPr>
              <a:xfrm>
                <a:off x="360000" y="4428000"/>
                <a:ext cx="7160680" cy="198798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1"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pt-BR" altLang="zh-CN" sz="3200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楷体_GB2312" pitchFamily="49" charset="-122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kumimoji="1" lang="en-US" altLang="zh-CN" sz="3200" b="0" i="0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楷体_GB2312" pitchFamily="49" charset="-122"/>
                            </a:rPr>
                            <m:t>Y</m:t>
                          </m:r>
                        </m:e>
                        <m:sub>
                          <m:r>
                            <a:rPr kumimoji="1" lang="en-US" altLang="zh-CN" sz="3200" b="0" i="0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楷体_GB2312" pitchFamily="49" charset="-122"/>
                            </a:rPr>
                            <m:t>2</m:t>
                          </m:r>
                        </m:sub>
                      </m:sSub>
                      <m:r>
                        <a:rPr kumimoji="1" lang="en-US" altLang="zh-CN" sz="3200" i="1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楷体_GB2312" pitchFamily="49" charset="-122"/>
                        </a:rPr>
                        <m:t>=</m:t>
                      </m:r>
                      <m:r>
                        <m:rPr>
                          <m:sty m:val="p"/>
                        </m:rPr>
                        <a:rPr kumimoji="1" lang="en-US" altLang="zh-CN" sz="3200" b="0" i="0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楷体_GB2312" pitchFamily="49" charset="-122"/>
                        </a:rPr>
                        <m:t>A</m:t>
                      </m:r>
                    </m:oMath>
                  </m:oMathPara>
                </a14:m>
                <a:endParaRPr lang="en-US" altLang="zh-CN" sz="32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lvl="1"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pt-BR" altLang="zh-CN" sz="32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楷体_GB2312" pitchFamily="49" charset="-122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kumimoji="1" lang="en-US" altLang="zh-CN" sz="320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楷体_GB2312" pitchFamily="49" charset="-122"/>
                            </a:rPr>
                            <m:t>Y</m:t>
                          </m:r>
                        </m:e>
                        <m:sub>
                          <m:r>
                            <a:rPr kumimoji="1" lang="en-US" altLang="zh-CN" sz="3200" b="0" i="0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楷体_GB2312" pitchFamily="49" charset="-122"/>
                            </a:rPr>
                            <m:t>1</m:t>
                          </m:r>
                        </m:sub>
                      </m:sSub>
                      <m:r>
                        <a:rPr kumimoji="1" lang="en-US" altLang="zh-CN" sz="320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楷体_GB2312" pitchFamily="49" charset="-122"/>
                        </a:rPr>
                        <m:t>=</m:t>
                      </m:r>
                      <m:acc>
                        <m:accPr>
                          <m:chr m:val="̅"/>
                          <m:ctrlPr>
                            <a:rPr kumimoji="1" lang="en-US" altLang="zh-CN" sz="32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楷体_GB2312" pitchFamily="49" charset="-122"/>
                            </a:rPr>
                          </m:ctrlPr>
                        </m:accPr>
                        <m:e>
                          <m:acc>
                            <m:accPr>
                              <m:chr m:val="̅"/>
                              <m:ctrlPr>
                                <a:rPr kumimoji="1" lang="en-US" altLang="zh-CN" sz="3200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楷体_GB2312" pitchFamily="49" charset="-122"/>
                                </a:rPr>
                              </m:ctrlPr>
                            </m:accPr>
                            <m:e>
                              <m:r>
                                <m:rPr>
                                  <m:sty m:val="p"/>
                                </m:rPr>
                                <a:rPr kumimoji="1" lang="en-US" altLang="zh-CN" sz="320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楷体_GB2312" pitchFamily="49" charset="-122"/>
                                </a:rPr>
                                <m:t>A</m:t>
                              </m:r>
                              <m:r>
                                <a:rPr kumimoji="1" lang="en-US" altLang="zh-CN" sz="320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楷体_GB2312" pitchFamily="49" charset="-122"/>
                                </a:rPr>
                                <m:t> </m:t>
                              </m:r>
                              <m:acc>
                                <m:accPr>
                                  <m:chr m:val="̅"/>
                                  <m:ctrlPr>
                                    <a:rPr kumimoji="1" lang="en-US" altLang="zh-CN" sz="3200" i="1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楷体_GB2312" pitchFamily="49" charset="-122"/>
                                    </a:rPr>
                                  </m:ctrlPr>
                                </m:accPr>
                                <m:e>
                                  <m:r>
                                    <m:rPr>
                                      <m:sty m:val="p"/>
                                    </m:rPr>
                                    <a:rPr kumimoji="1" lang="en-US" altLang="zh-CN" sz="3200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楷体_GB2312" pitchFamily="49" charset="-122"/>
                                    </a:rPr>
                                    <m:t>B</m:t>
                                  </m:r>
                                </m:e>
                              </m:acc>
                            </m:e>
                          </m:acc>
                          <m:r>
                            <a:rPr kumimoji="1" lang="en-US" altLang="zh-CN" sz="320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楷体_GB2312" pitchFamily="49" charset="-122"/>
                            </a:rPr>
                            <m:t> </m:t>
                          </m:r>
                          <m:acc>
                            <m:accPr>
                              <m:chr m:val="̅"/>
                              <m:ctrlPr>
                                <a:rPr kumimoji="1" lang="en-US" altLang="zh-CN" sz="3200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楷体_GB2312" pitchFamily="49" charset="-122"/>
                                </a:rPr>
                              </m:ctrlPr>
                            </m:accPr>
                            <m:e>
                              <m:acc>
                                <m:accPr>
                                  <m:chr m:val="̅"/>
                                  <m:ctrlPr>
                                    <a:rPr kumimoji="1" lang="en-US" altLang="zh-CN" sz="3200" i="1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楷体_GB2312" pitchFamily="49" charset="-122"/>
                                    </a:rPr>
                                  </m:ctrlPr>
                                </m:accPr>
                                <m:e>
                                  <m:r>
                                    <m:rPr>
                                      <m:sty m:val="p"/>
                                    </m:rPr>
                                    <a:rPr kumimoji="1" lang="en-US" altLang="zh-CN" sz="3200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楷体_GB2312" pitchFamily="49" charset="-122"/>
                                    </a:rPr>
                                    <m:t>A</m:t>
                                  </m:r>
                                </m:e>
                              </m:acc>
                              <m:r>
                                <a:rPr kumimoji="1" lang="en-US" altLang="zh-CN" sz="320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楷体_GB2312" pitchFamily="49" charset="-122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kumimoji="1" lang="en-US" altLang="zh-CN" sz="320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楷体_GB2312" pitchFamily="49" charset="-122"/>
                                </a:rPr>
                                <m:t>B</m:t>
                              </m:r>
                            </m:e>
                          </m:acc>
                        </m:e>
                      </m:acc>
                      <m:r>
                        <a:rPr kumimoji="1" lang="en-US" altLang="zh-CN" sz="320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楷体_GB2312" pitchFamily="49" charset="-122"/>
                        </a:rPr>
                        <m:t>=</m:t>
                      </m:r>
                      <m:acc>
                        <m:accPr>
                          <m:chr m:val="̅"/>
                          <m:ctrlPr>
                            <a:rPr kumimoji="1" lang="en-US" altLang="zh-CN" sz="32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楷体_GB2312" pitchFamily="49" charset="-122"/>
                            </a:rPr>
                          </m:ctrlPr>
                        </m:accPr>
                        <m:e>
                          <m:r>
                            <m:rPr>
                              <m:sty m:val="p"/>
                            </m:rPr>
                            <a:rPr kumimoji="1" lang="en-US" altLang="zh-CN" sz="320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楷体_GB2312" pitchFamily="49" charset="-122"/>
                            </a:rPr>
                            <m:t>A</m:t>
                          </m:r>
                        </m:e>
                      </m:acc>
                      <m:r>
                        <m:rPr>
                          <m:sty m:val="p"/>
                        </m:rPr>
                        <a:rPr kumimoji="1" lang="en-US" altLang="zh-CN" sz="320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楷体_GB2312" pitchFamily="49" charset="-122"/>
                        </a:rPr>
                        <m:t>B</m:t>
                      </m:r>
                      <m:r>
                        <a:rPr kumimoji="1" lang="en-US" altLang="zh-CN" sz="320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楷体_GB2312" pitchFamily="49" charset="-122"/>
                        </a:rPr>
                        <m:t>+</m:t>
                      </m:r>
                      <m:r>
                        <m:rPr>
                          <m:sty m:val="p"/>
                        </m:rPr>
                        <a:rPr kumimoji="1" lang="en-US" altLang="zh-CN" sz="320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楷体_GB2312" pitchFamily="49" charset="-122"/>
                        </a:rPr>
                        <m:t>A</m:t>
                      </m:r>
                      <m:acc>
                        <m:accPr>
                          <m:chr m:val="̅"/>
                          <m:ctrlPr>
                            <a:rPr kumimoji="1" lang="en-US" altLang="zh-CN" sz="32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楷体_GB2312" pitchFamily="49" charset="-122"/>
                            </a:rPr>
                          </m:ctrlPr>
                        </m:accPr>
                        <m:e>
                          <m:r>
                            <m:rPr>
                              <m:sty m:val="p"/>
                            </m:rPr>
                            <a:rPr kumimoji="1" lang="en-US" altLang="zh-CN" sz="320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楷体_GB2312" pitchFamily="49" charset="-122"/>
                            </a:rPr>
                            <m:t>B</m:t>
                          </m:r>
                        </m:e>
                      </m:acc>
                      <m:r>
                        <a:rPr kumimoji="1" lang="en-US" altLang="zh-CN" sz="320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楷体_GB2312" pitchFamily="49" charset="-122"/>
                        </a:rPr>
                        <m:t>=</m:t>
                      </m:r>
                      <m:r>
                        <m:rPr>
                          <m:sty m:val="p"/>
                        </m:rPr>
                        <a:rPr kumimoji="1" lang="en-US" altLang="zh-CN" sz="320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楷体_GB2312" pitchFamily="49" charset="-122"/>
                        </a:rPr>
                        <m:t>A</m:t>
                      </m:r>
                      <m:r>
                        <a:rPr kumimoji="1" lang="en-US" altLang="zh-CN" sz="3200" i="1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⨁</m:t>
                      </m:r>
                      <m:r>
                        <m:rPr>
                          <m:sty m:val="p"/>
                        </m:rPr>
                        <a:rPr kumimoji="1" lang="en-US" altLang="zh-CN" sz="320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楷体_GB2312" pitchFamily="49" charset="-122"/>
                        </a:rPr>
                        <m:t>B</m:t>
                      </m:r>
                    </m:oMath>
                  </m:oMathPara>
                </a14:m>
                <a:endParaRPr lang="en-US" altLang="zh-CN" sz="32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lvl="1">
                  <a:spcAft>
                    <a:spcPts val="60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kumimoji="1" lang="pt-BR" altLang="zh-CN" sz="32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楷体_GB2312" pitchFamily="49" charset="-122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kumimoji="1" lang="en-US" altLang="zh-CN" sz="32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楷体_GB2312" pitchFamily="49" charset="-122"/>
                          </a:rPr>
                          <m:t>Y</m:t>
                        </m:r>
                      </m:e>
                      <m:sub>
                        <m:r>
                          <a:rPr kumimoji="1" lang="en-US" altLang="zh-CN" sz="32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楷体_GB2312" pitchFamily="49" charset="-122"/>
                          </a:rPr>
                          <m:t>0</m:t>
                        </m:r>
                      </m:sub>
                    </m:sSub>
                    <m:r>
                      <a:rPr kumimoji="1" lang="en-US" altLang="zh-CN" sz="32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楷体_GB2312" pitchFamily="49" charset="-122"/>
                      </a:rPr>
                      <m:t>=</m:t>
                    </m:r>
                    <m:acc>
                      <m:accPr>
                        <m:chr m:val="̅"/>
                        <m:ctrlPr>
                          <a:rPr kumimoji="1" lang="en-US" altLang="zh-CN" sz="32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楷体_GB2312" pitchFamily="49" charset="-122"/>
                          </a:rPr>
                        </m:ctrlPr>
                      </m:accPr>
                      <m:e>
                        <m:acc>
                          <m:accPr>
                            <m:chr m:val="̅"/>
                            <m:ctrlPr>
                              <a:rPr kumimoji="1" lang="en-US" altLang="zh-CN" sz="32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楷体_GB2312" pitchFamily="49" charset="-122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kumimoji="1" lang="en-US" altLang="zh-CN" sz="32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楷体_GB2312" pitchFamily="49" charset="-122"/>
                              </a:rPr>
                              <m:t>A</m:t>
                            </m:r>
                            <m:r>
                              <a:rPr kumimoji="1" lang="en-US" altLang="zh-CN" sz="32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楷体_GB2312" pitchFamily="49" charset="-122"/>
                              </a:rPr>
                              <m:t> </m:t>
                            </m:r>
                            <m:acc>
                              <m:accPr>
                                <m:chr m:val="̅"/>
                                <m:ctrlPr>
                                  <a:rPr kumimoji="1" lang="en-US" altLang="zh-CN" sz="3200" i="1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楷体_GB2312" pitchFamily="49" charset="-122"/>
                                  </a:rPr>
                                </m:ctrlPr>
                              </m:accPr>
                              <m:e>
                                <m:r>
                                  <m:rPr>
                                    <m:sty m:val="p"/>
                                  </m:rPr>
                                  <a:rPr kumimoji="1" lang="en-US" altLang="zh-CN" sz="320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楷体_GB2312" pitchFamily="49" charset="-122"/>
                                  </a:rPr>
                                  <m:t>C</m:t>
                                </m:r>
                              </m:e>
                            </m:acc>
                          </m:e>
                        </m:acc>
                        <m:r>
                          <a:rPr kumimoji="1" lang="en-US" altLang="zh-CN" sz="32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楷体_GB2312" pitchFamily="49" charset="-122"/>
                          </a:rPr>
                          <m:t> </m:t>
                        </m:r>
                        <m:acc>
                          <m:accPr>
                            <m:chr m:val="̅"/>
                            <m:ctrlPr>
                              <a:rPr kumimoji="1" lang="en-US" altLang="zh-CN" sz="32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楷体_GB2312" pitchFamily="49" charset="-122"/>
                              </a:rPr>
                            </m:ctrlPr>
                          </m:accPr>
                          <m:e>
                            <m:acc>
                              <m:accPr>
                                <m:chr m:val="̅"/>
                                <m:ctrlPr>
                                  <a:rPr kumimoji="1" lang="en-US" altLang="zh-CN" sz="3200" i="1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楷体_GB2312" pitchFamily="49" charset="-122"/>
                                  </a:rPr>
                                </m:ctrlPr>
                              </m:accPr>
                              <m:e>
                                <m:r>
                                  <m:rPr>
                                    <m:sty m:val="p"/>
                                  </m:rPr>
                                  <a:rPr kumimoji="1" lang="en-US" altLang="zh-CN" sz="320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楷体_GB2312" pitchFamily="49" charset="-122"/>
                                  </a:rPr>
                                  <m:t>A</m:t>
                                </m:r>
                              </m:e>
                            </m:acc>
                            <m:r>
                              <a:rPr kumimoji="1" lang="en-US" altLang="zh-CN" sz="32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楷体_GB2312" pitchFamily="49" charset="-122"/>
                              </a:rPr>
                              <m:t> </m:t>
                            </m:r>
                            <m:r>
                              <m:rPr>
                                <m:sty m:val="p"/>
                              </m:rPr>
                              <a:rPr kumimoji="1" lang="en-US" altLang="zh-CN" sz="32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楷体_GB2312" pitchFamily="49" charset="-122"/>
                              </a:rPr>
                              <m:t>C</m:t>
                            </m:r>
                          </m:e>
                        </m:acc>
                      </m:e>
                    </m:acc>
                    <m:r>
                      <a:rPr kumimoji="1" lang="en-US" altLang="zh-CN" sz="32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楷体_GB2312" pitchFamily="49" charset="-122"/>
                      </a:rPr>
                      <m:t>=</m:t>
                    </m:r>
                    <m:r>
                      <m:rPr>
                        <m:sty m:val="p"/>
                      </m:rPr>
                      <a:rPr kumimoji="1" lang="en-US" altLang="zh-CN" sz="32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楷体_GB2312" pitchFamily="49" charset="-122"/>
                      </a:rPr>
                      <m:t>A</m:t>
                    </m:r>
                    <m:r>
                      <a:rPr kumimoji="1" lang="en-US" altLang="zh-CN" sz="32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⨁</m:t>
                    </m:r>
                    <m:r>
                      <m:rPr>
                        <m:sty m:val="p"/>
                      </m:rPr>
                      <a:rPr kumimoji="1" lang="en-US" altLang="zh-CN" sz="32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C</m:t>
                    </m:r>
                  </m:oMath>
                </a14:m>
                <a:r>
                  <a:rPr lang="en-US" altLang="zh-CN" sz="32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</a:p>
            </p:txBody>
          </p:sp>
        </mc:Choice>
        <mc:Fallback xmlns="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F4C74CFA-A592-AD50-3766-F86803F1D5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000" y="4428000"/>
                <a:ext cx="7160680" cy="198798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文本框 16">
            <a:extLst>
              <a:ext uri="{FF2B5EF4-FFF2-40B4-BE49-F238E27FC236}">
                <a16:creationId xmlns:a16="http://schemas.microsoft.com/office/drawing/2014/main" id="{5CDCC771-4898-ADB2-D904-0B05FC54F102}"/>
              </a:ext>
            </a:extLst>
          </p:cNvPr>
          <p:cNvSpPr txBox="1"/>
          <p:nvPr/>
        </p:nvSpPr>
        <p:spPr>
          <a:xfrm>
            <a:off x="360000" y="3888000"/>
            <a:ext cx="644717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步骤二：化简和变换逻辑函数式</a:t>
            </a:r>
            <a:endParaRPr lang="en-US" altLang="zh-CN" sz="28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D71A2FA-EA68-2F85-0A02-B8FADB0A877B}"/>
              </a:ext>
            </a:extLst>
          </p:cNvPr>
          <p:cNvSpPr txBox="1"/>
          <p:nvPr/>
        </p:nvSpPr>
        <p:spPr>
          <a:xfrm>
            <a:off x="360000" y="720000"/>
            <a:ext cx="6780273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步骤一：根据逻辑电路，从输入到输出，写出逻辑函数表达式</a:t>
            </a:r>
            <a:endParaRPr lang="en-US" altLang="zh-CN" sz="28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056720D5-20FB-11E4-8FC8-81E179DD4481}"/>
                  </a:ext>
                </a:extLst>
              </p:cNvPr>
              <p:cNvSpPr txBox="1"/>
              <p:nvPr/>
            </p:nvSpPr>
            <p:spPr>
              <a:xfrm>
                <a:off x="360000" y="1656000"/>
                <a:ext cx="3670971" cy="206492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1"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pt-BR" altLang="zh-CN" sz="3200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楷体_GB2312" pitchFamily="49" charset="-122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kumimoji="1" lang="en-US" altLang="zh-CN" sz="3200" b="0" i="0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楷体_GB2312" pitchFamily="49" charset="-122"/>
                            </a:rPr>
                            <m:t>Y</m:t>
                          </m:r>
                        </m:e>
                        <m:sub>
                          <m:r>
                            <a:rPr kumimoji="1" lang="en-US" altLang="zh-CN" sz="3200" b="0" i="0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楷体_GB2312" pitchFamily="49" charset="-122"/>
                            </a:rPr>
                            <m:t>2</m:t>
                          </m:r>
                        </m:sub>
                      </m:sSub>
                      <m:r>
                        <a:rPr kumimoji="1" lang="en-US" altLang="zh-CN" sz="3200" i="1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楷体_GB2312" pitchFamily="49" charset="-122"/>
                        </a:rPr>
                        <m:t>=</m:t>
                      </m:r>
                      <m:r>
                        <m:rPr>
                          <m:sty m:val="p"/>
                        </m:rPr>
                        <a:rPr kumimoji="1" lang="en-US" altLang="zh-CN" sz="3200" b="0" i="0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楷体_GB2312" pitchFamily="49" charset="-122"/>
                        </a:rPr>
                        <m:t>A</m:t>
                      </m:r>
                    </m:oMath>
                  </m:oMathPara>
                </a14:m>
                <a:endParaRPr lang="en-US" altLang="zh-CN" sz="32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lvl="1"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pt-BR" altLang="zh-CN" sz="32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楷体_GB2312" pitchFamily="49" charset="-122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kumimoji="1" lang="en-US" altLang="zh-CN" sz="320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楷体_GB2312" pitchFamily="49" charset="-122"/>
                            </a:rPr>
                            <m:t>Y</m:t>
                          </m:r>
                        </m:e>
                        <m:sub>
                          <m:r>
                            <a:rPr kumimoji="1" lang="en-US" altLang="zh-CN" sz="3200" b="0" i="0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楷体_GB2312" pitchFamily="49" charset="-122"/>
                            </a:rPr>
                            <m:t>1</m:t>
                          </m:r>
                        </m:sub>
                      </m:sSub>
                      <m:r>
                        <a:rPr kumimoji="1" lang="en-US" altLang="zh-CN" sz="320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楷体_GB2312" pitchFamily="49" charset="-122"/>
                        </a:rPr>
                        <m:t>=</m:t>
                      </m:r>
                      <m:acc>
                        <m:accPr>
                          <m:chr m:val="̅"/>
                          <m:ctrlPr>
                            <a:rPr kumimoji="1" lang="en-US" altLang="zh-CN" sz="32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楷体_GB2312" pitchFamily="49" charset="-122"/>
                            </a:rPr>
                          </m:ctrlPr>
                        </m:accPr>
                        <m:e>
                          <m:acc>
                            <m:accPr>
                              <m:chr m:val="̅"/>
                              <m:ctrlPr>
                                <a:rPr kumimoji="1" lang="en-US" altLang="zh-CN" sz="3200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楷体_GB2312" pitchFamily="49" charset="-122"/>
                                </a:rPr>
                              </m:ctrlPr>
                            </m:accPr>
                            <m:e>
                              <m:r>
                                <m:rPr>
                                  <m:sty m:val="p"/>
                                </m:rPr>
                                <a:rPr kumimoji="1" lang="en-US" altLang="zh-CN" sz="320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楷体_GB2312" pitchFamily="49" charset="-122"/>
                                </a:rPr>
                                <m:t>A</m:t>
                              </m:r>
                              <m:r>
                                <a:rPr kumimoji="1" lang="en-US" altLang="zh-CN" sz="320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楷体_GB2312" pitchFamily="49" charset="-122"/>
                                </a:rPr>
                                <m:t> </m:t>
                              </m:r>
                              <m:acc>
                                <m:accPr>
                                  <m:chr m:val="̅"/>
                                  <m:ctrlPr>
                                    <a:rPr kumimoji="1" lang="en-US" altLang="zh-CN" sz="3200" i="1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楷体_GB2312" pitchFamily="49" charset="-122"/>
                                    </a:rPr>
                                  </m:ctrlPr>
                                </m:accPr>
                                <m:e>
                                  <m:r>
                                    <m:rPr>
                                      <m:sty m:val="p"/>
                                    </m:rPr>
                                    <a:rPr kumimoji="1" lang="en-US" altLang="zh-CN" sz="3200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楷体_GB2312" pitchFamily="49" charset="-122"/>
                                    </a:rPr>
                                    <m:t>B</m:t>
                                  </m:r>
                                </m:e>
                              </m:acc>
                            </m:e>
                          </m:acc>
                          <m:r>
                            <a:rPr kumimoji="1" lang="en-US" altLang="zh-CN" sz="320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楷体_GB2312" pitchFamily="49" charset="-122"/>
                            </a:rPr>
                            <m:t> </m:t>
                          </m:r>
                          <m:acc>
                            <m:accPr>
                              <m:chr m:val="̅"/>
                              <m:ctrlPr>
                                <a:rPr kumimoji="1" lang="en-US" altLang="zh-CN" sz="3200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楷体_GB2312" pitchFamily="49" charset="-122"/>
                                </a:rPr>
                              </m:ctrlPr>
                            </m:accPr>
                            <m:e>
                              <m:acc>
                                <m:accPr>
                                  <m:chr m:val="̅"/>
                                  <m:ctrlPr>
                                    <a:rPr kumimoji="1" lang="en-US" altLang="zh-CN" sz="3200" i="1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楷体_GB2312" pitchFamily="49" charset="-122"/>
                                    </a:rPr>
                                  </m:ctrlPr>
                                </m:accPr>
                                <m:e>
                                  <m:r>
                                    <m:rPr>
                                      <m:sty m:val="p"/>
                                    </m:rPr>
                                    <a:rPr kumimoji="1" lang="en-US" altLang="zh-CN" sz="3200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楷体_GB2312" pitchFamily="49" charset="-122"/>
                                    </a:rPr>
                                    <m:t>A</m:t>
                                  </m:r>
                                </m:e>
                              </m:acc>
                              <m:r>
                                <a:rPr kumimoji="1" lang="en-US" altLang="zh-CN" sz="320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楷体_GB2312" pitchFamily="49" charset="-122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kumimoji="1" lang="en-US" altLang="zh-CN" sz="320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楷体_GB2312" pitchFamily="49" charset="-122"/>
                                </a:rPr>
                                <m:t>B</m:t>
                              </m:r>
                            </m:e>
                          </m:acc>
                        </m:e>
                      </m:acc>
                    </m:oMath>
                  </m:oMathPara>
                </a14:m>
                <a:endParaRPr kumimoji="1" lang="en-US" altLang="zh-CN" sz="3200" i="1" dirty="0">
                  <a:solidFill>
                    <a:schemeClr val="accent5">
                      <a:lumMod val="75000"/>
                    </a:schemeClr>
                  </a:solidFill>
                  <a:latin typeface="Cambria Math" panose="02040503050406030204" pitchFamily="18" charset="0"/>
                  <a:ea typeface="楷体_GB2312" pitchFamily="49" charset="-122"/>
                </a:endParaRPr>
              </a:p>
              <a:p>
                <a:pPr lvl="1"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pt-BR" altLang="zh-CN" sz="32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楷体_GB2312" pitchFamily="49" charset="-122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kumimoji="1" lang="en-US" altLang="zh-CN" sz="320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楷体_GB2312" pitchFamily="49" charset="-122"/>
                            </a:rPr>
                            <m:t>Y</m:t>
                          </m:r>
                        </m:e>
                        <m:sub>
                          <m:r>
                            <a:rPr kumimoji="1" lang="en-US" altLang="zh-CN" sz="3200" b="0" i="0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楷体_GB2312" pitchFamily="49" charset="-122"/>
                            </a:rPr>
                            <m:t>0</m:t>
                          </m:r>
                        </m:sub>
                      </m:sSub>
                      <m:r>
                        <a:rPr kumimoji="1" lang="en-US" altLang="zh-CN" sz="320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楷体_GB2312" pitchFamily="49" charset="-122"/>
                        </a:rPr>
                        <m:t>=</m:t>
                      </m:r>
                      <m:acc>
                        <m:accPr>
                          <m:chr m:val="̅"/>
                          <m:ctrlPr>
                            <a:rPr kumimoji="1" lang="en-US" altLang="zh-CN" sz="32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楷体_GB2312" pitchFamily="49" charset="-122"/>
                            </a:rPr>
                          </m:ctrlPr>
                        </m:accPr>
                        <m:e>
                          <m:acc>
                            <m:accPr>
                              <m:chr m:val="̅"/>
                              <m:ctrlPr>
                                <a:rPr kumimoji="1" lang="en-US" altLang="zh-CN" sz="3200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楷体_GB2312" pitchFamily="49" charset="-122"/>
                                </a:rPr>
                              </m:ctrlPr>
                            </m:accPr>
                            <m:e>
                              <m:r>
                                <m:rPr>
                                  <m:sty m:val="p"/>
                                </m:rPr>
                                <a:rPr kumimoji="1" lang="en-US" altLang="zh-CN" sz="320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楷体_GB2312" pitchFamily="49" charset="-122"/>
                                </a:rPr>
                                <m:t>A</m:t>
                              </m:r>
                              <m:r>
                                <a:rPr kumimoji="1" lang="en-US" altLang="zh-CN" sz="320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楷体_GB2312" pitchFamily="49" charset="-122"/>
                                </a:rPr>
                                <m:t> </m:t>
                              </m:r>
                              <m:acc>
                                <m:accPr>
                                  <m:chr m:val="̅"/>
                                  <m:ctrlPr>
                                    <a:rPr kumimoji="1" lang="en-US" altLang="zh-CN" sz="3200" i="1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楷体_GB2312" pitchFamily="49" charset="-122"/>
                                    </a:rPr>
                                  </m:ctrlPr>
                                </m:accPr>
                                <m:e>
                                  <m:r>
                                    <m:rPr>
                                      <m:sty m:val="p"/>
                                    </m:rPr>
                                    <a:rPr kumimoji="1" lang="en-US" altLang="zh-CN" sz="3200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楷体_GB2312" pitchFamily="49" charset="-122"/>
                                    </a:rPr>
                                    <m:t>C</m:t>
                                  </m:r>
                                </m:e>
                              </m:acc>
                            </m:e>
                          </m:acc>
                          <m:r>
                            <a:rPr kumimoji="1" lang="en-US" altLang="zh-CN" sz="320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楷体_GB2312" pitchFamily="49" charset="-122"/>
                            </a:rPr>
                            <m:t> </m:t>
                          </m:r>
                          <m:acc>
                            <m:accPr>
                              <m:chr m:val="̅"/>
                              <m:ctrlPr>
                                <a:rPr kumimoji="1" lang="en-US" altLang="zh-CN" sz="3200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楷体_GB2312" pitchFamily="49" charset="-122"/>
                                </a:rPr>
                              </m:ctrlPr>
                            </m:accPr>
                            <m:e>
                              <m:acc>
                                <m:accPr>
                                  <m:chr m:val="̅"/>
                                  <m:ctrlPr>
                                    <a:rPr kumimoji="1" lang="en-US" altLang="zh-CN" sz="3200" i="1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楷体_GB2312" pitchFamily="49" charset="-122"/>
                                    </a:rPr>
                                  </m:ctrlPr>
                                </m:accPr>
                                <m:e>
                                  <m:r>
                                    <m:rPr>
                                      <m:sty m:val="p"/>
                                    </m:rPr>
                                    <a:rPr kumimoji="1" lang="en-US" altLang="zh-CN" sz="3200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楷体_GB2312" pitchFamily="49" charset="-122"/>
                                    </a:rPr>
                                    <m:t>A</m:t>
                                  </m:r>
                                </m:e>
                              </m:acc>
                              <m:r>
                                <a:rPr kumimoji="1" lang="en-US" altLang="zh-CN" sz="320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楷体_GB2312" pitchFamily="49" charset="-122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kumimoji="1" lang="en-US" altLang="zh-CN" sz="320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楷体_GB2312" pitchFamily="49" charset="-122"/>
                                </a:rPr>
                                <m:t>C</m:t>
                              </m:r>
                            </m:e>
                          </m:acc>
                        </m:e>
                      </m:acc>
                    </m:oMath>
                  </m:oMathPara>
                </a14:m>
                <a:endParaRPr lang="en-US" altLang="zh-CN" sz="32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056720D5-20FB-11E4-8FC8-81E179DD44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000" y="1656000"/>
                <a:ext cx="3670971" cy="2064924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标题 1">
            <a:extLst>
              <a:ext uri="{FF2B5EF4-FFF2-40B4-BE49-F238E27FC236}">
                <a16:creationId xmlns:a16="http://schemas.microsoft.com/office/drawing/2014/main" id="{74C02F54-D554-C301-119A-22D738497FE9}"/>
              </a:ext>
            </a:extLst>
          </p:cNvPr>
          <p:cNvSpPr txBox="1">
            <a:spLocks/>
          </p:cNvSpPr>
          <p:nvPr/>
        </p:nvSpPr>
        <p:spPr>
          <a:xfrm>
            <a:off x="360000" y="0"/>
            <a:ext cx="11826000" cy="548639"/>
          </a:xfrm>
          <a:prstGeom prst="rect">
            <a:avLst/>
          </a:prstGeom>
        </p:spPr>
        <p:txBody>
          <a:bodyPr anchor="b">
            <a:normAutofit/>
          </a:bodyPr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3000" dirty="0"/>
              <a:t>组合逻辑电路分析 </a:t>
            </a:r>
            <a:r>
              <a:rPr lang="en-US" altLang="zh-CN" sz="3000" dirty="0"/>
              <a:t>—— </a:t>
            </a:r>
            <a:r>
              <a:rPr lang="zh-CN" altLang="en-US" sz="3000" dirty="0">
                <a:solidFill>
                  <a:srgbClr val="FFFF00"/>
                </a:solidFill>
              </a:rPr>
              <a:t>示例</a:t>
            </a:r>
            <a:endParaRPr lang="en-US" altLang="zh-CN" sz="3000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899520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A29705-D259-6C17-BBC2-E700A5CC08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B1C882FD-C298-9715-B68D-397E9C3314AF}"/>
              </a:ext>
            </a:extLst>
          </p:cNvPr>
          <p:cNvSpPr txBox="1"/>
          <p:nvPr/>
        </p:nvSpPr>
        <p:spPr>
          <a:xfrm>
            <a:off x="360000" y="720000"/>
            <a:ext cx="881453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步骤三：根据逻辑函数式，列出真值表</a:t>
            </a:r>
            <a:endParaRPr lang="en-US" altLang="zh-CN" sz="28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B61B13D4-37D4-EE28-0995-1C9EB0B4F985}"/>
              </a:ext>
            </a:extLst>
          </p:cNvPr>
          <p:cNvGrpSpPr/>
          <p:nvPr/>
        </p:nvGrpSpPr>
        <p:grpSpPr>
          <a:xfrm>
            <a:off x="11449269" y="6198682"/>
            <a:ext cx="786273" cy="548639"/>
            <a:chOff x="11454918" y="5839511"/>
            <a:chExt cx="786273" cy="548639"/>
          </a:xfrm>
        </p:grpSpPr>
        <p:grpSp>
          <p:nvGrpSpPr>
            <p:cNvPr id="8" name="组合 7">
              <a:extLst>
                <a:ext uri="{FF2B5EF4-FFF2-40B4-BE49-F238E27FC236}">
                  <a16:creationId xmlns:a16="http://schemas.microsoft.com/office/drawing/2014/main" id="{2FF40FE6-7441-AB68-6F8B-DEEFDF737C9D}"/>
                </a:ext>
              </a:extLst>
            </p:cNvPr>
            <p:cNvGrpSpPr/>
            <p:nvPr/>
          </p:nvGrpSpPr>
          <p:grpSpPr>
            <a:xfrm>
              <a:off x="11454918" y="5867450"/>
              <a:ext cx="737081" cy="520700"/>
              <a:chOff x="11454918" y="5867450"/>
              <a:chExt cx="737081" cy="520700"/>
            </a:xfrm>
          </p:grpSpPr>
          <p:sp>
            <p:nvSpPr>
              <p:cNvPr id="10" name="箭头: 五边形 9">
                <a:extLst>
                  <a:ext uri="{FF2B5EF4-FFF2-40B4-BE49-F238E27FC236}">
                    <a16:creationId xmlns:a16="http://schemas.microsoft.com/office/drawing/2014/main" id="{64495409-B356-0DD4-0177-E283AB254F4D}"/>
                  </a:ext>
                </a:extLst>
              </p:cNvPr>
              <p:cNvSpPr/>
              <p:nvPr/>
            </p:nvSpPr>
            <p:spPr>
              <a:xfrm rot="10800000">
                <a:off x="11525248" y="5867450"/>
                <a:ext cx="666751" cy="520700"/>
              </a:xfrm>
              <a:prstGeom prst="homePlate">
                <a:avLst>
                  <a:gd name="adj" fmla="val 33161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1" name="箭头: V 形 10">
                <a:extLst>
                  <a:ext uri="{FF2B5EF4-FFF2-40B4-BE49-F238E27FC236}">
                    <a16:creationId xmlns:a16="http://schemas.microsoft.com/office/drawing/2014/main" id="{DD5B002E-9996-92A6-AEEA-B4FFA6FB1865}"/>
                  </a:ext>
                </a:extLst>
              </p:cNvPr>
              <p:cNvSpPr/>
              <p:nvPr/>
            </p:nvSpPr>
            <p:spPr>
              <a:xfrm rot="10800000">
                <a:off x="11454918" y="5867450"/>
                <a:ext cx="217179" cy="520700"/>
              </a:xfrm>
              <a:prstGeom prst="chevron">
                <a:avLst>
                  <a:gd name="adj" fmla="val 84850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9" name="灯片编号占位符 3">
              <a:extLst>
                <a:ext uri="{FF2B5EF4-FFF2-40B4-BE49-F238E27FC236}">
                  <a16:creationId xmlns:a16="http://schemas.microsoft.com/office/drawing/2014/main" id="{4D6A8D08-BDD2-B6D6-EB49-16F8A5BE0674}"/>
                </a:ext>
              </a:extLst>
            </p:cNvPr>
            <p:cNvSpPr txBox="1">
              <a:spLocks/>
            </p:cNvSpPr>
            <p:nvPr/>
          </p:nvSpPr>
          <p:spPr>
            <a:xfrm>
              <a:off x="11574440" y="5839511"/>
              <a:ext cx="666751" cy="548639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zh-CN"/>
              </a:defPPr>
              <a:lvl1pPr marL="0" algn="ctr" defTabSz="914400" rtl="0" eaLnBrk="1" latinLnBrk="0" hangingPunct="1">
                <a:defRPr sz="2800" b="1" kern="1200">
                  <a:solidFill>
                    <a:schemeClr val="accent3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fld id="{27C45CD9-0508-4D1E-923D-4DFDAA610D19}" type="slidenum">
                <a:rPr lang="zh-CN" altLang="en-US" sz="3200" smtClean="0">
                  <a:solidFill>
                    <a:schemeClr val="bg1"/>
                  </a:solidFill>
                  <a:latin typeface="Candara"/>
                  <a:ea typeface="微软雅黑"/>
                </a:rPr>
                <a:pPr>
                  <a:defRPr/>
                </a:pPr>
                <a:t>6</a:t>
              </a:fld>
              <a:endParaRPr lang="zh-CN" altLang="en-US" sz="3200" dirty="0">
                <a:solidFill>
                  <a:schemeClr val="bg1"/>
                </a:solidFill>
                <a:latin typeface="Candara"/>
                <a:ea typeface="微软雅黑"/>
              </a:endParaRPr>
            </a:p>
          </p:txBody>
        </p:sp>
      </p:grpSp>
      <p:graphicFrame>
        <p:nvGraphicFramePr>
          <p:cNvPr id="6" name="Group 4">
            <a:extLst>
              <a:ext uri="{FF2B5EF4-FFF2-40B4-BE49-F238E27FC236}">
                <a16:creationId xmlns:a16="http://schemas.microsoft.com/office/drawing/2014/main" id="{0B59CF2B-BAF2-760A-37DB-51DD49BB2B7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52048369"/>
              </p:ext>
            </p:extLst>
          </p:nvPr>
        </p:nvGraphicFramePr>
        <p:xfrm>
          <a:off x="7948840" y="1354893"/>
          <a:ext cx="3953326" cy="3929064"/>
        </p:xfrm>
        <a:graphic>
          <a:graphicData uri="http://schemas.openxmlformats.org/drawingml/2006/table">
            <a:tbl>
              <a:tblPr/>
              <a:tblGrid>
                <a:gridCol w="6591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917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591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5745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5917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591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0482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0"/>
                          <a:cs typeface="宋体" charset="0"/>
                        </a:rPr>
                        <a:t>A</a:t>
                      </a:r>
                    </a:p>
                  </a:txBody>
                  <a:tcPr marL="90000" marR="90000" marT="46800" marB="46800" anchor="ctr" anchorCtr="1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0"/>
                          <a:cs typeface="宋体" charset="0"/>
                        </a:rPr>
                        <a:t>B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0"/>
                          <a:cs typeface="宋体" charset="0"/>
                        </a:rPr>
                        <a:t>C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0"/>
                          <a:cs typeface="宋体" charset="0"/>
                        </a:rPr>
                        <a:t>Y</a:t>
                      </a:r>
                      <a:r>
                        <a:rPr kumimoji="0" lang="en-US" altLang="zh-CN" sz="24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0"/>
                          <a:cs typeface="宋体" charset="0"/>
                        </a:rPr>
                        <a:t>2</a:t>
                      </a:r>
                      <a:endParaRPr kumimoji="0" lang="en-US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charset="0"/>
                        <a:cs typeface="宋体" charset="0"/>
                      </a:endParaRPr>
                    </a:p>
                  </a:txBody>
                  <a:tcPr marL="90000" marR="90000" marT="46800" marB="4680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0"/>
                          <a:cs typeface="宋体" charset="0"/>
                        </a:rPr>
                        <a:t>Y</a:t>
                      </a:r>
                      <a:r>
                        <a:rPr kumimoji="0" lang="en-US" altLang="zh-CN" sz="24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0"/>
                          <a:cs typeface="宋体" charset="0"/>
                        </a:rPr>
                        <a:t>1</a:t>
                      </a:r>
                      <a:endParaRPr kumimoji="0" lang="en-US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charset="0"/>
                        <a:cs typeface="宋体" charset="0"/>
                      </a:endParaRP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0"/>
                          <a:cs typeface="宋体" charset="0"/>
                        </a:rPr>
                        <a:t>Y</a:t>
                      </a:r>
                      <a:r>
                        <a:rPr kumimoji="0" lang="en-US" altLang="zh-CN" sz="24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0"/>
                          <a:cs typeface="宋体" charset="0"/>
                        </a:rPr>
                        <a:t>0</a:t>
                      </a:r>
                      <a:endParaRPr kumimoji="0" lang="en-US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charset="0"/>
                        <a:cs typeface="宋体" charset="0"/>
                      </a:endParaRP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0"/>
                          <a:cs typeface="宋体" charset="0"/>
                        </a:rPr>
                        <a:t>0</a:t>
                      </a:r>
                    </a:p>
                  </a:txBody>
                  <a:tcPr marL="90000" marR="90000" marT="46800" marB="46800" anchor="ctr" anchorCtr="1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0"/>
                          <a:cs typeface="宋体" charset="0"/>
                        </a:rPr>
                        <a:t>0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0"/>
                          <a:cs typeface="宋体" charset="0"/>
                        </a:rPr>
                        <a:t>0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0"/>
                          <a:cs typeface="宋体" charset="0"/>
                        </a:rPr>
                        <a:t>0</a:t>
                      </a:r>
                    </a:p>
                  </a:txBody>
                  <a:tcPr marL="90000" marR="90000" marT="46800" marB="4680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0"/>
                          <a:cs typeface="宋体" charset="0"/>
                        </a:rPr>
                        <a:t>0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0"/>
                          <a:cs typeface="宋体" charset="0"/>
                        </a:rPr>
                        <a:t>0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703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0"/>
                          <a:cs typeface="宋体" charset="0"/>
                        </a:rPr>
                        <a:t>0</a:t>
                      </a:r>
                    </a:p>
                  </a:txBody>
                  <a:tcPr marL="90000" marR="90000" marT="46800" marB="46800" anchor="ctr" anchorCtr="1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0"/>
                          <a:cs typeface="宋体" charset="0"/>
                        </a:rPr>
                        <a:t>0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0"/>
                          <a:cs typeface="宋体" charset="0"/>
                        </a:rPr>
                        <a:t>1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0"/>
                          <a:cs typeface="宋体" charset="0"/>
                        </a:rPr>
                        <a:t>0</a:t>
                      </a:r>
                    </a:p>
                  </a:txBody>
                  <a:tcPr marL="90000" marR="90000" marT="46800" marB="4680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0"/>
                          <a:cs typeface="宋体" charset="0"/>
                        </a:rPr>
                        <a:t>0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0"/>
                          <a:cs typeface="宋体" charset="0"/>
                        </a:rPr>
                        <a:t>1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0"/>
                          <a:cs typeface="宋体" charset="0"/>
                        </a:rPr>
                        <a:t>0</a:t>
                      </a:r>
                    </a:p>
                  </a:txBody>
                  <a:tcPr marL="90000" marR="90000" marT="46800" marB="46800" anchor="ctr" anchorCtr="1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0"/>
                          <a:cs typeface="宋体" charset="0"/>
                        </a:rPr>
                        <a:t>1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0"/>
                          <a:cs typeface="宋体" charset="0"/>
                        </a:rPr>
                        <a:t>0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0"/>
                          <a:cs typeface="宋体" charset="0"/>
                        </a:rPr>
                        <a:t>0</a:t>
                      </a:r>
                    </a:p>
                  </a:txBody>
                  <a:tcPr marL="90000" marR="90000" marT="46800" marB="4680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0"/>
                          <a:cs typeface="宋体" charset="0"/>
                        </a:rPr>
                        <a:t>1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0"/>
                          <a:cs typeface="宋体" charset="0"/>
                        </a:rPr>
                        <a:t>0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0"/>
                          <a:cs typeface="宋体" charset="0"/>
                        </a:rPr>
                        <a:t>0</a:t>
                      </a:r>
                    </a:p>
                  </a:txBody>
                  <a:tcPr marL="90000" marR="90000" marT="46800" marB="46800" anchor="ctr" anchorCtr="1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0"/>
                          <a:cs typeface="宋体" charset="0"/>
                        </a:rPr>
                        <a:t>1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0"/>
                          <a:cs typeface="宋体" charset="0"/>
                        </a:rPr>
                        <a:t>1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0"/>
                          <a:cs typeface="宋体" charset="0"/>
                        </a:rPr>
                        <a:t>0</a:t>
                      </a:r>
                    </a:p>
                  </a:txBody>
                  <a:tcPr marL="90000" marR="90000" marT="46800" marB="4680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0"/>
                          <a:cs typeface="宋体" charset="0"/>
                        </a:rPr>
                        <a:t>1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0"/>
                          <a:cs typeface="宋体" charset="0"/>
                        </a:rPr>
                        <a:t>1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703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0"/>
                          <a:cs typeface="宋体" charset="0"/>
                        </a:rPr>
                        <a:t>1</a:t>
                      </a:r>
                    </a:p>
                  </a:txBody>
                  <a:tcPr marL="90000" marR="90000" marT="46800" marB="46800" anchor="ctr" anchorCtr="1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0"/>
                          <a:cs typeface="宋体" charset="0"/>
                        </a:rPr>
                        <a:t>0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0"/>
                          <a:cs typeface="宋体" charset="0"/>
                        </a:rPr>
                        <a:t>0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0"/>
                          <a:cs typeface="宋体" charset="0"/>
                        </a:rPr>
                        <a:t>1</a:t>
                      </a:r>
                    </a:p>
                  </a:txBody>
                  <a:tcPr marL="90000" marR="90000" marT="46800" marB="4680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0"/>
                          <a:cs typeface="宋体" charset="0"/>
                        </a:rPr>
                        <a:t>1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0"/>
                          <a:cs typeface="宋体" charset="0"/>
                        </a:rPr>
                        <a:t>1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0"/>
                          <a:cs typeface="宋体" charset="0"/>
                        </a:rPr>
                        <a:t>1</a:t>
                      </a:r>
                    </a:p>
                  </a:txBody>
                  <a:tcPr marL="90000" marR="90000" marT="46800" marB="46800" anchor="ctr" anchorCtr="1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0"/>
                          <a:cs typeface="宋体" charset="0"/>
                        </a:rPr>
                        <a:t>0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0"/>
                          <a:cs typeface="宋体" charset="0"/>
                        </a:rPr>
                        <a:t>1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0"/>
                          <a:cs typeface="宋体" charset="0"/>
                        </a:rPr>
                        <a:t>1</a:t>
                      </a:r>
                    </a:p>
                  </a:txBody>
                  <a:tcPr marL="90000" marR="90000" marT="46800" marB="4680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0"/>
                          <a:cs typeface="宋体" charset="0"/>
                        </a:rPr>
                        <a:t>1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0"/>
                          <a:cs typeface="宋体" charset="0"/>
                        </a:rPr>
                        <a:t>0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703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0"/>
                          <a:cs typeface="宋体" charset="0"/>
                        </a:rPr>
                        <a:t>1</a:t>
                      </a:r>
                    </a:p>
                  </a:txBody>
                  <a:tcPr marL="90000" marR="90000" marT="46800" marB="46800" anchor="ctr" anchorCtr="1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0"/>
                          <a:cs typeface="宋体" charset="0"/>
                        </a:rPr>
                        <a:t>1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0"/>
                          <a:cs typeface="宋体" charset="0"/>
                        </a:rPr>
                        <a:t>0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0"/>
                          <a:cs typeface="宋体" charset="0"/>
                        </a:rPr>
                        <a:t>1</a:t>
                      </a:r>
                    </a:p>
                  </a:txBody>
                  <a:tcPr marL="90000" marR="90000" marT="46800" marB="4680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0"/>
                          <a:cs typeface="宋体" charset="0"/>
                        </a:rPr>
                        <a:t>0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0"/>
                          <a:cs typeface="宋体" charset="0"/>
                        </a:rPr>
                        <a:t>1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0"/>
                          <a:cs typeface="宋体" charset="0"/>
                        </a:rPr>
                        <a:t>1</a:t>
                      </a:r>
                    </a:p>
                  </a:txBody>
                  <a:tcPr marL="90000" marR="90000" marT="46800" marB="46800" anchor="ctr" anchorCtr="1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0"/>
                          <a:cs typeface="宋体" charset="0"/>
                        </a:rPr>
                        <a:t>1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0"/>
                          <a:cs typeface="宋体" charset="0"/>
                        </a:rPr>
                        <a:t>1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0"/>
                          <a:cs typeface="宋体" charset="0"/>
                        </a:rPr>
                        <a:t>1</a:t>
                      </a:r>
                    </a:p>
                  </a:txBody>
                  <a:tcPr marL="90000" marR="90000" marT="46800" marB="4680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0"/>
                          <a:cs typeface="宋体" charset="0"/>
                        </a:rPr>
                        <a:t>0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0"/>
                          <a:cs typeface="宋体" charset="0"/>
                        </a:rPr>
                        <a:t>0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3" name="Rectangle 92">
            <a:extLst>
              <a:ext uri="{FF2B5EF4-FFF2-40B4-BE49-F238E27FC236}">
                <a16:creationId xmlns:a16="http://schemas.microsoft.com/office/drawing/2014/main" id="{27B9A18A-F9B8-50F1-3570-D757537D39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73846" y="846000"/>
            <a:ext cx="11033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Aft>
                <a:spcPct val="0"/>
              </a:spcAft>
              <a:buFontTx/>
              <a:buNone/>
            </a:pPr>
            <a:r>
              <a:rPr lang="zh-CN" altLang="en-US" sz="2400" b="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真值表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6A9D2EF4-4CFA-8349-7417-924E9351EF02}"/>
              </a:ext>
            </a:extLst>
          </p:cNvPr>
          <p:cNvSpPr txBox="1"/>
          <p:nvPr/>
        </p:nvSpPr>
        <p:spPr>
          <a:xfrm>
            <a:off x="360000" y="5400000"/>
            <a:ext cx="747150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Aft>
                <a:spcPts val="600"/>
              </a:spcAft>
            </a:pPr>
            <a:r>
              <a:rPr lang="zh-CN" altLang="en-US" sz="28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将 </a:t>
            </a:r>
            <a:r>
              <a:rPr lang="en-US" altLang="zh-CN" sz="28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 </a:t>
            </a:r>
            <a:r>
              <a:rPr lang="zh-CN" altLang="en-US" sz="28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位二进制原码转换为 </a:t>
            </a:r>
            <a:r>
              <a:rPr lang="en-US" altLang="zh-CN" sz="280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 </a:t>
            </a:r>
            <a:r>
              <a:rPr lang="zh-CN" altLang="en-US" sz="280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</a:t>
            </a:r>
            <a:r>
              <a:rPr lang="zh-CN" altLang="en-US" sz="28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二进制反码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2CF63BA1-9C8D-07DB-E304-E9E201234181}"/>
              </a:ext>
            </a:extLst>
          </p:cNvPr>
          <p:cNvSpPr txBox="1"/>
          <p:nvPr/>
        </p:nvSpPr>
        <p:spPr>
          <a:xfrm>
            <a:off x="360000" y="3888000"/>
            <a:ext cx="747150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步骤四：根据真值表，概括电路的逻辑功能</a:t>
            </a:r>
            <a:endParaRPr lang="en-US" altLang="zh-CN" sz="28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F101159F-5C3A-7F75-3524-54B170333B87}"/>
                  </a:ext>
                </a:extLst>
              </p:cNvPr>
              <p:cNvSpPr txBox="1"/>
              <p:nvPr/>
            </p:nvSpPr>
            <p:spPr>
              <a:xfrm>
                <a:off x="360000" y="1296000"/>
                <a:ext cx="3215766" cy="180049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1"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pt-BR" altLang="zh-CN" sz="3200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楷体_GB2312" pitchFamily="49" charset="-122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kumimoji="1" lang="en-US" altLang="zh-CN" sz="3200" b="0" i="0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楷体_GB2312" pitchFamily="49" charset="-122"/>
                            </a:rPr>
                            <m:t>Y</m:t>
                          </m:r>
                        </m:e>
                        <m:sub>
                          <m:r>
                            <a:rPr kumimoji="1" lang="en-US" altLang="zh-CN" sz="3200" b="0" i="0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楷体_GB2312" pitchFamily="49" charset="-122"/>
                            </a:rPr>
                            <m:t>2</m:t>
                          </m:r>
                        </m:sub>
                      </m:sSub>
                      <m:r>
                        <a:rPr kumimoji="1" lang="en-US" altLang="zh-CN" sz="3200" i="1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楷体_GB2312" pitchFamily="49" charset="-122"/>
                        </a:rPr>
                        <m:t>=</m:t>
                      </m:r>
                      <m:r>
                        <m:rPr>
                          <m:sty m:val="p"/>
                        </m:rPr>
                        <a:rPr kumimoji="1" lang="en-US" altLang="zh-CN" sz="3200" b="0" i="0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楷体_GB2312" pitchFamily="49" charset="-122"/>
                        </a:rPr>
                        <m:t>A</m:t>
                      </m:r>
                    </m:oMath>
                  </m:oMathPara>
                </a14:m>
                <a:endParaRPr lang="en-US" altLang="zh-CN" sz="32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lvl="1"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pt-BR" altLang="zh-CN" sz="32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楷体_GB2312" pitchFamily="49" charset="-122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kumimoji="1" lang="en-US" altLang="zh-CN" sz="320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楷体_GB2312" pitchFamily="49" charset="-122"/>
                            </a:rPr>
                            <m:t>Y</m:t>
                          </m:r>
                        </m:e>
                        <m:sub>
                          <m:r>
                            <a:rPr kumimoji="1" lang="en-US" altLang="zh-CN" sz="3200" b="0" i="0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楷体_GB2312" pitchFamily="49" charset="-122"/>
                            </a:rPr>
                            <m:t>1</m:t>
                          </m:r>
                        </m:sub>
                      </m:sSub>
                      <m:r>
                        <a:rPr kumimoji="1" lang="en-US" altLang="zh-CN" sz="320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楷体_GB2312" pitchFamily="49" charset="-122"/>
                        </a:rPr>
                        <m:t>=</m:t>
                      </m:r>
                      <m:r>
                        <m:rPr>
                          <m:sty m:val="p"/>
                        </m:rPr>
                        <a:rPr kumimoji="1" lang="en-US" altLang="zh-CN" sz="320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楷体_GB2312" pitchFamily="49" charset="-122"/>
                        </a:rPr>
                        <m:t>A</m:t>
                      </m:r>
                      <m:r>
                        <a:rPr kumimoji="1" lang="en-US" altLang="zh-CN" sz="3200" i="1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⨁</m:t>
                      </m:r>
                      <m:r>
                        <m:rPr>
                          <m:sty m:val="p"/>
                        </m:rPr>
                        <a:rPr kumimoji="1" lang="en-US" altLang="zh-CN" sz="320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楷体_GB2312" pitchFamily="49" charset="-122"/>
                        </a:rPr>
                        <m:t>B</m:t>
                      </m:r>
                    </m:oMath>
                  </m:oMathPara>
                </a14:m>
                <a:endParaRPr kumimoji="1" lang="en-US" altLang="zh-CN" sz="3200" i="1" dirty="0">
                  <a:solidFill>
                    <a:schemeClr val="accent5">
                      <a:lumMod val="75000"/>
                    </a:schemeClr>
                  </a:solidFill>
                  <a:latin typeface="Cambria Math" panose="02040503050406030204" pitchFamily="18" charset="0"/>
                  <a:ea typeface="楷体_GB2312" pitchFamily="49" charset="-122"/>
                </a:endParaRPr>
              </a:p>
              <a:p>
                <a:pPr lvl="1"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pt-BR" altLang="zh-CN" sz="32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楷体_GB2312" pitchFamily="49" charset="-122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kumimoji="1" lang="en-US" altLang="zh-CN" sz="320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楷体_GB2312" pitchFamily="49" charset="-122"/>
                            </a:rPr>
                            <m:t>Y</m:t>
                          </m:r>
                        </m:e>
                        <m:sub>
                          <m:r>
                            <a:rPr kumimoji="1" lang="en-US" altLang="zh-CN" sz="3200" b="0" i="0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楷体_GB2312" pitchFamily="49" charset="-122"/>
                            </a:rPr>
                            <m:t>0</m:t>
                          </m:r>
                        </m:sub>
                      </m:sSub>
                      <m:r>
                        <a:rPr kumimoji="1" lang="en-US" altLang="zh-CN" sz="320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楷体_GB2312" pitchFamily="49" charset="-122"/>
                        </a:rPr>
                        <m:t>=</m:t>
                      </m:r>
                      <m:r>
                        <m:rPr>
                          <m:sty m:val="p"/>
                        </m:rPr>
                        <a:rPr kumimoji="1" lang="en-US" altLang="zh-CN" sz="320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楷体_GB2312" pitchFamily="49" charset="-122"/>
                        </a:rPr>
                        <m:t>A</m:t>
                      </m:r>
                      <m:r>
                        <a:rPr kumimoji="1" lang="en-US" altLang="zh-CN" sz="320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⨁</m:t>
                      </m:r>
                      <m:r>
                        <m:rPr>
                          <m:sty m:val="p"/>
                        </m:rPr>
                        <a:rPr kumimoji="1" lang="en-US" altLang="zh-CN" sz="320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C</m:t>
                      </m:r>
                    </m:oMath>
                  </m:oMathPara>
                </a14:m>
                <a:endParaRPr lang="en-US" altLang="zh-CN" sz="32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F101159F-5C3A-7F75-3524-54B170333B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000" y="1296000"/>
                <a:ext cx="3215766" cy="180049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标题 1">
            <a:extLst>
              <a:ext uri="{FF2B5EF4-FFF2-40B4-BE49-F238E27FC236}">
                <a16:creationId xmlns:a16="http://schemas.microsoft.com/office/drawing/2014/main" id="{E9BDD30D-1299-3E47-2060-C8E9FE0A7F4F}"/>
              </a:ext>
            </a:extLst>
          </p:cNvPr>
          <p:cNvSpPr txBox="1">
            <a:spLocks/>
          </p:cNvSpPr>
          <p:nvPr/>
        </p:nvSpPr>
        <p:spPr>
          <a:xfrm>
            <a:off x="360000" y="0"/>
            <a:ext cx="11826000" cy="548639"/>
          </a:xfrm>
          <a:prstGeom prst="rect">
            <a:avLst/>
          </a:prstGeom>
        </p:spPr>
        <p:txBody>
          <a:bodyPr anchor="b">
            <a:normAutofit/>
          </a:bodyPr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3000" dirty="0"/>
              <a:t>组合逻辑电路分析 </a:t>
            </a:r>
            <a:r>
              <a:rPr lang="en-US" altLang="zh-CN" sz="3000" dirty="0"/>
              <a:t>—— </a:t>
            </a:r>
            <a:r>
              <a:rPr lang="zh-CN" altLang="en-US" sz="3000" dirty="0">
                <a:solidFill>
                  <a:srgbClr val="FFFF00"/>
                </a:solidFill>
              </a:rPr>
              <a:t>示例</a:t>
            </a:r>
            <a:endParaRPr lang="en-US" altLang="zh-CN" sz="3000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334367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F124C801-2AAA-8CDB-32C5-48FD44BB4CE8}"/>
              </a:ext>
            </a:extLst>
          </p:cNvPr>
          <p:cNvSpPr txBox="1"/>
          <p:nvPr/>
        </p:nvSpPr>
        <p:spPr>
          <a:xfrm>
            <a:off x="360000" y="1080000"/>
            <a:ext cx="1149105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zh-CN" altLang="en-US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设计组合逻辑电路目的：求出实现所要求逻辑功能的最简逻辑电路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75FF42D0-8B12-7C96-2E67-BA04A4368ABF}"/>
              </a:ext>
            </a:extLst>
          </p:cNvPr>
          <p:cNvSpPr txBox="1"/>
          <p:nvPr/>
        </p:nvSpPr>
        <p:spPr>
          <a:xfrm>
            <a:off x="360000" y="3060000"/>
            <a:ext cx="10119458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设计组合逻辑电路的一般步骤：</a:t>
            </a:r>
            <a:endParaRPr lang="en-US" altLang="zh-CN" sz="28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914400" lvl="1" indent="-457200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明确逻辑功能，确定输入输出及其因果关系</a:t>
            </a:r>
            <a:endParaRPr lang="en-US" altLang="zh-CN" sz="2400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914400" lvl="1" indent="-457200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根据输入输出关系，列出真值表</a:t>
            </a:r>
            <a:endParaRPr lang="en-US" altLang="zh-CN" sz="2400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914400" lvl="1" indent="-457200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根据真值表，写出逻辑表达式</a:t>
            </a:r>
            <a:endParaRPr lang="en-US" altLang="zh-CN" sz="2400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914400" lvl="1" indent="-457200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化简和变换逻辑表达式，从而画出逻辑图</a:t>
            </a: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B175BD72-BD6D-EA9B-CC54-89E1A113076B}"/>
              </a:ext>
            </a:extLst>
          </p:cNvPr>
          <p:cNvGrpSpPr/>
          <p:nvPr/>
        </p:nvGrpSpPr>
        <p:grpSpPr>
          <a:xfrm>
            <a:off x="11449269" y="6198682"/>
            <a:ext cx="786273" cy="548639"/>
            <a:chOff x="11454918" y="5839511"/>
            <a:chExt cx="786273" cy="548639"/>
          </a:xfrm>
        </p:grpSpPr>
        <p:grpSp>
          <p:nvGrpSpPr>
            <p:cNvPr id="6" name="组合 5">
              <a:extLst>
                <a:ext uri="{FF2B5EF4-FFF2-40B4-BE49-F238E27FC236}">
                  <a16:creationId xmlns:a16="http://schemas.microsoft.com/office/drawing/2014/main" id="{9F09EBB3-2FE3-184D-40F0-47C057C0C4AF}"/>
                </a:ext>
              </a:extLst>
            </p:cNvPr>
            <p:cNvGrpSpPr/>
            <p:nvPr/>
          </p:nvGrpSpPr>
          <p:grpSpPr>
            <a:xfrm>
              <a:off x="11454918" y="5867450"/>
              <a:ext cx="737081" cy="520700"/>
              <a:chOff x="11454918" y="5867450"/>
              <a:chExt cx="737081" cy="520700"/>
            </a:xfrm>
          </p:grpSpPr>
          <p:sp>
            <p:nvSpPr>
              <p:cNvPr id="8" name="箭头: 五边形 7">
                <a:extLst>
                  <a:ext uri="{FF2B5EF4-FFF2-40B4-BE49-F238E27FC236}">
                    <a16:creationId xmlns:a16="http://schemas.microsoft.com/office/drawing/2014/main" id="{A4C6A287-F77E-E1AB-A45A-76CB63A429C3}"/>
                  </a:ext>
                </a:extLst>
              </p:cNvPr>
              <p:cNvSpPr/>
              <p:nvPr/>
            </p:nvSpPr>
            <p:spPr>
              <a:xfrm rot="10800000">
                <a:off x="11525248" y="5867450"/>
                <a:ext cx="666751" cy="520700"/>
              </a:xfrm>
              <a:prstGeom prst="homePlate">
                <a:avLst>
                  <a:gd name="adj" fmla="val 33161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9" name="箭头: V 形 8">
                <a:extLst>
                  <a:ext uri="{FF2B5EF4-FFF2-40B4-BE49-F238E27FC236}">
                    <a16:creationId xmlns:a16="http://schemas.microsoft.com/office/drawing/2014/main" id="{348D87C3-503E-2898-678C-92D187B150E3}"/>
                  </a:ext>
                </a:extLst>
              </p:cNvPr>
              <p:cNvSpPr/>
              <p:nvPr/>
            </p:nvSpPr>
            <p:spPr>
              <a:xfrm rot="10800000">
                <a:off x="11454918" y="5867450"/>
                <a:ext cx="217179" cy="520700"/>
              </a:xfrm>
              <a:prstGeom prst="chevron">
                <a:avLst>
                  <a:gd name="adj" fmla="val 84850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7" name="灯片编号占位符 3">
              <a:extLst>
                <a:ext uri="{FF2B5EF4-FFF2-40B4-BE49-F238E27FC236}">
                  <a16:creationId xmlns:a16="http://schemas.microsoft.com/office/drawing/2014/main" id="{19A89086-944C-235D-CC57-F810A21F9163}"/>
                </a:ext>
              </a:extLst>
            </p:cNvPr>
            <p:cNvSpPr txBox="1">
              <a:spLocks/>
            </p:cNvSpPr>
            <p:nvPr/>
          </p:nvSpPr>
          <p:spPr>
            <a:xfrm>
              <a:off x="11574440" y="5839511"/>
              <a:ext cx="666751" cy="548639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zh-CN"/>
              </a:defPPr>
              <a:lvl1pPr marL="0" algn="ctr" defTabSz="914400" rtl="0" eaLnBrk="1" latinLnBrk="0" hangingPunct="1">
                <a:defRPr sz="2800" b="1" kern="1200">
                  <a:solidFill>
                    <a:schemeClr val="accent3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fld id="{27C45CD9-0508-4D1E-923D-4DFDAA610D19}" type="slidenum">
                <a:rPr lang="zh-CN" altLang="en-US" sz="3200" smtClean="0">
                  <a:solidFill>
                    <a:schemeClr val="bg1"/>
                  </a:solidFill>
                  <a:latin typeface="Candara"/>
                  <a:ea typeface="微软雅黑"/>
                </a:rPr>
                <a:pPr>
                  <a:defRPr/>
                </a:pPr>
                <a:t>7</a:t>
              </a:fld>
              <a:endParaRPr lang="zh-CN" altLang="en-US" sz="3200" dirty="0">
                <a:solidFill>
                  <a:schemeClr val="bg1"/>
                </a:solidFill>
                <a:latin typeface="Candara"/>
                <a:ea typeface="微软雅黑"/>
              </a:endParaRPr>
            </a:p>
          </p:txBody>
        </p:sp>
      </p:grpSp>
      <p:sp>
        <p:nvSpPr>
          <p:cNvPr id="11" name="标题 1">
            <a:extLst>
              <a:ext uri="{FF2B5EF4-FFF2-40B4-BE49-F238E27FC236}">
                <a16:creationId xmlns:a16="http://schemas.microsoft.com/office/drawing/2014/main" id="{9E5F0209-9BC6-EFD3-751D-0AA20A08760D}"/>
              </a:ext>
            </a:extLst>
          </p:cNvPr>
          <p:cNvSpPr txBox="1">
            <a:spLocks/>
          </p:cNvSpPr>
          <p:nvPr/>
        </p:nvSpPr>
        <p:spPr>
          <a:xfrm>
            <a:off x="360000" y="0"/>
            <a:ext cx="11826000" cy="548639"/>
          </a:xfrm>
          <a:prstGeom prst="rect">
            <a:avLst/>
          </a:prstGeom>
        </p:spPr>
        <p:txBody>
          <a:bodyPr anchor="b">
            <a:normAutofit/>
          </a:bodyPr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3000" dirty="0"/>
              <a:t>组合逻辑电路设计</a:t>
            </a:r>
            <a:endParaRPr lang="en-US" altLang="zh-CN" sz="3000" dirty="0">
              <a:solidFill>
                <a:srgbClr val="FFFF00"/>
              </a:solidFill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36F90966-26D0-78B0-435F-7028E0BF6676}"/>
              </a:ext>
            </a:extLst>
          </p:cNvPr>
          <p:cNvSpPr txBox="1"/>
          <p:nvPr/>
        </p:nvSpPr>
        <p:spPr>
          <a:xfrm>
            <a:off x="3873308" y="2016000"/>
            <a:ext cx="444538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逻辑功能  </a:t>
            </a:r>
            <a:r>
              <a:rPr lang="zh-CN" altLang="en-US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  逻辑电路</a:t>
            </a:r>
            <a:endParaRPr lang="zh-CN" altLang="en-US" sz="28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1929976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FFF4BB-77DD-757C-520A-8FF1528012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F090D112-394C-F121-1C9D-50894FA50F4F}"/>
              </a:ext>
            </a:extLst>
          </p:cNvPr>
          <p:cNvSpPr txBox="1"/>
          <p:nvPr/>
        </p:nvSpPr>
        <p:spPr>
          <a:xfrm>
            <a:off x="360000" y="720000"/>
            <a:ext cx="410722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zh-CN" altLang="en-US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设计三人多数表决电路</a:t>
            </a:r>
            <a:endParaRPr lang="en-US" altLang="zh-CN" sz="28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2129B388-1F2F-A394-1D1E-717D7D832454}"/>
              </a:ext>
            </a:extLst>
          </p:cNvPr>
          <p:cNvGrpSpPr/>
          <p:nvPr/>
        </p:nvGrpSpPr>
        <p:grpSpPr>
          <a:xfrm>
            <a:off x="11449269" y="6198682"/>
            <a:ext cx="786273" cy="548639"/>
            <a:chOff x="11454918" y="5839511"/>
            <a:chExt cx="786273" cy="548639"/>
          </a:xfrm>
        </p:grpSpPr>
        <p:grpSp>
          <p:nvGrpSpPr>
            <p:cNvPr id="8" name="组合 7">
              <a:extLst>
                <a:ext uri="{FF2B5EF4-FFF2-40B4-BE49-F238E27FC236}">
                  <a16:creationId xmlns:a16="http://schemas.microsoft.com/office/drawing/2014/main" id="{4F9444BE-8C6B-820E-6958-CE3A47A06F78}"/>
                </a:ext>
              </a:extLst>
            </p:cNvPr>
            <p:cNvGrpSpPr/>
            <p:nvPr/>
          </p:nvGrpSpPr>
          <p:grpSpPr>
            <a:xfrm>
              <a:off x="11454918" y="5867450"/>
              <a:ext cx="737081" cy="520700"/>
              <a:chOff x="11454918" y="5867450"/>
              <a:chExt cx="737081" cy="520700"/>
            </a:xfrm>
          </p:grpSpPr>
          <p:sp>
            <p:nvSpPr>
              <p:cNvPr id="10" name="箭头: 五边形 9">
                <a:extLst>
                  <a:ext uri="{FF2B5EF4-FFF2-40B4-BE49-F238E27FC236}">
                    <a16:creationId xmlns:a16="http://schemas.microsoft.com/office/drawing/2014/main" id="{00D5680F-E0D7-83A5-1875-13E5E31BB526}"/>
                  </a:ext>
                </a:extLst>
              </p:cNvPr>
              <p:cNvSpPr/>
              <p:nvPr/>
            </p:nvSpPr>
            <p:spPr>
              <a:xfrm rot="10800000">
                <a:off x="11525248" y="5867450"/>
                <a:ext cx="666751" cy="520700"/>
              </a:xfrm>
              <a:prstGeom prst="homePlate">
                <a:avLst>
                  <a:gd name="adj" fmla="val 33161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1" name="箭头: V 形 10">
                <a:extLst>
                  <a:ext uri="{FF2B5EF4-FFF2-40B4-BE49-F238E27FC236}">
                    <a16:creationId xmlns:a16="http://schemas.microsoft.com/office/drawing/2014/main" id="{06DC7487-DB51-1926-8347-DF4FB33D7947}"/>
                  </a:ext>
                </a:extLst>
              </p:cNvPr>
              <p:cNvSpPr/>
              <p:nvPr/>
            </p:nvSpPr>
            <p:spPr>
              <a:xfrm rot="10800000">
                <a:off x="11454918" y="5867450"/>
                <a:ext cx="217179" cy="520700"/>
              </a:xfrm>
              <a:prstGeom prst="chevron">
                <a:avLst>
                  <a:gd name="adj" fmla="val 84850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9" name="灯片编号占位符 3">
              <a:extLst>
                <a:ext uri="{FF2B5EF4-FFF2-40B4-BE49-F238E27FC236}">
                  <a16:creationId xmlns:a16="http://schemas.microsoft.com/office/drawing/2014/main" id="{B88E1302-FE42-6262-727D-FB317EED1936}"/>
                </a:ext>
              </a:extLst>
            </p:cNvPr>
            <p:cNvSpPr txBox="1">
              <a:spLocks/>
            </p:cNvSpPr>
            <p:nvPr/>
          </p:nvSpPr>
          <p:spPr>
            <a:xfrm>
              <a:off x="11574440" y="5839511"/>
              <a:ext cx="666751" cy="548639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zh-CN"/>
              </a:defPPr>
              <a:lvl1pPr marL="0" algn="ctr" defTabSz="914400" rtl="0" eaLnBrk="1" latinLnBrk="0" hangingPunct="1">
                <a:defRPr sz="2800" b="1" kern="1200">
                  <a:solidFill>
                    <a:schemeClr val="accent3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fld id="{27C45CD9-0508-4D1E-923D-4DFDAA610D19}" type="slidenum">
                <a:rPr lang="zh-CN" altLang="en-US" sz="3200" smtClean="0">
                  <a:solidFill>
                    <a:schemeClr val="bg1"/>
                  </a:solidFill>
                  <a:latin typeface="Candara"/>
                  <a:ea typeface="微软雅黑"/>
                </a:rPr>
                <a:pPr>
                  <a:defRPr/>
                </a:pPr>
                <a:t>8</a:t>
              </a:fld>
              <a:endParaRPr lang="zh-CN" altLang="en-US" sz="3200" dirty="0">
                <a:solidFill>
                  <a:schemeClr val="bg1"/>
                </a:solidFill>
                <a:latin typeface="Candara"/>
                <a:ea typeface="微软雅黑"/>
              </a:endParaRPr>
            </a:p>
          </p:txBody>
        </p:sp>
      </p:grpSp>
      <p:sp>
        <p:nvSpPr>
          <p:cNvPr id="3" name="文本框 2">
            <a:extLst>
              <a:ext uri="{FF2B5EF4-FFF2-40B4-BE49-F238E27FC236}">
                <a16:creationId xmlns:a16="http://schemas.microsoft.com/office/drawing/2014/main" id="{0E98DFEB-0837-1F44-FCE5-0B4228FFEB0E}"/>
              </a:ext>
            </a:extLst>
          </p:cNvPr>
          <p:cNvSpPr txBox="1"/>
          <p:nvPr/>
        </p:nvSpPr>
        <p:spPr>
          <a:xfrm>
            <a:off x="360000" y="1296000"/>
            <a:ext cx="895583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步骤一：明确逻辑功能，确定输入输出及其因果关系</a:t>
            </a:r>
            <a:endParaRPr lang="en-US" altLang="zh-CN" sz="28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6037E48-A7D0-2823-4D05-EE7AF4D3C6D1}"/>
              </a:ext>
            </a:extLst>
          </p:cNvPr>
          <p:cNvSpPr txBox="1"/>
          <p:nvPr/>
        </p:nvSpPr>
        <p:spPr>
          <a:xfrm>
            <a:off x="360000" y="1800000"/>
            <a:ext cx="6781925" cy="13542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14400" lvl="1" indent="-457200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假设输入为 </a:t>
            </a:r>
            <a:r>
              <a:rPr lang="en-US" altLang="zh-CN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en-US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r>
              <a:rPr lang="zh-CN" altLang="en-US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r>
              <a:rPr lang="zh-CN" altLang="en-US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，输出为 </a:t>
            </a:r>
            <a:r>
              <a:rPr lang="en-US" altLang="zh-CN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Y</a:t>
            </a:r>
          </a:p>
          <a:p>
            <a:pPr marL="914400" lvl="1" indent="-457200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altLang="zh-CN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 </a:t>
            </a:r>
            <a:r>
              <a:rPr lang="zh-CN" altLang="en-US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表示通过，</a:t>
            </a:r>
            <a:r>
              <a:rPr lang="en-US" altLang="zh-CN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 </a:t>
            </a:r>
            <a:r>
              <a:rPr lang="zh-CN" altLang="en-US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表示否决</a:t>
            </a:r>
            <a:endParaRPr lang="en-US" altLang="zh-CN" sz="2400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914400" lvl="1" indent="-457200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三个输入有两个以上通过，输出为通过</a:t>
            </a:r>
            <a:endParaRPr lang="en-US" altLang="zh-CN" sz="2400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17" name="Group 4">
            <a:extLst>
              <a:ext uri="{FF2B5EF4-FFF2-40B4-BE49-F238E27FC236}">
                <a16:creationId xmlns:a16="http://schemas.microsoft.com/office/drawing/2014/main" id="{7CC166D9-2DBC-DB95-D1CA-1B05A86CA54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74121950"/>
              </p:ext>
            </p:extLst>
          </p:nvPr>
        </p:nvGraphicFramePr>
        <p:xfrm>
          <a:off x="8640000" y="2160000"/>
          <a:ext cx="3301698" cy="3929064"/>
        </p:xfrm>
        <a:graphic>
          <a:graphicData uri="http://schemas.openxmlformats.org/drawingml/2006/table">
            <a:tbl>
              <a:tblPr/>
              <a:tblGrid>
                <a:gridCol w="8259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59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59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380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0482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0"/>
                          <a:cs typeface="宋体" charset="0"/>
                        </a:rPr>
                        <a:t>A</a:t>
                      </a:r>
                    </a:p>
                  </a:txBody>
                  <a:tcPr marL="90000" marR="90000" marT="46800" marB="46800" anchor="ctr" anchorCtr="1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0"/>
                          <a:cs typeface="宋体" charset="0"/>
                        </a:rPr>
                        <a:t>B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0"/>
                          <a:cs typeface="宋体" charset="0"/>
                        </a:rPr>
                        <a:t>C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0"/>
                          <a:cs typeface="宋体" charset="0"/>
                        </a:rPr>
                        <a:t>Y</a:t>
                      </a:r>
                    </a:p>
                  </a:txBody>
                  <a:tcPr marL="90000" marR="90000" marT="46800" marB="4680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0"/>
                          <a:cs typeface="宋体" charset="0"/>
                        </a:rPr>
                        <a:t>0</a:t>
                      </a:r>
                    </a:p>
                  </a:txBody>
                  <a:tcPr marL="90000" marR="90000" marT="46800" marB="46800" anchor="ctr" anchorCtr="1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0"/>
                          <a:cs typeface="宋体" charset="0"/>
                        </a:rPr>
                        <a:t>0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0"/>
                          <a:cs typeface="宋体" charset="0"/>
                        </a:rPr>
                        <a:t>0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0"/>
                          <a:cs typeface="宋体" charset="0"/>
                        </a:rPr>
                        <a:t>0</a:t>
                      </a:r>
                    </a:p>
                  </a:txBody>
                  <a:tcPr marL="90000" marR="90000" marT="46800" marB="4680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703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0"/>
                          <a:cs typeface="宋体" charset="0"/>
                        </a:rPr>
                        <a:t>0</a:t>
                      </a:r>
                    </a:p>
                  </a:txBody>
                  <a:tcPr marL="90000" marR="90000" marT="46800" marB="46800" anchor="ctr" anchorCtr="1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0"/>
                          <a:cs typeface="宋体" charset="0"/>
                        </a:rPr>
                        <a:t>0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0"/>
                          <a:cs typeface="宋体" charset="0"/>
                        </a:rPr>
                        <a:t>1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0"/>
                          <a:cs typeface="宋体" charset="0"/>
                        </a:rPr>
                        <a:t>0</a:t>
                      </a:r>
                    </a:p>
                  </a:txBody>
                  <a:tcPr marL="90000" marR="90000" marT="46800" marB="4680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0"/>
                          <a:cs typeface="宋体" charset="0"/>
                        </a:rPr>
                        <a:t>0</a:t>
                      </a:r>
                    </a:p>
                  </a:txBody>
                  <a:tcPr marL="90000" marR="90000" marT="46800" marB="46800" anchor="ctr" anchorCtr="1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0"/>
                          <a:cs typeface="宋体" charset="0"/>
                        </a:rPr>
                        <a:t>1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0"/>
                          <a:cs typeface="宋体" charset="0"/>
                        </a:rPr>
                        <a:t>0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0"/>
                          <a:cs typeface="宋体" charset="0"/>
                        </a:rPr>
                        <a:t>0</a:t>
                      </a:r>
                    </a:p>
                  </a:txBody>
                  <a:tcPr marL="90000" marR="90000" marT="46800" marB="4680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0"/>
                          <a:cs typeface="宋体" charset="0"/>
                        </a:rPr>
                        <a:t>0</a:t>
                      </a:r>
                    </a:p>
                  </a:txBody>
                  <a:tcPr marL="90000" marR="90000" marT="46800" marB="46800" anchor="ctr" anchorCtr="1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0"/>
                          <a:cs typeface="宋体" charset="0"/>
                        </a:rPr>
                        <a:t>1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0"/>
                          <a:cs typeface="宋体" charset="0"/>
                        </a:rPr>
                        <a:t>1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0"/>
                          <a:cs typeface="宋体" charset="0"/>
                        </a:rPr>
                        <a:t>1</a:t>
                      </a:r>
                    </a:p>
                  </a:txBody>
                  <a:tcPr marL="90000" marR="90000" marT="46800" marB="4680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703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0"/>
                          <a:cs typeface="宋体" charset="0"/>
                        </a:rPr>
                        <a:t>1</a:t>
                      </a:r>
                    </a:p>
                  </a:txBody>
                  <a:tcPr marL="90000" marR="90000" marT="46800" marB="46800" anchor="ctr" anchorCtr="1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0"/>
                          <a:cs typeface="宋体" charset="0"/>
                        </a:rPr>
                        <a:t>0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0"/>
                          <a:cs typeface="宋体" charset="0"/>
                        </a:rPr>
                        <a:t>0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0"/>
                          <a:cs typeface="宋体" charset="0"/>
                        </a:rPr>
                        <a:t>0</a:t>
                      </a:r>
                    </a:p>
                  </a:txBody>
                  <a:tcPr marL="90000" marR="90000" marT="46800" marB="4680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0"/>
                          <a:cs typeface="宋体" charset="0"/>
                        </a:rPr>
                        <a:t>1</a:t>
                      </a:r>
                    </a:p>
                  </a:txBody>
                  <a:tcPr marL="90000" marR="90000" marT="46800" marB="46800" anchor="ctr" anchorCtr="1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0"/>
                          <a:cs typeface="宋体" charset="0"/>
                        </a:rPr>
                        <a:t>0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0"/>
                          <a:cs typeface="宋体" charset="0"/>
                        </a:rPr>
                        <a:t>1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0"/>
                          <a:cs typeface="宋体" charset="0"/>
                        </a:rPr>
                        <a:t>1</a:t>
                      </a:r>
                    </a:p>
                  </a:txBody>
                  <a:tcPr marL="90000" marR="90000" marT="46800" marB="4680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703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0"/>
                          <a:cs typeface="宋体" charset="0"/>
                        </a:rPr>
                        <a:t>1</a:t>
                      </a:r>
                    </a:p>
                  </a:txBody>
                  <a:tcPr marL="90000" marR="90000" marT="46800" marB="46800" anchor="ctr" anchorCtr="1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0"/>
                          <a:cs typeface="宋体" charset="0"/>
                        </a:rPr>
                        <a:t>1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0"/>
                          <a:cs typeface="宋体" charset="0"/>
                        </a:rPr>
                        <a:t>0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0"/>
                          <a:cs typeface="宋体" charset="0"/>
                        </a:rPr>
                        <a:t>1</a:t>
                      </a:r>
                    </a:p>
                  </a:txBody>
                  <a:tcPr marL="90000" marR="90000" marT="46800" marB="4680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0"/>
                          <a:cs typeface="宋体" charset="0"/>
                        </a:rPr>
                        <a:t>1</a:t>
                      </a:r>
                    </a:p>
                  </a:txBody>
                  <a:tcPr marL="90000" marR="90000" marT="46800" marB="46800" anchor="ctr" anchorCtr="1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0"/>
                          <a:cs typeface="宋体" charset="0"/>
                        </a:rPr>
                        <a:t>1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0"/>
                          <a:cs typeface="宋体" charset="0"/>
                        </a:rPr>
                        <a:t>1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0"/>
                          <a:cs typeface="宋体" charset="0"/>
                        </a:rPr>
                        <a:t>1</a:t>
                      </a:r>
                    </a:p>
                  </a:txBody>
                  <a:tcPr marL="90000" marR="90000" marT="46800" marB="4680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25" name="Rectangle 92">
            <a:extLst>
              <a:ext uri="{FF2B5EF4-FFF2-40B4-BE49-F238E27FC236}">
                <a16:creationId xmlns:a16="http://schemas.microsoft.com/office/drawing/2014/main" id="{A79DB8F4-7B76-9E9C-B66B-66E98620B3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20000" y="1656000"/>
            <a:ext cx="11033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Aft>
                <a:spcPct val="0"/>
              </a:spcAft>
              <a:buFontTx/>
              <a:buNone/>
            </a:pPr>
            <a:r>
              <a:rPr lang="zh-CN" altLang="en-US" sz="2400" b="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真值表</a:t>
            </a: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2F39B17A-F2A1-9CE7-09CE-EC65CF2D77F9}"/>
              </a:ext>
            </a:extLst>
          </p:cNvPr>
          <p:cNvSpPr txBox="1"/>
          <p:nvPr/>
        </p:nvSpPr>
        <p:spPr>
          <a:xfrm>
            <a:off x="360000" y="5148000"/>
            <a:ext cx="710003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步骤三：根据真值表，写出逻辑表达式</a:t>
            </a:r>
            <a:endParaRPr lang="en-US" altLang="zh-CN" sz="28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文本框 38">
                <a:extLst>
                  <a:ext uri="{FF2B5EF4-FFF2-40B4-BE49-F238E27FC236}">
                    <a16:creationId xmlns:a16="http://schemas.microsoft.com/office/drawing/2014/main" id="{3743C74E-36EA-B785-E6EA-DAA51DBC1ED9}"/>
                  </a:ext>
                </a:extLst>
              </p:cNvPr>
              <p:cNvSpPr txBox="1"/>
              <p:nvPr/>
            </p:nvSpPr>
            <p:spPr>
              <a:xfrm>
                <a:off x="360000" y="5760000"/>
                <a:ext cx="6895145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1">
                  <a:spcAft>
                    <a:spcPts val="600"/>
                  </a:spcAft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kumimoji="1" lang="en-US" altLang="zh-CN" sz="3200" b="0" i="0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楷体_GB2312" pitchFamily="49" charset="-122"/>
                      </a:rPr>
                      <m:t>Y</m:t>
                    </m:r>
                    <m:r>
                      <a:rPr kumimoji="1" lang="en-US" altLang="zh-CN" sz="3200" b="0" i="0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楷体_GB2312" pitchFamily="49" charset="-122"/>
                      </a:rPr>
                      <m:t>=</m:t>
                    </m:r>
                    <m:nary>
                      <m:naryPr>
                        <m:chr m:val="∑"/>
                        <m:subHide m:val="on"/>
                        <m:supHide m:val="on"/>
                        <m:ctrlPr>
                          <a:rPr kumimoji="1" lang="en-US" altLang="zh-CN" sz="32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楷体_GB2312" pitchFamily="49" charset="-122"/>
                          </a:rPr>
                        </m:ctrlPr>
                      </m:naryPr>
                      <m:sub/>
                      <m:sup/>
                      <m:e>
                        <m:r>
                          <a:rPr kumimoji="1" lang="en-US" altLang="zh-CN" sz="32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楷体_GB2312" pitchFamily="49" charset="-122"/>
                          </a:rPr>
                          <m:t>𝑚</m:t>
                        </m:r>
                        <m:r>
                          <a:rPr kumimoji="1" lang="en-US" altLang="zh-CN" sz="32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楷体_GB2312" pitchFamily="49" charset="-122"/>
                          </a:rPr>
                          <m:t>(3,5,6,7)</m:t>
                        </m:r>
                      </m:e>
                    </m:nary>
                    <m:r>
                      <a:rPr kumimoji="1" lang="en-US" altLang="zh-CN" sz="3200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楷体_GB2312" pitchFamily="49" charset="-122"/>
                      </a:rPr>
                      <m:t>=</m:t>
                    </m:r>
                    <m:nary>
                      <m:naryPr>
                        <m:chr m:val="∏"/>
                        <m:subHide m:val="on"/>
                        <m:supHide m:val="on"/>
                        <m:ctrlPr>
                          <a:rPr kumimoji="1" lang="en-US" altLang="zh-CN" sz="32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楷体_GB2312" pitchFamily="49" charset="-122"/>
                          </a:rPr>
                        </m:ctrlPr>
                      </m:naryPr>
                      <m:sub/>
                      <m:sup/>
                      <m:e>
                        <m:r>
                          <a:rPr kumimoji="1" lang="en-US" altLang="zh-CN" sz="32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楷体_GB2312" pitchFamily="49" charset="-122"/>
                          </a:rPr>
                          <m:t>𝑀</m:t>
                        </m:r>
                        <m:r>
                          <a:rPr kumimoji="1" lang="en-US" altLang="zh-CN" sz="32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楷体_GB2312" pitchFamily="49" charset="-122"/>
                          </a:rPr>
                          <m:t>(0,1,2,4)</m:t>
                        </m:r>
                      </m:e>
                    </m:nary>
                  </m:oMath>
                </a14:m>
                <a:r>
                  <a:rPr lang="en-US" altLang="zh-CN" sz="32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</a:p>
            </p:txBody>
          </p:sp>
        </mc:Choice>
        <mc:Fallback xmlns="">
          <p:sp>
            <p:nvSpPr>
              <p:cNvPr id="39" name="文本框 38">
                <a:extLst>
                  <a:ext uri="{FF2B5EF4-FFF2-40B4-BE49-F238E27FC236}">
                    <a16:creationId xmlns:a16="http://schemas.microsoft.com/office/drawing/2014/main" id="{3743C74E-36EA-B785-E6EA-DAA51DBC1E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000" y="5760000"/>
                <a:ext cx="6895145" cy="58477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文本框 5">
            <a:extLst>
              <a:ext uri="{FF2B5EF4-FFF2-40B4-BE49-F238E27FC236}">
                <a16:creationId xmlns:a16="http://schemas.microsoft.com/office/drawing/2014/main" id="{2E086678-3195-755B-F246-DC2CBBBF6278}"/>
              </a:ext>
            </a:extLst>
          </p:cNvPr>
          <p:cNvSpPr txBox="1"/>
          <p:nvPr/>
        </p:nvSpPr>
        <p:spPr>
          <a:xfrm>
            <a:off x="360000" y="3196237"/>
            <a:ext cx="745328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步骤二：根据输入输出关系，列出真值表</a:t>
            </a:r>
            <a:endParaRPr lang="en-US" altLang="zh-CN" sz="28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标题 1">
            <a:extLst>
              <a:ext uri="{FF2B5EF4-FFF2-40B4-BE49-F238E27FC236}">
                <a16:creationId xmlns:a16="http://schemas.microsoft.com/office/drawing/2014/main" id="{B4185A2A-3BED-129E-25D4-A94BDF1D2C5E}"/>
              </a:ext>
            </a:extLst>
          </p:cNvPr>
          <p:cNvSpPr txBox="1">
            <a:spLocks/>
          </p:cNvSpPr>
          <p:nvPr/>
        </p:nvSpPr>
        <p:spPr>
          <a:xfrm>
            <a:off x="360000" y="0"/>
            <a:ext cx="11826000" cy="548639"/>
          </a:xfrm>
          <a:prstGeom prst="rect">
            <a:avLst/>
          </a:prstGeom>
        </p:spPr>
        <p:txBody>
          <a:bodyPr anchor="b">
            <a:normAutofit/>
          </a:bodyPr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3000" dirty="0"/>
              <a:t>组合逻辑电路设计 </a:t>
            </a:r>
            <a:r>
              <a:rPr lang="en-US" altLang="zh-CN" sz="3000" dirty="0"/>
              <a:t>—— </a:t>
            </a:r>
            <a:r>
              <a:rPr lang="zh-CN" altLang="en-US" sz="3000" dirty="0">
                <a:solidFill>
                  <a:srgbClr val="FFFF00"/>
                </a:solidFill>
              </a:rPr>
              <a:t>示例</a:t>
            </a:r>
            <a:endParaRPr lang="en-US" altLang="zh-CN" sz="3000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996357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0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25" grpId="0"/>
      <p:bldP spid="39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8B24C4-7042-B51E-F63C-813D8629DB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2" name="Group 104">
            <a:extLst>
              <a:ext uri="{FF2B5EF4-FFF2-40B4-BE49-F238E27FC236}">
                <a16:creationId xmlns:a16="http://schemas.microsoft.com/office/drawing/2014/main" id="{2EFE20E5-44A7-6EEB-E23F-4AFBF953677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36944123"/>
              </p:ext>
            </p:extLst>
          </p:nvPr>
        </p:nvGraphicFramePr>
        <p:xfrm>
          <a:off x="599884" y="2089631"/>
          <a:ext cx="2735262" cy="1404936"/>
        </p:xfrm>
        <a:graphic>
          <a:graphicData uri="http://schemas.openxmlformats.org/drawingml/2006/table">
            <a:tbl>
              <a:tblPr/>
              <a:tblGrid>
                <a:gridCol w="5476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6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76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461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4768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68312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宋体" charset="0"/>
                        <a:cs typeface="宋体" charset="0"/>
                      </a:endParaRP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  <a:cs typeface="宋体" charset="0"/>
                        </a:rPr>
                        <a:t>00</a:t>
                      </a: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  <a:cs typeface="宋体" charset="0"/>
                        </a:rPr>
                        <a:t>01</a:t>
                      </a: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  <a:cs typeface="宋体" charset="0"/>
                        </a:rPr>
                        <a:t>11</a:t>
                      </a: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  <a:cs typeface="宋体" charset="0"/>
                        </a:rPr>
                        <a:t>10</a:t>
                      </a: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8312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  <a:cs typeface="宋体" charset="0"/>
                        </a:rPr>
                        <a:t>0</a:t>
                      </a: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  <a:cs typeface="宋体" charset="0"/>
                        </a:rPr>
                        <a:t>0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  <a:cs typeface="宋体" charset="0"/>
                        </a:rPr>
                        <a:t>0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  <a:cs typeface="宋体" charset="0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  <a:cs typeface="宋体" charset="0"/>
                        </a:rPr>
                        <a:t>0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8312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  <a:cs typeface="宋体" charset="0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  <a:cs typeface="宋体" charset="0"/>
                        </a:rPr>
                        <a:t>0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  <a:cs typeface="宋体" charset="0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  <a:cs typeface="宋体" charset="0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  <a:cs typeface="宋体" charset="0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4" name="Line 139">
            <a:extLst>
              <a:ext uri="{FF2B5EF4-FFF2-40B4-BE49-F238E27FC236}">
                <a16:creationId xmlns:a16="http://schemas.microsoft.com/office/drawing/2014/main" id="{AF7A8A67-8916-7D0C-2E8C-CE3A2AA4021F}"/>
              </a:ext>
            </a:extLst>
          </p:cNvPr>
          <p:cNvSpPr>
            <a:spLocks noChangeShapeType="1"/>
          </p:cNvSpPr>
          <p:nvPr/>
        </p:nvSpPr>
        <p:spPr bwMode="auto">
          <a:xfrm>
            <a:off x="753075" y="2242583"/>
            <a:ext cx="389731" cy="312188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 Box 140">
                <a:extLst>
                  <a:ext uri="{FF2B5EF4-FFF2-40B4-BE49-F238E27FC236}">
                    <a16:creationId xmlns:a16="http://schemas.microsoft.com/office/drawing/2014/main" id="{50F6F062-33A0-7C89-8EFA-80DE02BA2ED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99883" y="2242583"/>
                <a:ext cx="419739" cy="461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anchor="ctr">
                <a:spAutoFit/>
              </a:bodyPr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spcAft>
                    <a:spcPct val="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kumimoji="1" lang="en-US" altLang="zh-CN" sz="2400" b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楷体_GB2312" pitchFamily="49" charset="-122"/>
                        </a:rPr>
                        <m:t>A</m:t>
                      </m:r>
                    </m:oMath>
                  </m:oMathPara>
                </a14:m>
                <a:endParaRPr kumimoji="1" lang="en-US" altLang="zh-CN" sz="3600" b="0" dirty="0">
                  <a:solidFill>
                    <a:schemeClr val="tx1"/>
                  </a:solidFill>
                  <a:latin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5" name="Text Box 140">
                <a:extLst>
                  <a:ext uri="{FF2B5EF4-FFF2-40B4-BE49-F238E27FC236}">
                    <a16:creationId xmlns:a16="http://schemas.microsoft.com/office/drawing/2014/main" id="{50F6F062-33A0-7C89-8EFA-80DE02BA2E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99883" y="2242583"/>
                <a:ext cx="419739" cy="461665"/>
              </a:xfrm>
              <a:prstGeom prst="rect">
                <a:avLst/>
              </a:prstGeom>
              <a:blipFill>
                <a:blip r:embed="rId3"/>
                <a:stretch>
                  <a:fillRect l="-5797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 Box 141">
                <a:extLst>
                  <a:ext uri="{FF2B5EF4-FFF2-40B4-BE49-F238E27FC236}">
                    <a16:creationId xmlns:a16="http://schemas.microsoft.com/office/drawing/2014/main" id="{C82F9C3A-DDCA-2AD4-58ED-D603057BDAD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53076" y="1964162"/>
                <a:ext cx="622286" cy="461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spcAft>
                    <a:spcPct val="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kumimoji="1" lang="en-US" altLang="zh-CN" sz="2400" b="0" i="0" smtClean="0">
                          <a:latin typeface="Cambria Math" panose="02040503050406030204" pitchFamily="18" charset="0"/>
                          <a:ea typeface="楷体_GB2312" pitchFamily="49" charset="-122"/>
                        </a:rPr>
                        <m:t>BC</m:t>
                      </m:r>
                    </m:oMath>
                  </m:oMathPara>
                </a14:m>
                <a:endParaRPr kumimoji="1" lang="en-US" altLang="zh-CN" sz="2400" b="0" dirty="0">
                  <a:latin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6" name="Text Box 141">
                <a:extLst>
                  <a:ext uri="{FF2B5EF4-FFF2-40B4-BE49-F238E27FC236}">
                    <a16:creationId xmlns:a16="http://schemas.microsoft.com/office/drawing/2014/main" id="{C82F9C3A-DDCA-2AD4-58ED-D603057BDA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53076" y="1964162"/>
                <a:ext cx="622286" cy="461665"/>
              </a:xfrm>
              <a:prstGeom prst="rect">
                <a:avLst/>
              </a:prstGeom>
              <a:blipFill>
                <a:blip r:embed="rId4"/>
                <a:stretch>
                  <a:fillRect l="-1961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椭圆 37">
            <a:extLst>
              <a:ext uri="{FF2B5EF4-FFF2-40B4-BE49-F238E27FC236}">
                <a16:creationId xmlns:a16="http://schemas.microsoft.com/office/drawing/2014/main" id="{28BE9369-BAE6-0036-3C1A-8A09268A94D0}"/>
              </a:ext>
            </a:extLst>
          </p:cNvPr>
          <p:cNvSpPr/>
          <p:nvPr/>
        </p:nvSpPr>
        <p:spPr>
          <a:xfrm>
            <a:off x="360000" y="1899224"/>
            <a:ext cx="434974" cy="434974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2C74B0BE-21E5-FA11-6976-C9E863C0CBFA}"/>
                  </a:ext>
                </a:extLst>
              </p:cNvPr>
              <p:cNvSpPr txBox="1"/>
              <p:nvPr/>
            </p:nvSpPr>
            <p:spPr>
              <a:xfrm>
                <a:off x="360000" y="3600000"/>
                <a:ext cx="3046984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spcAft>
                    <a:spcPts val="600"/>
                  </a:spcAft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kumimoji="1" lang="en-US" altLang="zh-CN" sz="2800" b="0" i="0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楷体_GB2312" pitchFamily="49" charset="-122"/>
                      </a:rPr>
                      <m:t>Y</m:t>
                    </m:r>
                    <m:r>
                      <a:rPr kumimoji="1" lang="en-US" altLang="zh-CN" sz="2800" b="0" i="0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楷体_GB2312" pitchFamily="49" charset="-122"/>
                      </a:rPr>
                      <m:t>=</m:t>
                    </m:r>
                    <m:r>
                      <m:rPr>
                        <m:sty m:val="p"/>
                      </m:rPr>
                      <a:rPr kumimoji="1" lang="en-US" altLang="zh-CN" sz="2800" b="0" i="0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楷体_GB2312" pitchFamily="49" charset="-122"/>
                      </a:rPr>
                      <m:t>AB</m:t>
                    </m:r>
                    <m:r>
                      <a:rPr kumimoji="1" lang="en-US" altLang="zh-CN" sz="2800" b="0" i="0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楷体_GB2312" pitchFamily="49" charset="-122"/>
                      </a:rPr>
                      <m:t>+</m:t>
                    </m:r>
                    <m:r>
                      <m:rPr>
                        <m:sty m:val="p"/>
                      </m:rPr>
                      <a:rPr kumimoji="1" lang="en-US" altLang="zh-CN" sz="2800" b="0" i="0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楷体_GB2312" pitchFamily="49" charset="-122"/>
                      </a:rPr>
                      <m:t>AC</m:t>
                    </m:r>
                    <m:r>
                      <a:rPr kumimoji="1" lang="en-US" altLang="zh-CN" sz="2800" b="0" i="0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楷体_GB2312" pitchFamily="49" charset="-122"/>
                      </a:rPr>
                      <m:t>+</m:t>
                    </m:r>
                    <m:r>
                      <m:rPr>
                        <m:sty m:val="p"/>
                      </m:rPr>
                      <a:rPr kumimoji="1" lang="en-US" altLang="zh-CN" sz="2800" b="0" i="0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楷体_GB2312" pitchFamily="49" charset="-122"/>
                      </a:rPr>
                      <m:t>BC</m:t>
                    </m:r>
                  </m:oMath>
                </a14:m>
                <a:r>
                  <a:rPr lang="en-US" altLang="zh-CN" sz="28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2C74B0BE-21E5-FA11-6976-C9E863C0CB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000" y="3600000"/>
                <a:ext cx="3046984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文本框 8">
            <a:extLst>
              <a:ext uri="{FF2B5EF4-FFF2-40B4-BE49-F238E27FC236}">
                <a16:creationId xmlns:a16="http://schemas.microsoft.com/office/drawing/2014/main" id="{A3FC161B-41E5-6E30-F00D-AB204C350CED}"/>
              </a:ext>
            </a:extLst>
          </p:cNvPr>
          <p:cNvSpPr txBox="1"/>
          <p:nvPr/>
        </p:nvSpPr>
        <p:spPr>
          <a:xfrm>
            <a:off x="360000" y="720000"/>
            <a:ext cx="403857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zh-CN" altLang="en-US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设计三人多数表决电路</a:t>
            </a:r>
            <a:endParaRPr lang="en-US" altLang="zh-CN" sz="28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FABF62-18C8-DD88-D10F-01C8C7CC1C09}"/>
              </a:ext>
            </a:extLst>
          </p:cNvPr>
          <p:cNvSpPr txBox="1"/>
          <p:nvPr/>
        </p:nvSpPr>
        <p:spPr>
          <a:xfrm>
            <a:off x="360000" y="1296000"/>
            <a:ext cx="895583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步骤四：化简和变换逻辑表达式，从而画出逻辑图</a:t>
            </a:r>
            <a:endParaRPr lang="en-US" altLang="zh-CN" sz="28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11" name="Group 4">
            <a:extLst>
              <a:ext uri="{FF2B5EF4-FFF2-40B4-BE49-F238E27FC236}">
                <a16:creationId xmlns:a16="http://schemas.microsoft.com/office/drawing/2014/main" id="{69CD44D4-A794-E53A-0A02-CC12224F5720}"/>
              </a:ext>
            </a:extLst>
          </p:cNvPr>
          <p:cNvGraphicFramePr>
            <a:graphicFrameLocks noGrp="1"/>
          </p:cNvGraphicFramePr>
          <p:nvPr/>
        </p:nvGraphicFramePr>
        <p:xfrm>
          <a:off x="8640000" y="2160000"/>
          <a:ext cx="3301698" cy="3929064"/>
        </p:xfrm>
        <a:graphic>
          <a:graphicData uri="http://schemas.openxmlformats.org/drawingml/2006/table">
            <a:tbl>
              <a:tblPr/>
              <a:tblGrid>
                <a:gridCol w="8259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59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59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380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0482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0"/>
                          <a:cs typeface="宋体" charset="0"/>
                        </a:rPr>
                        <a:t>A</a:t>
                      </a:r>
                    </a:p>
                  </a:txBody>
                  <a:tcPr marL="90000" marR="90000" marT="46800" marB="46800" anchor="ctr" anchorCtr="1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0"/>
                          <a:cs typeface="宋体" charset="0"/>
                        </a:rPr>
                        <a:t>B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0"/>
                          <a:cs typeface="宋体" charset="0"/>
                        </a:rPr>
                        <a:t>C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0"/>
                          <a:cs typeface="宋体" charset="0"/>
                        </a:rPr>
                        <a:t>Y</a:t>
                      </a:r>
                    </a:p>
                  </a:txBody>
                  <a:tcPr marL="90000" marR="90000" marT="46800" marB="4680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0"/>
                          <a:cs typeface="宋体" charset="0"/>
                        </a:rPr>
                        <a:t>0</a:t>
                      </a:r>
                    </a:p>
                  </a:txBody>
                  <a:tcPr marL="90000" marR="90000" marT="46800" marB="46800" anchor="ctr" anchorCtr="1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0"/>
                          <a:cs typeface="宋体" charset="0"/>
                        </a:rPr>
                        <a:t>0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0"/>
                          <a:cs typeface="宋体" charset="0"/>
                        </a:rPr>
                        <a:t>0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0"/>
                          <a:cs typeface="宋体" charset="0"/>
                        </a:rPr>
                        <a:t>0</a:t>
                      </a:r>
                    </a:p>
                  </a:txBody>
                  <a:tcPr marL="90000" marR="90000" marT="46800" marB="4680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703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0"/>
                          <a:cs typeface="宋体" charset="0"/>
                        </a:rPr>
                        <a:t>0</a:t>
                      </a:r>
                    </a:p>
                  </a:txBody>
                  <a:tcPr marL="90000" marR="90000" marT="46800" marB="46800" anchor="ctr" anchorCtr="1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0"/>
                          <a:cs typeface="宋体" charset="0"/>
                        </a:rPr>
                        <a:t>0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0"/>
                          <a:cs typeface="宋体" charset="0"/>
                        </a:rPr>
                        <a:t>1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0"/>
                          <a:cs typeface="宋体" charset="0"/>
                        </a:rPr>
                        <a:t>0</a:t>
                      </a:r>
                    </a:p>
                  </a:txBody>
                  <a:tcPr marL="90000" marR="90000" marT="46800" marB="4680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0"/>
                          <a:cs typeface="宋体" charset="0"/>
                        </a:rPr>
                        <a:t>0</a:t>
                      </a:r>
                    </a:p>
                  </a:txBody>
                  <a:tcPr marL="90000" marR="90000" marT="46800" marB="46800" anchor="ctr" anchorCtr="1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0"/>
                          <a:cs typeface="宋体" charset="0"/>
                        </a:rPr>
                        <a:t>1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0"/>
                          <a:cs typeface="宋体" charset="0"/>
                        </a:rPr>
                        <a:t>0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0"/>
                          <a:cs typeface="宋体" charset="0"/>
                        </a:rPr>
                        <a:t>0</a:t>
                      </a:r>
                    </a:p>
                  </a:txBody>
                  <a:tcPr marL="90000" marR="90000" marT="46800" marB="4680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0"/>
                          <a:cs typeface="宋体" charset="0"/>
                        </a:rPr>
                        <a:t>0</a:t>
                      </a:r>
                    </a:p>
                  </a:txBody>
                  <a:tcPr marL="90000" marR="90000" marT="46800" marB="46800" anchor="ctr" anchorCtr="1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0"/>
                          <a:cs typeface="宋体" charset="0"/>
                        </a:rPr>
                        <a:t>1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0"/>
                          <a:cs typeface="宋体" charset="0"/>
                        </a:rPr>
                        <a:t>1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0"/>
                          <a:cs typeface="宋体" charset="0"/>
                        </a:rPr>
                        <a:t>1</a:t>
                      </a:r>
                    </a:p>
                  </a:txBody>
                  <a:tcPr marL="90000" marR="90000" marT="46800" marB="4680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703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0"/>
                          <a:cs typeface="宋体" charset="0"/>
                        </a:rPr>
                        <a:t>1</a:t>
                      </a:r>
                    </a:p>
                  </a:txBody>
                  <a:tcPr marL="90000" marR="90000" marT="46800" marB="46800" anchor="ctr" anchorCtr="1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0"/>
                          <a:cs typeface="宋体" charset="0"/>
                        </a:rPr>
                        <a:t>0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0"/>
                          <a:cs typeface="宋体" charset="0"/>
                        </a:rPr>
                        <a:t>0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0"/>
                          <a:cs typeface="宋体" charset="0"/>
                        </a:rPr>
                        <a:t>0</a:t>
                      </a:r>
                    </a:p>
                  </a:txBody>
                  <a:tcPr marL="90000" marR="90000" marT="46800" marB="4680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0"/>
                          <a:cs typeface="宋体" charset="0"/>
                        </a:rPr>
                        <a:t>1</a:t>
                      </a:r>
                    </a:p>
                  </a:txBody>
                  <a:tcPr marL="90000" marR="90000" marT="46800" marB="46800" anchor="ctr" anchorCtr="1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0"/>
                          <a:cs typeface="宋体" charset="0"/>
                        </a:rPr>
                        <a:t>0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0"/>
                          <a:cs typeface="宋体" charset="0"/>
                        </a:rPr>
                        <a:t>1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0"/>
                          <a:cs typeface="宋体" charset="0"/>
                        </a:rPr>
                        <a:t>1</a:t>
                      </a:r>
                    </a:p>
                  </a:txBody>
                  <a:tcPr marL="90000" marR="90000" marT="46800" marB="4680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703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0"/>
                          <a:cs typeface="宋体" charset="0"/>
                        </a:rPr>
                        <a:t>1</a:t>
                      </a:r>
                    </a:p>
                  </a:txBody>
                  <a:tcPr marL="90000" marR="90000" marT="46800" marB="46800" anchor="ctr" anchorCtr="1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0"/>
                          <a:cs typeface="宋体" charset="0"/>
                        </a:rPr>
                        <a:t>1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0"/>
                          <a:cs typeface="宋体" charset="0"/>
                        </a:rPr>
                        <a:t>0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0"/>
                          <a:cs typeface="宋体" charset="0"/>
                        </a:rPr>
                        <a:t>1</a:t>
                      </a:r>
                    </a:p>
                  </a:txBody>
                  <a:tcPr marL="90000" marR="90000" marT="46800" marB="4680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0"/>
                          <a:cs typeface="宋体" charset="0"/>
                        </a:rPr>
                        <a:t>1</a:t>
                      </a:r>
                    </a:p>
                  </a:txBody>
                  <a:tcPr marL="90000" marR="90000" marT="46800" marB="46800" anchor="ctr" anchorCtr="1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0"/>
                          <a:cs typeface="宋体" charset="0"/>
                        </a:rPr>
                        <a:t>1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0"/>
                          <a:cs typeface="宋体" charset="0"/>
                        </a:rPr>
                        <a:t>1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0"/>
                          <a:cs typeface="宋体" charset="0"/>
                        </a:rPr>
                        <a:t>1</a:t>
                      </a:r>
                    </a:p>
                  </a:txBody>
                  <a:tcPr marL="90000" marR="90000" marT="46800" marB="4680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pSp>
        <p:nvGrpSpPr>
          <p:cNvPr id="13" name="组合 12">
            <a:extLst>
              <a:ext uri="{FF2B5EF4-FFF2-40B4-BE49-F238E27FC236}">
                <a16:creationId xmlns:a16="http://schemas.microsoft.com/office/drawing/2014/main" id="{D32035A6-E87D-4CF8-049F-831D2AEA8BB2}"/>
              </a:ext>
            </a:extLst>
          </p:cNvPr>
          <p:cNvGrpSpPr/>
          <p:nvPr/>
        </p:nvGrpSpPr>
        <p:grpSpPr>
          <a:xfrm>
            <a:off x="11449269" y="6198682"/>
            <a:ext cx="786273" cy="548639"/>
            <a:chOff x="11454918" y="5839511"/>
            <a:chExt cx="786273" cy="548639"/>
          </a:xfrm>
        </p:grpSpPr>
        <p:grpSp>
          <p:nvGrpSpPr>
            <p:cNvPr id="14" name="组合 13">
              <a:extLst>
                <a:ext uri="{FF2B5EF4-FFF2-40B4-BE49-F238E27FC236}">
                  <a16:creationId xmlns:a16="http://schemas.microsoft.com/office/drawing/2014/main" id="{311E5FA0-E4FD-A1FF-E8B7-D8AF8CE542E1}"/>
                </a:ext>
              </a:extLst>
            </p:cNvPr>
            <p:cNvGrpSpPr/>
            <p:nvPr/>
          </p:nvGrpSpPr>
          <p:grpSpPr>
            <a:xfrm>
              <a:off x="11454918" y="5867450"/>
              <a:ext cx="737081" cy="520700"/>
              <a:chOff x="11454918" y="5867450"/>
              <a:chExt cx="737081" cy="520700"/>
            </a:xfrm>
          </p:grpSpPr>
          <p:sp>
            <p:nvSpPr>
              <p:cNvPr id="16" name="箭头: 五边形 15">
                <a:extLst>
                  <a:ext uri="{FF2B5EF4-FFF2-40B4-BE49-F238E27FC236}">
                    <a16:creationId xmlns:a16="http://schemas.microsoft.com/office/drawing/2014/main" id="{521DB4C8-BA75-8F32-C1B4-5F3FF22EE38C}"/>
                  </a:ext>
                </a:extLst>
              </p:cNvPr>
              <p:cNvSpPr/>
              <p:nvPr/>
            </p:nvSpPr>
            <p:spPr>
              <a:xfrm rot="10800000">
                <a:off x="11525248" y="5867450"/>
                <a:ext cx="666751" cy="520700"/>
              </a:xfrm>
              <a:prstGeom prst="homePlate">
                <a:avLst>
                  <a:gd name="adj" fmla="val 33161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7" name="箭头: V 形 16">
                <a:extLst>
                  <a:ext uri="{FF2B5EF4-FFF2-40B4-BE49-F238E27FC236}">
                    <a16:creationId xmlns:a16="http://schemas.microsoft.com/office/drawing/2014/main" id="{DDE34F80-56ED-34EB-D4F3-30FF16B577B7}"/>
                  </a:ext>
                </a:extLst>
              </p:cNvPr>
              <p:cNvSpPr/>
              <p:nvPr/>
            </p:nvSpPr>
            <p:spPr>
              <a:xfrm rot="10800000">
                <a:off x="11454918" y="5867450"/>
                <a:ext cx="217179" cy="520700"/>
              </a:xfrm>
              <a:prstGeom prst="chevron">
                <a:avLst>
                  <a:gd name="adj" fmla="val 84850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5" name="灯片编号占位符 3">
              <a:extLst>
                <a:ext uri="{FF2B5EF4-FFF2-40B4-BE49-F238E27FC236}">
                  <a16:creationId xmlns:a16="http://schemas.microsoft.com/office/drawing/2014/main" id="{C5FC2DFD-A7A0-CEF6-B99E-6030F1201194}"/>
                </a:ext>
              </a:extLst>
            </p:cNvPr>
            <p:cNvSpPr txBox="1">
              <a:spLocks/>
            </p:cNvSpPr>
            <p:nvPr/>
          </p:nvSpPr>
          <p:spPr>
            <a:xfrm>
              <a:off x="11574440" y="5839511"/>
              <a:ext cx="666751" cy="548639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zh-CN"/>
              </a:defPPr>
              <a:lvl1pPr marL="0" algn="ctr" defTabSz="914400" rtl="0" eaLnBrk="1" latinLnBrk="0" hangingPunct="1">
                <a:defRPr sz="2800" b="1" kern="1200">
                  <a:solidFill>
                    <a:schemeClr val="accent3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fld id="{27C45CD9-0508-4D1E-923D-4DFDAA610D19}" type="slidenum">
                <a:rPr lang="zh-CN" altLang="en-US" sz="3200" smtClean="0">
                  <a:solidFill>
                    <a:schemeClr val="bg1"/>
                  </a:solidFill>
                  <a:latin typeface="Candara"/>
                  <a:ea typeface="微软雅黑"/>
                </a:rPr>
                <a:pPr>
                  <a:defRPr/>
                </a:pPr>
                <a:t>9</a:t>
              </a:fld>
              <a:endParaRPr lang="zh-CN" altLang="en-US" sz="3200" dirty="0">
                <a:solidFill>
                  <a:schemeClr val="bg1"/>
                </a:solidFill>
                <a:latin typeface="Candara"/>
                <a:ea typeface="微软雅黑"/>
              </a:endParaRPr>
            </a:p>
          </p:txBody>
        </p:sp>
      </p:grpSp>
      <p:grpSp>
        <p:nvGrpSpPr>
          <p:cNvPr id="61" name="组合 60">
            <a:extLst>
              <a:ext uri="{FF2B5EF4-FFF2-40B4-BE49-F238E27FC236}">
                <a16:creationId xmlns:a16="http://schemas.microsoft.com/office/drawing/2014/main" id="{958BB5E9-C753-CE97-ABFF-F4E9AC73339A}"/>
              </a:ext>
            </a:extLst>
          </p:cNvPr>
          <p:cNvGrpSpPr/>
          <p:nvPr/>
        </p:nvGrpSpPr>
        <p:grpSpPr>
          <a:xfrm>
            <a:off x="596474" y="4320000"/>
            <a:ext cx="2963516" cy="1625006"/>
            <a:chOff x="628017" y="3782884"/>
            <a:chExt cx="2963516" cy="1625006"/>
          </a:xfrm>
        </p:grpSpPr>
        <p:grpSp>
          <p:nvGrpSpPr>
            <p:cNvPr id="18" name="组合 17">
              <a:extLst>
                <a:ext uri="{FF2B5EF4-FFF2-40B4-BE49-F238E27FC236}">
                  <a16:creationId xmlns:a16="http://schemas.microsoft.com/office/drawing/2014/main" id="{66193D86-9EE1-2CEF-7A7A-5973B95E82EF}"/>
                </a:ext>
              </a:extLst>
            </p:cNvPr>
            <p:cNvGrpSpPr/>
            <p:nvPr/>
          </p:nvGrpSpPr>
          <p:grpSpPr>
            <a:xfrm>
              <a:off x="890472" y="3889893"/>
              <a:ext cx="1575864" cy="439410"/>
              <a:chOff x="8002758" y="2768378"/>
              <a:chExt cx="1575864" cy="439410"/>
            </a:xfrm>
          </p:grpSpPr>
          <p:sp>
            <p:nvSpPr>
              <p:cNvPr id="19" name="Line 27">
                <a:extLst>
                  <a:ext uri="{FF2B5EF4-FFF2-40B4-BE49-F238E27FC236}">
                    <a16:creationId xmlns:a16="http://schemas.microsoft.com/office/drawing/2014/main" id="{E5328D5C-2D38-D8E8-1BCB-C627B7434AF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272250" y="2988083"/>
                <a:ext cx="306372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0" name="流程图: 延期 19">
                <a:extLst>
                  <a:ext uri="{FF2B5EF4-FFF2-40B4-BE49-F238E27FC236}">
                    <a16:creationId xmlns:a16="http://schemas.microsoft.com/office/drawing/2014/main" id="{0D940B9B-573B-A81B-5B2C-815CA64F3640}"/>
                  </a:ext>
                </a:extLst>
              </p:cNvPr>
              <p:cNvSpPr/>
              <p:nvPr/>
            </p:nvSpPr>
            <p:spPr>
              <a:xfrm>
                <a:off x="8855439" y="2768378"/>
                <a:ext cx="416811" cy="439410"/>
              </a:xfrm>
              <a:prstGeom prst="flowChartDelay">
                <a:avLst/>
              </a:prstGeom>
              <a:noFill/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1" name="Line 27">
                <a:extLst>
                  <a:ext uri="{FF2B5EF4-FFF2-40B4-BE49-F238E27FC236}">
                    <a16:creationId xmlns:a16="http://schemas.microsoft.com/office/drawing/2014/main" id="{069C99CF-3CDA-62F4-2FC3-D64D4AA1AB9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589631" y="3110464"/>
                <a:ext cx="262548" cy="1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2" name="Line 27">
                <a:extLst>
                  <a:ext uri="{FF2B5EF4-FFF2-40B4-BE49-F238E27FC236}">
                    <a16:creationId xmlns:a16="http://schemas.microsoft.com/office/drawing/2014/main" id="{3D53C433-CBA8-C83B-7797-D554F4C2A4A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002758" y="2868263"/>
                <a:ext cx="849421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4D8698C6-D385-8404-0A6F-2B3172628922}"/>
                    </a:ext>
                  </a:extLst>
                </p:cNvPr>
                <p:cNvSpPr txBox="1"/>
                <p:nvPr/>
              </p:nvSpPr>
              <p:spPr>
                <a:xfrm>
                  <a:off x="628017" y="3782884"/>
                  <a:ext cx="254676" cy="41703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 eaLnBrk="1" hangingPunct="1">
                    <a:lnSpc>
                      <a:spcPct val="90000"/>
                    </a:lnSpc>
                    <a:spcBef>
                      <a:spcPct val="50000"/>
                    </a:spcBef>
                    <a:spcAft>
                      <a:spcPct val="0"/>
                    </a:spcAft>
                    <a:buFontTx/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kumimoji="1" lang="en-US" altLang="zh-CN" sz="2400" b="0" i="0" smtClean="0">
                            <a:latin typeface="Cambria Math" panose="02040503050406030204" pitchFamily="18" charset="0"/>
                            <a:ea typeface="楷体_GB2312" pitchFamily="49" charset="-122"/>
                          </a:rPr>
                          <m:t>A</m:t>
                        </m:r>
                      </m:oMath>
                    </m:oMathPara>
                  </a14:m>
                  <a:endParaRPr kumimoji="1" lang="en-US" altLang="zh-CN" sz="2400" b="0" baseline="-25000" dirty="0">
                    <a:latin typeface="Times New Roman" panose="02020603050405020304" pitchFamily="18" charset="0"/>
                    <a:ea typeface="楷体_GB2312" pitchFamily="49" charset="-122"/>
                  </a:endParaRPr>
                </a:p>
              </p:txBody>
            </p:sp>
          </mc:Choice>
          <mc:Fallback xmlns=""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FFC596CC-B2EA-0E30-D4B1-89D963605C7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8017" y="3782884"/>
                  <a:ext cx="254676" cy="417037"/>
                </a:xfrm>
                <a:prstGeom prst="rect">
                  <a:avLst/>
                </a:prstGeom>
                <a:blipFill>
                  <a:blip r:embed="rId6"/>
                  <a:stretch>
                    <a:fillRect l="-41463" r="-1951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24" name="组合 23">
              <a:extLst>
                <a:ext uri="{FF2B5EF4-FFF2-40B4-BE49-F238E27FC236}">
                  <a16:creationId xmlns:a16="http://schemas.microsoft.com/office/drawing/2014/main" id="{6BDC741C-70F2-F966-D288-70993D82732B}"/>
                </a:ext>
              </a:extLst>
            </p:cNvPr>
            <p:cNvGrpSpPr/>
            <p:nvPr/>
          </p:nvGrpSpPr>
          <p:grpSpPr>
            <a:xfrm>
              <a:off x="890472" y="4429187"/>
              <a:ext cx="1868532" cy="439410"/>
              <a:chOff x="8002222" y="2768378"/>
              <a:chExt cx="1868532" cy="439410"/>
            </a:xfrm>
          </p:grpSpPr>
          <p:sp>
            <p:nvSpPr>
              <p:cNvPr id="25" name="Line 27">
                <a:extLst>
                  <a:ext uri="{FF2B5EF4-FFF2-40B4-BE49-F238E27FC236}">
                    <a16:creationId xmlns:a16="http://schemas.microsoft.com/office/drawing/2014/main" id="{F15A3807-A009-E926-BA74-626877A1ACA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272249" y="2988083"/>
                <a:ext cx="598505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6" name="流程图: 延期 25">
                <a:extLst>
                  <a:ext uri="{FF2B5EF4-FFF2-40B4-BE49-F238E27FC236}">
                    <a16:creationId xmlns:a16="http://schemas.microsoft.com/office/drawing/2014/main" id="{93249D1F-02EB-B9A4-DD0D-3860875D8241}"/>
                  </a:ext>
                </a:extLst>
              </p:cNvPr>
              <p:cNvSpPr/>
              <p:nvPr/>
            </p:nvSpPr>
            <p:spPr>
              <a:xfrm>
                <a:off x="8855439" y="2768378"/>
                <a:ext cx="416811" cy="439410"/>
              </a:xfrm>
              <a:prstGeom prst="flowChartDelay">
                <a:avLst/>
              </a:prstGeom>
              <a:noFill/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7" name="Line 27">
                <a:extLst>
                  <a:ext uri="{FF2B5EF4-FFF2-40B4-BE49-F238E27FC236}">
                    <a16:creationId xmlns:a16="http://schemas.microsoft.com/office/drawing/2014/main" id="{AF83D54B-CDA7-B7C8-6B59-EDEDECFF999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589631" y="3110464"/>
                <a:ext cx="262548" cy="1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8" name="Line 27">
                <a:extLst>
                  <a:ext uri="{FF2B5EF4-FFF2-40B4-BE49-F238E27FC236}">
                    <a16:creationId xmlns:a16="http://schemas.microsoft.com/office/drawing/2014/main" id="{BE9737AC-1D03-7022-F3FA-E6BC152FC64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002222" y="2868263"/>
                <a:ext cx="849958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29" name="组合 28">
              <a:extLst>
                <a:ext uri="{FF2B5EF4-FFF2-40B4-BE49-F238E27FC236}">
                  <a16:creationId xmlns:a16="http://schemas.microsoft.com/office/drawing/2014/main" id="{B4D34489-B475-ACF7-2EB9-EC7F044D3AB5}"/>
                </a:ext>
              </a:extLst>
            </p:cNvPr>
            <p:cNvGrpSpPr/>
            <p:nvPr/>
          </p:nvGrpSpPr>
          <p:grpSpPr>
            <a:xfrm>
              <a:off x="890472" y="4968480"/>
              <a:ext cx="1575864" cy="439410"/>
              <a:chOff x="8002758" y="2768378"/>
              <a:chExt cx="1575864" cy="439410"/>
            </a:xfrm>
          </p:grpSpPr>
          <p:sp>
            <p:nvSpPr>
              <p:cNvPr id="30" name="Line 27">
                <a:extLst>
                  <a:ext uri="{FF2B5EF4-FFF2-40B4-BE49-F238E27FC236}">
                    <a16:creationId xmlns:a16="http://schemas.microsoft.com/office/drawing/2014/main" id="{C629D4A2-0C6E-F570-89C4-E88FCBCBA89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272250" y="2988083"/>
                <a:ext cx="306372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1" name="流程图: 延期 30">
                <a:extLst>
                  <a:ext uri="{FF2B5EF4-FFF2-40B4-BE49-F238E27FC236}">
                    <a16:creationId xmlns:a16="http://schemas.microsoft.com/office/drawing/2014/main" id="{E030A21A-F2BA-1B4F-DC80-26BA9EEDC098}"/>
                  </a:ext>
                </a:extLst>
              </p:cNvPr>
              <p:cNvSpPr/>
              <p:nvPr/>
            </p:nvSpPr>
            <p:spPr>
              <a:xfrm>
                <a:off x="8855439" y="2768378"/>
                <a:ext cx="416811" cy="439410"/>
              </a:xfrm>
              <a:prstGeom prst="flowChartDelay">
                <a:avLst/>
              </a:prstGeom>
              <a:noFill/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3" name="Line 27">
                <a:extLst>
                  <a:ext uri="{FF2B5EF4-FFF2-40B4-BE49-F238E27FC236}">
                    <a16:creationId xmlns:a16="http://schemas.microsoft.com/office/drawing/2014/main" id="{712F191F-354E-0A49-71D5-AD532D59913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255439" y="3110465"/>
                <a:ext cx="596740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9" name="Line 27">
                <a:extLst>
                  <a:ext uri="{FF2B5EF4-FFF2-40B4-BE49-F238E27FC236}">
                    <a16:creationId xmlns:a16="http://schemas.microsoft.com/office/drawing/2014/main" id="{35FC1C13-EC01-5425-7A5C-57C0B08E6CB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002758" y="2868263"/>
                <a:ext cx="849422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40" name="Line 27">
              <a:extLst>
                <a:ext uri="{FF2B5EF4-FFF2-40B4-BE49-F238E27FC236}">
                  <a16:creationId xmlns:a16="http://schemas.microsoft.com/office/drawing/2014/main" id="{F20BB41C-5C26-D26E-320C-2DAF6BEDDB99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2258413" y="4315869"/>
              <a:ext cx="436507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1" name="Line 27">
              <a:extLst>
                <a:ext uri="{FF2B5EF4-FFF2-40B4-BE49-F238E27FC236}">
                  <a16:creationId xmlns:a16="http://schemas.microsoft.com/office/drawing/2014/main" id="{3FC4542F-0013-F8B8-E6DE-E67D8EB2117F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2258411" y="4983042"/>
              <a:ext cx="43651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42" name="椭圆 41">
              <a:extLst>
                <a:ext uri="{FF2B5EF4-FFF2-40B4-BE49-F238E27FC236}">
                  <a16:creationId xmlns:a16="http://schemas.microsoft.com/office/drawing/2014/main" id="{CBC01DBA-F539-A134-F4E0-35ADAD17043F}"/>
                </a:ext>
              </a:extLst>
            </p:cNvPr>
            <p:cNvSpPr/>
            <p:nvPr/>
          </p:nvSpPr>
          <p:spPr>
            <a:xfrm>
              <a:off x="1426533" y="4484714"/>
              <a:ext cx="90481" cy="90481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3" name="Line 27">
              <a:extLst>
                <a:ext uri="{FF2B5EF4-FFF2-40B4-BE49-F238E27FC236}">
                  <a16:creationId xmlns:a16="http://schemas.microsoft.com/office/drawing/2014/main" id="{46799427-63A8-2CDB-DFDD-4212E0336C2D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1314231" y="4378120"/>
              <a:ext cx="31508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4" name="椭圆 43">
              <a:extLst>
                <a:ext uri="{FF2B5EF4-FFF2-40B4-BE49-F238E27FC236}">
                  <a16:creationId xmlns:a16="http://schemas.microsoft.com/office/drawing/2014/main" id="{BA136488-D502-C3FE-096E-4DC2F6ED1C4B}"/>
                </a:ext>
              </a:extLst>
            </p:cNvPr>
            <p:cNvSpPr/>
            <p:nvPr/>
          </p:nvSpPr>
          <p:spPr>
            <a:xfrm>
              <a:off x="1426533" y="5022940"/>
              <a:ext cx="90481" cy="90481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5" name="Line 27">
              <a:extLst>
                <a:ext uri="{FF2B5EF4-FFF2-40B4-BE49-F238E27FC236}">
                  <a16:creationId xmlns:a16="http://schemas.microsoft.com/office/drawing/2014/main" id="{3F1DF4BE-3533-0B0B-2B6B-D859611FDBED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1314231" y="4917191"/>
              <a:ext cx="31508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6" name="Line 27">
              <a:extLst>
                <a:ext uri="{FF2B5EF4-FFF2-40B4-BE49-F238E27FC236}">
                  <a16:creationId xmlns:a16="http://schemas.microsoft.com/office/drawing/2014/main" id="{A118BF2C-DF1E-5D7C-CD76-50597EFBA83B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478909" y="4659305"/>
              <a:ext cx="1328489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8" name="椭圆 47">
              <a:extLst>
                <a:ext uri="{FF2B5EF4-FFF2-40B4-BE49-F238E27FC236}">
                  <a16:creationId xmlns:a16="http://schemas.microsoft.com/office/drawing/2014/main" id="{30E4549A-00D5-3FCD-0A35-5239DC6A22DB}"/>
                </a:ext>
              </a:extLst>
            </p:cNvPr>
            <p:cNvSpPr/>
            <p:nvPr/>
          </p:nvSpPr>
          <p:spPr>
            <a:xfrm>
              <a:off x="1097913" y="3945208"/>
              <a:ext cx="90481" cy="90481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49" name="组合 48">
              <a:extLst>
                <a:ext uri="{FF2B5EF4-FFF2-40B4-BE49-F238E27FC236}">
                  <a16:creationId xmlns:a16="http://schemas.microsoft.com/office/drawing/2014/main" id="{B88B4189-ACC1-3CF1-9EE4-44486835E3F8}"/>
                </a:ext>
              </a:extLst>
            </p:cNvPr>
            <p:cNvGrpSpPr/>
            <p:nvPr/>
          </p:nvGrpSpPr>
          <p:grpSpPr>
            <a:xfrm>
              <a:off x="2095166" y="4436469"/>
              <a:ext cx="1219178" cy="436319"/>
              <a:chOff x="1983474" y="5151034"/>
              <a:chExt cx="1219178" cy="436319"/>
            </a:xfrm>
          </p:grpSpPr>
          <p:sp>
            <p:nvSpPr>
              <p:cNvPr id="50" name="Arc 158">
                <a:extLst>
                  <a:ext uri="{FF2B5EF4-FFF2-40B4-BE49-F238E27FC236}">
                    <a16:creationId xmlns:a16="http://schemas.microsoft.com/office/drawing/2014/main" id="{D773694C-E897-34E8-CE0E-BF4947E661E5}"/>
                  </a:ext>
                </a:extLst>
              </p:cNvPr>
              <p:cNvSpPr>
                <a:spLocks/>
              </p:cNvSpPr>
              <p:nvPr/>
            </p:nvSpPr>
            <p:spPr bwMode="auto">
              <a:xfrm rot="5400000">
                <a:off x="2096817" y="5040034"/>
                <a:ext cx="433976" cy="660661"/>
              </a:xfrm>
              <a:custGeom>
                <a:avLst/>
                <a:gdLst>
                  <a:gd name="T0" fmla="*/ 0 w 21674"/>
                  <a:gd name="T1" fmla="*/ 0 h 21600"/>
                  <a:gd name="T2" fmla="*/ 0 w 21674"/>
                  <a:gd name="T3" fmla="*/ 0 h 21600"/>
                  <a:gd name="T4" fmla="*/ 0 w 21674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21674"/>
                  <a:gd name="T10" fmla="*/ 0 h 21600"/>
                  <a:gd name="T11" fmla="*/ 21674 w 21674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74" h="21600" fill="none" extrusionOk="0">
                    <a:moveTo>
                      <a:pt x="-1" y="2923"/>
                    </a:moveTo>
                    <a:cubicBezTo>
                      <a:pt x="3295" y="1008"/>
                      <a:pt x="7040" y="-1"/>
                      <a:pt x="10852" y="0"/>
                    </a:cubicBezTo>
                    <a:cubicBezTo>
                      <a:pt x="14652" y="0"/>
                      <a:pt x="18385" y="1002"/>
                      <a:pt x="21674" y="2906"/>
                    </a:cubicBezTo>
                  </a:path>
                  <a:path w="21674" h="21600" stroke="0" extrusionOk="0">
                    <a:moveTo>
                      <a:pt x="-1" y="2923"/>
                    </a:moveTo>
                    <a:cubicBezTo>
                      <a:pt x="3295" y="1008"/>
                      <a:pt x="7040" y="-1"/>
                      <a:pt x="10852" y="0"/>
                    </a:cubicBezTo>
                    <a:cubicBezTo>
                      <a:pt x="14652" y="0"/>
                      <a:pt x="18385" y="1002"/>
                      <a:pt x="21674" y="2906"/>
                    </a:cubicBezTo>
                    <a:lnTo>
                      <a:pt x="10852" y="21600"/>
                    </a:lnTo>
                    <a:lnTo>
                      <a:pt x="-1" y="2923"/>
                    </a:lnTo>
                    <a:close/>
                  </a:path>
                </a:pathLst>
              </a:cu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  <p:sp>
            <p:nvSpPr>
              <p:cNvPr id="51" name="Line 160">
                <a:extLst>
                  <a:ext uri="{FF2B5EF4-FFF2-40B4-BE49-F238E27FC236}">
                    <a16:creationId xmlns:a16="http://schemas.microsoft.com/office/drawing/2014/main" id="{AF329CAF-A78B-FDFD-B063-4A7E9691A2C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547456" y="5151046"/>
                <a:ext cx="203576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  <p:sp>
            <p:nvSpPr>
              <p:cNvPr id="52" name="Line 160">
                <a:extLst>
                  <a:ext uri="{FF2B5EF4-FFF2-40B4-BE49-F238E27FC236}">
                    <a16:creationId xmlns:a16="http://schemas.microsoft.com/office/drawing/2014/main" id="{AF8DDBFD-A80B-A436-2B97-0E88BE7D46E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547456" y="5587353"/>
                <a:ext cx="203576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  <p:sp>
            <p:nvSpPr>
              <p:cNvPr id="53" name="Arc 156">
                <a:extLst>
                  <a:ext uri="{FF2B5EF4-FFF2-40B4-BE49-F238E27FC236}">
                    <a16:creationId xmlns:a16="http://schemas.microsoft.com/office/drawing/2014/main" id="{0DEE006C-E68F-AC4B-504B-32CCEB0C0069}"/>
                  </a:ext>
                </a:extLst>
              </p:cNvPr>
              <p:cNvSpPr>
                <a:spLocks/>
              </p:cNvSpPr>
              <p:nvPr/>
            </p:nvSpPr>
            <p:spPr bwMode="auto">
              <a:xfrm flipV="1">
                <a:off x="2736308" y="5168117"/>
                <a:ext cx="307284" cy="419236"/>
              </a:xfrm>
              <a:custGeom>
                <a:avLst/>
                <a:gdLst>
                  <a:gd name="T0" fmla="*/ 0 w 19012"/>
                  <a:gd name="T1" fmla="*/ 0 h 21600"/>
                  <a:gd name="T2" fmla="*/ 0 w 19012"/>
                  <a:gd name="T3" fmla="*/ 0 h 21600"/>
                  <a:gd name="T4" fmla="*/ 0 w 19012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19012"/>
                  <a:gd name="T10" fmla="*/ 0 h 21600"/>
                  <a:gd name="T11" fmla="*/ 19012 w 19012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9012" h="21600" fill="none" extrusionOk="0">
                    <a:moveTo>
                      <a:pt x="-1" y="0"/>
                    </a:moveTo>
                    <a:cubicBezTo>
                      <a:pt x="7941" y="0"/>
                      <a:pt x="15242" y="4357"/>
                      <a:pt x="19012" y="11347"/>
                    </a:cubicBezTo>
                  </a:path>
                  <a:path w="19012" h="21600" stroke="0" extrusionOk="0">
                    <a:moveTo>
                      <a:pt x="-1" y="0"/>
                    </a:moveTo>
                    <a:cubicBezTo>
                      <a:pt x="7941" y="0"/>
                      <a:pt x="15242" y="4357"/>
                      <a:pt x="19012" y="11347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  <p:sp>
            <p:nvSpPr>
              <p:cNvPr id="54" name="Line 27">
                <a:extLst>
                  <a:ext uri="{FF2B5EF4-FFF2-40B4-BE49-F238E27FC236}">
                    <a16:creationId xmlns:a16="http://schemas.microsoft.com/office/drawing/2014/main" id="{8EE8C0C4-A31D-CE77-FFCC-7108D4613F8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52525" y="5248725"/>
                <a:ext cx="262548" cy="1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5" name="Line 27">
                <a:extLst>
                  <a:ext uri="{FF2B5EF4-FFF2-40B4-BE49-F238E27FC236}">
                    <a16:creationId xmlns:a16="http://schemas.microsoft.com/office/drawing/2014/main" id="{3008F639-0BEF-F068-EE8F-FAD0F0A4842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52525" y="5489321"/>
                <a:ext cx="262548" cy="1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6" name="Line 27">
                <a:extLst>
                  <a:ext uri="{FF2B5EF4-FFF2-40B4-BE49-F238E27FC236}">
                    <a16:creationId xmlns:a16="http://schemas.microsoft.com/office/drawing/2014/main" id="{1A4BDDB3-5046-4180-E8C9-EC302C84402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33952" y="5369218"/>
                <a:ext cx="168700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7" name="Arc 156">
                <a:extLst>
                  <a:ext uri="{FF2B5EF4-FFF2-40B4-BE49-F238E27FC236}">
                    <a16:creationId xmlns:a16="http://schemas.microsoft.com/office/drawing/2014/main" id="{CFFA39BD-FD81-ABFC-BB65-59267EBB1AF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34982" y="5151034"/>
                <a:ext cx="307284" cy="419236"/>
              </a:xfrm>
              <a:custGeom>
                <a:avLst/>
                <a:gdLst>
                  <a:gd name="T0" fmla="*/ 0 w 19012"/>
                  <a:gd name="T1" fmla="*/ 0 h 21600"/>
                  <a:gd name="T2" fmla="*/ 0 w 19012"/>
                  <a:gd name="T3" fmla="*/ 0 h 21600"/>
                  <a:gd name="T4" fmla="*/ 0 w 19012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19012"/>
                  <a:gd name="T10" fmla="*/ 0 h 21600"/>
                  <a:gd name="T11" fmla="*/ 19012 w 19012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9012" h="21600" fill="none" extrusionOk="0">
                    <a:moveTo>
                      <a:pt x="-1" y="0"/>
                    </a:moveTo>
                    <a:cubicBezTo>
                      <a:pt x="7941" y="0"/>
                      <a:pt x="15242" y="4357"/>
                      <a:pt x="19012" y="11347"/>
                    </a:cubicBezTo>
                  </a:path>
                  <a:path w="19012" h="21600" stroke="0" extrusionOk="0">
                    <a:moveTo>
                      <a:pt x="-1" y="0"/>
                    </a:moveTo>
                    <a:cubicBezTo>
                      <a:pt x="7941" y="0"/>
                      <a:pt x="15242" y="4357"/>
                      <a:pt x="19012" y="11347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8" name="文本框 57">
                  <a:extLst>
                    <a:ext uri="{FF2B5EF4-FFF2-40B4-BE49-F238E27FC236}">
                      <a16:creationId xmlns:a16="http://schemas.microsoft.com/office/drawing/2014/main" id="{28778423-2CD8-28A6-AF93-74C3019E34E5}"/>
                    </a:ext>
                  </a:extLst>
                </p:cNvPr>
                <p:cNvSpPr txBox="1"/>
                <p:nvPr/>
              </p:nvSpPr>
              <p:spPr>
                <a:xfrm>
                  <a:off x="628017" y="4323699"/>
                  <a:ext cx="254676" cy="41703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 eaLnBrk="1" hangingPunct="1">
                    <a:lnSpc>
                      <a:spcPct val="90000"/>
                    </a:lnSpc>
                    <a:spcBef>
                      <a:spcPct val="50000"/>
                    </a:spcBef>
                    <a:spcAft>
                      <a:spcPct val="0"/>
                    </a:spcAft>
                    <a:buFontTx/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kumimoji="1" lang="en-US" altLang="zh-CN" sz="2400" b="0" i="0" smtClean="0">
                            <a:latin typeface="Cambria Math" panose="02040503050406030204" pitchFamily="18" charset="0"/>
                            <a:ea typeface="楷体_GB2312" pitchFamily="49" charset="-122"/>
                          </a:rPr>
                          <m:t>B</m:t>
                        </m:r>
                      </m:oMath>
                    </m:oMathPara>
                  </a14:m>
                  <a:endParaRPr kumimoji="1" lang="en-US" altLang="zh-CN" sz="2400" b="0" baseline="-25000" dirty="0">
                    <a:latin typeface="Times New Roman" panose="02020603050405020304" pitchFamily="18" charset="0"/>
                    <a:ea typeface="楷体_GB2312" pitchFamily="49" charset="-122"/>
                  </a:endParaRPr>
                </a:p>
              </p:txBody>
            </p:sp>
          </mc:Choice>
          <mc:Fallback xmlns="">
            <p:sp>
              <p:nvSpPr>
                <p:cNvPr id="58" name="文本框 57">
                  <a:extLst>
                    <a:ext uri="{FF2B5EF4-FFF2-40B4-BE49-F238E27FC236}">
                      <a16:creationId xmlns:a16="http://schemas.microsoft.com/office/drawing/2014/main" id="{0C4BAD83-D55E-A68C-A2B2-8B3A98290A3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8017" y="4323699"/>
                  <a:ext cx="254676" cy="417037"/>
                </a:xfrm>
                <a:prstGeom prst="rect">
                  <a:avLst/>
                </a:prstGeom>
                <a:blipFill>
                  <a:blip r:embed="rId7"/>
                  <a:stretch>
                    <a:fillRect l="-39024" r="-2195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9" name="文本框 58">
                  <a:extLst>
                    <a:ext uri="{FF2B5EF4-FFF2-40B4-BE49-F238E27FC236}">
                      <a16:creationId xmlns:a16="http://schemas.microsoft.com/office/drawing/2014/main" id="{4A39EB6F-5850-F003-2424-7DF3C0DE4B26}"/>
                    </a:ext>
                  </a:extLst>
                </p:cNvPr>
                <p:cNvSpPr txBox="1"/>
                <p:nvPr/>
              </p:nvSpPr>
              <p:spPr>
                <a:xfrm>
                  <a:off x="628017" y="4864310"/>
                  <a:ext cx="254676" cy="41703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 eaLnBrk="1" hangingPunct="1">
                    <a:lnSpc>
                      <a:spcPct val="90000"/>
                    </a:lnSpc>
                    <a:spcBef>
                      <a:spcPct val="50000"/>
                    </a:spcBef>
                    <a:spcAft>
                      <a:spcPct val="0"/>
                    </a:spcAft>
                    <a:buFontTx/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kumimoji="1" lang="en-US" altLang="zh-CN" sz="2400" b="0" i="0" smtClean="0">
                            <a:latin typeface="Cambria Math" panose="02040503050406030204" pitchFamily="18" charset="0"/>
                            <a:ea typeface="楷体_GB2312" pitchFamily="49" charset="-122"/>
                          </a:rPr>
                          <m:t>C</m:t>
                        </m:r>
                      </m:oMath>
                    </m:oMathPara>
                  </a14:m>
                  <a:endParaRPr kumimoji="1" lang="en-US" altLang="zh-CN" sz="2400" b="0" baseline="-25000" dirty="0">
                    <a:latin typeface="Times New Roman" panose="02020603050405020304" pitchFamily="18" charset="0"/>
                    <a:ea typeface="楷体_GB2312" pitchFamily="49" charset="-122"/>
                  </a:endParaRPr>
                </a:p>
              </p:txBody>
            </p:sp>
          </mc:Choice>
          <mc:Fallback xmlns="">
            <p:sp>
              <p:nvSpPr>
                <p:cNvPr id="59" name="文本框 58">
                  <a:extLst>
                    <a:ext uri="{FF2B5EF4-FFF2-40B4-BE49-F238E27FC236}">
                      <a16:creationId xmlns:a16="http://schemas.microsoft.com/office/drawing/2014/main" id="{2D831E36-1193-FF10-B222-954D7418D2A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8017" y="4864310"/>
                  <a:ext cx="254676" cy="417037"/>
                </a:xfrm>
                <a:prstGeom prst="rect">
                  <a:avLst/>
                </a:prstGeom>
                <a:blipFill>
                  <a:blip r:embed="rId8"/>
                  <a:stretch>
                    <a:fillRect l="-36585" r="-1707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0" name="文本框 59">
                  <a:extLst>
                    <a:ext uri="{FF2B5EF4-FFF2-40B4-BE49-F238E27FC236}">
                      <a16:creationId xmlns:a16="http://schemas.microsoft.com/office/drawing/2014/main" id="{4BF33577-81A8-120A-B229-1976A7E70F80}"/>
                    </a:ext>
                  </a:extLst>
                </p:cNvPr>
                <p:cNvSpPr txBox="1"/>
                <p:nvPr/>
              </p:nvSpPr>
              <p:spPr>
                <a:xfrm>
                  <a:off x="3336857" y="4445344"/>
                  <a:ext cx="254676" cy="41703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 eaLnBrk="1" hangingPunct="1">
                    <a:lnSpc>
                      <a:spcPct val="90000"/>
                    </a:lnSpc>
                    <a:spcBef>
                      <a:spcPct val="50000"/>
                    </a:spcBef>
                    <a:spcAft>
                      <a:spcPct val="0"/>
                    </a:spcAft>
                    <a:buFontTx/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kumimoji="1" lang="en-US" altLang="zh-CN" sz="2400" b="0" i="0" smtClean="0">
                            <a:latin typeface="Cambria Math" panose="02040503050406030204" pitchFamily="18" charset="0"/>
                            <a:ea typeface="楷体_GB2312" pitchFamily="49" charset="-122"/>
                          </a:rPr>
                          <m:t>Y</m:t>
                        </m:r>
                      </m:oMath>
                    </m:oMathPara>
                  </a14:m>
                  <a:endParaRPr kumimoji="1" lang="en-US" altLang="zh-CN" sz="2400" b="0" baseline="-25000" dirty="0">
                    <a:latin typeface="Times New Roman" panose="02020603050405020304" pitchFamily="18" charset="0"/>
                    <a:ea typeface="楷体_GB2312" pitchFamily="49" charset="-122"/>
                  </a:endParaRPr>
                </a:p>
              </p:txBody>
            </p:sp>
          </mc:Choice>
          <mc:Fallback xmlns="">
            <p:sp>
              <p:nvSpPr>
                <p:cNvPr id="60" name="文本框 59">
                  <a:extLst>
                    <a:ext uri="{FF2B5EF4-FFF2-40B4-BE49-F238E27FC236}">
                      <a16:creationId xmlns:a16="http://schemas.microsoft.com/office/drawing/2014/main" id="{31DB4BB1-D779-791E-F694-00D05C9C940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36857" y="4445344"/>
                  <a:ext cx="254676" cy="417037"/>
                </a:xfrm>
                <a:prstGeom prst="rect">
                  <a:avLst/>
                </a:prstGeom>
                <a:blipFill>
                  <a:blip r:embed="rId9"/>
                  <a:stretch>
                    <a:fillRect l="-35714" r="-1666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73" name="组合 372">
            <a:extLst>
              <a:ext uri="{FF2B5EF4-FFF2-40B4-BE49-F238E27FC236}">
                <a16:creationId xmlns:a16="http://schemas.microsoft.com/office/drawing/2014/main" id="{689FC27D-C0D5-C175-6330-F43463684B8E}"/>
              </a:ext>
            </a:extLst>
          </p:cNvPr>
          <p:cNvGrpSpPr/>
          <p:nvPr/>
        </p:nvGrpSpPr>
        <p:grpSpPr>
          <a:xfrm>
            <a:off x="4618237" y="4320000"/>
            <a:ext cx="2963516" cy="1623213"/>
            <a:chOff x="1125595" y="3965359"/>
            <a:chExt cx="2963516" cy="162321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4" name="文本框 223">
                  <a:extLst>
                    <a:ext uri="{FF2B5EF4-FFF2-40B4-BE49-F238E27FC236}">
                      <a16:creationId xmlns:a16="http://schemas.microsoft.com/office/drawing/2014/main" id="{8CDD1F1B-2F2C-A19D-AD9B-7C556791800C}"/>
                    </a:ext>
                  </a:extLst>
                </p:cNvPr>
                <p:cNvSpPr txBox="1"/>
                <p:nvPr/>
              </p:nvSpPr>
              <p:spPr>
                <a:xfrm>
                  <a:off x="1125595" y="3965359"/>
                  <a:ext cx="254676" cy="41703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 eaLnBrk="1" hangingPunct="1">
                    <a:lnSpc>
                      <a:spcPct val="90000"/>
                    </a:lnSpc>
                    <a:spcBef>
                      <a:spcPct val="50000"/>
                    </a:spcBef>
                    <a:spcAft>
                      <a:spcPct val="0"/>
                    </a:spcAft>
                    <a:buFontTx/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kumimoji="1" lang="en-US" altLang="zh-CN" sz="2400" b="0" i="0" smtClean="0">
                            <a:latin typeface="Cambria Math" panose="02040503050406030204" pitchFamily="18" charset="0"/>
                            <a:ea typeface="楷体_GB2312" pitchFamily="49" charset="-122"/>
                          </a:rPr>
                          <m:t>A</m:t>
                        </m:r>
                      </m:oMath>
                    </m:oMathPara>
                  </a14:m>
                  <a:endParaRPr kumimoji="1" lang="en-US" altLang="zh-CN" sz="2400" b="0" baseline="-25000" dirty="0">
                    <a:latin typeface="Times New Roman" panose="02020603050405020304" pitchFamily="18" charset="0"/>
                    <a:ea typeface="楷体_GB2312" pitchFamily="49" charset="-122"/>
                  </a:endParaRPr>
                </a:p>
              </p:txBody>
            </p:sp>
          </mc:Choice>
          <mc:Fallback xmlns="">
            <p:sp>
              <p:nvSpPr>
                <p:cNvPr id="224" name="文本框 223">
                  <a:extLst>
                    <a:ext uri="{FF2B5EF4-FFF2-40B4-BE49-F238E27FC236}">
                      <a16:creationId xmlns:a16="http://schemas.microsoft.com/office/drawing/2014/main" id="{6ECA99A0-B8BD-3302-F52A-9B3A441ACF6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25595" y="3965359"/>
                  <a:ext cx="254676" cy="417037"/>
                </a:xfrm>
                <a:prstGeom prst="rect">
                  <a:avLst/>
                </a:prstGeom>
                <a:blipFill>
                  <a:blip r:embed="rId10"/>
                  <a:stretch>
                    <a:fillRect l="-41463" r="-1951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27" name="Line 27">
              <a:extLst>
                <a:ext uri="{FF2B5EF4-FFF2-40B4-BE49-F238E27FC236}">
                  <a16:creationId xmlns:a16="http://schemas.microsoft.com/office/drawing/2014/main" id="{995B0E3F-DC86-C4F6-B34B-D024A9993CF7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2755991" y="4498344"/>
              <a:ext cx="436507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8" name="Line 27">
              <a:extLst>
                <a:ext uri="{FF2B5EF4-FFF2-40B4-BE49-F238E27FC236}">
                  <a16:creationId xmlns:a16="http://schemas.microsoft.com/office/drawing/2014/main" id="{BE660136-ED96-F943-986E-67906E9F2A87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2755989" y="5165517"/>
              <a:ext cx="43651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229" name="椭圆 228">
              <a:extLst>
                <a:ext uri="{FF2B5EF4-FFF2-40B4-BE49-F238E27FC236}">
                  <a16:creationId xmlns:a16="http://schemas.microsoft.com/office/drawing/2014/main" id="{DF7980BD-367C-BE7D-6F0B-DB0C6EAE5712}"/>
                </a:ext>
              </a:extLst>
            </p:cNvPr>
            <p:cNvSpPr/>
            <p:nvPr/>
          </p:nvSpPr>
          <p:spPr>
            <a:xfrm>
              <a:off x="1924111" y="4665998"/>
              <a:ext cx="90481" cy="90481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0" name="Line 27">
              <a:extLst>
                <a:ext uri="{FF2B5EF4-FFF2-40B4-BE49-F238E27FC236}">
                  <a16:creationId xmlns:a16="http://schemas.microsoft.com/office/drawing/2014/main" id="{5E95F2F9-824C-0439-90D8-5B3B6C5946D2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1811809" y="4560595"/>
              <a:ext cx="31508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1" name="椭圆 230">
              <a:extLst>
                <a:ext uri="{FF2B5EF4-FFF2-40B4-BE49-F238E27FC236}">
                  <a16:creationId xmlns:a16="http://schemas.microsoft.com/office/drawing/2014/main" id="{332C0222-BE78-A8A6-08EE-5670AA1D5CA0}"/>
                </a:ext>
              </a:extLst>
            </p:cNvPr>
            <p:cNvSpPr/>
            <p:nvPr/>
          </p:nvSpPr>
          <p:spPr>
            <a:xfrm>
              <a:off x="1924111" y="5205415"/>
              <a:ext cx="90481" cy="90481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2" name="Line 27">
              <a:extLst>
                <a:ext uri="{FF2B5EF4-FFF2-40B4-BE49-F238E27FC236}">
                  <a16:creationId xmlns:a16="http://schemas.microsoft.com/office/drawing/2014/main" id="{B0F3B1E6-3E5C-686C-8421-16E26F34F6FA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1811809" y="5099666"/>
              <a:ext cx="31508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3" name="Line 27">
              <a:extLst>
                <a:ext uri="{FF2B5EF4-FFF2-40B4-BE49-F238E27FC236}">
                  <a16:creationId xmlns:a16="http://schemas.microsoft.com/office/drawing/2014/main" id="{F17B09B3-3514-BC84-CBF6-B8B35092EBA7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978828" y="4839441"/>
              <a:ext cx="132380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4" name="椭圆 233">
              <a:extLst>
                <a:ext uri="{FF2B5EF4-FFF2-40B4-BE49-F238E27FC236}">
                  <a16:creationId xmlns:a16="http://schemas.microsoft.com/office/drawing/2014/main" id="{EAE7AD30-438D-D516-94BA-B795608E8091}"/>
                </a:ext>
              </a:extLst>
            </p:cNvPr>
            <p:cNvSpPr/>
            <p:nvPr/>
          </p:nvSpPr>
          <p:spPr>
            <a:xfrm>
              <a:off x="1595491" y="4126492"/>
              <a:ext cx="90481" cy="90481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6" name="文本框 235">
                  <a:extLst>
                    <a:ext uri="{FF2B5EF4-FFF2-40B4-BE49-F238E27FC236}">
                      <a16:creationId xmlns:a16="http://schemas.microsoft.com/office/drawing/2014/main" id="{BDEE7D5C-EA1C-5CD7-9D1E-BC628C59DF75}"/>
                    </a:ext>
                  </a:extLst>
                </p:cNvPr>
                <p:cNvSpPr txBox="1"/>
                <p:nvPr/>
              </p:nvSpPr>
              <p:spPr>
                <a:xfrm>
                  <a:off x="1125595" y="4506174"/>
                  <a:ext cx="254676" cy="41703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 eaLnBrk="1" hangingPunct="1">
                    <a:lnSpc>
                      <a:spcPct val="90000"/>
                    </a:lnSpc>
                    <a:spcBef>
                      <a:spcPct val="50000"/>
                    </a:spcBef>
                    <a:spcAft>
                      <a:spcPct val="0"/>
                    </a:spcAft>
                    <a:buFontTx/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kumimoji="1" lang="en-US" altLang="zh-CN" sz="2400" b="0" i="0" smtClean="0">
                            <a:latin typeface="Cambria Math" panose="02040503050406030204" pitchFamily="18" charset="0"/>
                            <a:ea typeface="楷体_GB2312" pitchFamily="49" charset="-122"/>
                          </a:rPr>
                          <m:t>B</m:t>
                        </m:r>
                      </m:oMath>
                    </m:oMathPara>
                  </a14:m>
                  <a:endParaRPr kumimoji="1" lang="en-US" altLang="zh-CN" sz="2400" b="0" baseline="-25000" dirty="0">
                    <a:latin typeface="Times New Roman" panose="02020603050405020304" pitchFamily="18" charset="0"/>
                    <a:ea typeface="楷体_GB2312" pitchFamily="49" charset="-122"/>
                  </a:endParaRPr>
                </a:p>
              </p:txBody>
            </p:sp>
          </mc:Choice>
          <mc:Fallback xmlns="">
            <p:sp>
              <p:nvSpPr>
                <p:cNvPr id="236" name="文本框 235">
                  <a:extLst>
                    <a:ext uri="{FF2B5EF4-FFF2-40B4-BE49-F238E27FC236}">
                      <a16:creationId xmlns:a16="http://schemas.microsoft.com/office/drawing/2014/main" id="{8A5FE774-DA5D-1289-C164-A61D2BB3170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25595" y="4506174"/>
                  <a:ext cx="254676" cy="417037"/>
                </a:xfrm>
                <a:prstGeom prst="rect">
                  <a:avLst/>
                </a:prstGeom>
                <a:blipFill>
                  <a:blip r:embed="rId11"/>
                  <a:stretch>
                    <a:fillRect l="-39024" r="-2195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7" name="文本框 236">
                  <a:extLst>
                    <a:ext uri="{FF2B5EF4-FFF2-40B4-BE49-F238E27FC236}">
                      <a16:creationId xmlns:a16="http://schemas.microsoft.com/office/drawing/2014/main" id="{8C2C179C-5360-0322-240E-7B2D55492B18}"/>
                    </a:ext>
                  </a:extLst>
                </p:cNvPr>
                <p:cNvSpPr txBox="1"/>
                <p:nvPr/>
              </p:nvSpPr>
              <p:spPr>
                <a:xfrm>
                  <a:off x="1125595" y="5046785"/>
                  <a:ext cx="254676" cy="41703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 eaLnBrk="1" hangingPunct="1">
                    <a:lnSpc>
                      <a:spcPct val="90000"/>
                    </a:lnSpc>
                    <a:spcBef>
                      <a:spcPct val="50000"/>
                    </a:spcBef>
                    <a:spcAft>
                      <a:spcPct val="0"/>
                    </a:spcAft>
                    <a:buFontTx/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kumimoji="1" lang="en-US" altLang="zh-CN" sz="2400" b="0" i="0" smtClean="0">
                            <a:latin typeface="Cambria Math" panose="02040503050406030204" pitchFamily="18" charset="0"/>
                            <a:ea typeface="楷体_GB2312" pitchFamily="49" charset="-122"/>
                          </a:rPr>
                          <m:t>C</m:t>
                        </m:r>
                      </m:oMath>
                    </m:oMathPara>
                  </a14:m>
                  <a:endParaRPr kumimoji="1" lang="en-US" altLang="zh-CN" sz="2400" b="0" baseline="-25000" dirty="0">
                    <a:latin typeface="Times New Roman" panose="02020603050405020304" pitchFamily="18" charset="0"/>
                    <a:ea typeface="楷体_GB2312" pitchFamily="49" charset="-122"/>
                  </a:endParaRPr>
                </a:p>
              </p:txBody>
            </p:sp>
          </mc:Choice>
          <mc:Fallback xmlns="">
            <p:sp>
              <p:nvSpPr>
                <p:cNvPr id="237" name="文本框 236">
                  <a:extLst>
                    <a:ext uri="{FF2B5EF4-FFF2-40B4-BE49-F238E27FC236}">
                      <a16:creationId xmlns:a16="http://schemas.microsoft.com/office/drawing/2014/main" id="{F1855886-2D08-68D9-5A5E-77DBE5B648D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25595" y="5046785"/>
                  <a:ext cx="254676" cy="417037"/>
                </a:xfrm>
                <a:prstGeom prst="rect">
                  <a:avLst/>
                </a:prstGeom>
                <a:blipFill>
                  <a:blip r:embed="rId12"/>
                  <a:stretch>
                    <a:fillRect l="-36585" r="-1707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8" name="文本框 237">
                  <a:extLst>
                    <a:ext uri="{FF2B5EF4-FFF2-40B4-BE49-F238E27FC236}">
                      <a16:creationId xmlns:a16="http://schemas.microsoft.com/office/drawing/2014/main" id="{E7B5F0DB-0F19-610D-B762-05903597C159}"/>
                    </a:ext>
                  </a:extLst>
                </p:cNvPr>
                <p:cNvSpPr txBox="1"/>
                <p:nvPr/>
              </p:nvSpPr>
              <p:spPr>
                <a:xfrm>
                  <a:off x="3834435" y="4627819"/>
                  <a:ext cx="254676" cy="41703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 eaLnBrk="1" hangingPunct="1">
                    <a:lnSpc>
                      <a:spcPct val="90000"/>
                    </a:lnSpc>
                    <a:spcBef>
                      <a:spcPct val="50000"/>
                    </a:spcBef>
                    <a:spcAft>
                      <a:spcPct val="0"/>
                    </a:spcAft>
                    <a:buFontTx/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kumimoji="1" lang="en-US" altLang="zh-CN" sz="2400" b="0" i="0" smtClean="0">
                            <a:latin typeface="Cambria Math" panose="02040503050406030204" pitchFamily="18" charset="0"/>
                            <a:ea typeface="楷体_GB2312" pitchFamily="49" charset="-122"/>
                          </a:rPr>
                          <m:t>Y</m:t>
                        </m:r>
                      </m:oMath>
                    </m:oMathPara>
                  </a14:m>
                  <a:endParaRPr kumimoji="1" lang="en-US" altLang="zh-CN" sz="2400" b="0" baseline="-25000" dirty="0">
                    <a:latin typeface="Times New Roman" panose="02020603050405020304" pitchFamily="18" charset="0"/>
                    <a:ea typeface="楷体_GB2312" pitchFamily="49" charset="-122"/>
                  </a:endParaRPr>
                </a:p>
              </p:txBody>
            </p:sp>
          </mc:Choice>
          <mc:Fallback xmlns="">
            <p:sp>
              <p:nvSpPr>
                <p:cNvPr id="238" name="文本框 237">
                  <a:extLst>
                    <a:ext uri="{FF2B5EF4-FFF2-40B4-BE49-F238E27FC236}">
                      <a16:creationId xmlns:a16="http://schemas.microsoft.com/office/drawing/2014/main" id="{C38DCAA5-3B93-41FB-0AD0-D7CCE83B2C1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34435" y="4627819"/>
                  <a:ext cx="254676" cy="417037"/>
                </a:xfrm>
                <a:prstGeom prst="rect">
                  <a:avLst/>
                </a:prstGeom>
                <a:blipFill>
                  <a:blip r:embed="rId13"/>
                  <a:stretch>
                    <a:fillRect l="-35714" r="-1666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268" name="组合 267">
              <a:extLst>
                <a:ext uri="{FF2B5EF4-FFF2-40B4-BE49-F238E27FC236}">
                  <a16:creationId xmlns:a16="http://schemas.microsoft.com/office/drawing/2014/main" id="{889F7248-C19D-07B3-22FC-38FA37780267}"/>
                </a:ext>
              </a:extLst>
            </p:cNvPr>
            <p:cNvGrpSpPr/>
            <p:nvPr/>
          </p:nvGrpSpPr>
          <p:grpSpPr>
            <a:xfrm>
              <a:off x="1379227" y="4074611"/>
              <a:ext cx="1595017" cy="436319"/>
              <a:chOff x="1743937" y="5151034"/>
              <a:chExt cx="1595017" cy="436319"/>
            </a:xfrm>
          </p:grpSpPr>
          <p:sp>
            <p:nvSpPr>
              <p:cNvPr id="269" name="Arc 158">
                <a:extLst>
                  <a:ext uri="{FF2B5EF4-FFF2-40B4-BE49-F238E27FC236}">
                    <a16:creationId xmlns:a16="http://schemas.microsoft.com/office/drawing/2014/main" id="{4697504D-65DC-748A-16AD-87D9D950BD67}"/>
                  </a:ext>
                </a:extLst>
              </p:cNvPr>
              <p:cNvSpPr>
                <a:spLocks/>
              </p:cNvSpPr>
              <p:nvPr/>
            </p:nvSpPr>
            <p:spPr bwMode="auto">
              <a:xfrm rot="5400000">
                <a:off x="2096817" y="5040034"/>
                <a:ext cx="433976" cy="660661"/>
              </a:xfrm>
              <a:custGeom>
                <a:avLst/>
                <a:gdLst>
                  <a:gd name="T0" fmla="*/ 0 w 21674"/>
                  <a:gd name="T1" fmla="*/ 0 h 21600"/>
                  <a:gd name="T2" fmla="*/ 0 w 21674"/>
                  <a:gd name="T3" fmla="*/ 0 h 21600"/>
                  <a:gd name="T4" fmla="*/ 0 w 21674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21674"/>
                  <a:gd name="T10" fmla="*/ 0 h 21600"/>
                  <a:gd name="T11" fmla="*/ 21674 w 21674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74" h="21600" fill="none" extrusionOk="0">
                    <a:moveTo>
                      <a:pt x="-1" y="2923"/>
                    </a:moveTo>
                    <a:cubicBezTo>
                      <a:pt x="3295" y="1008"/>
                      <a:pt x="7040" y="-1"/>
                      <a:pt x="10852" y="0"/>
                    </a:cubicBezTo>
                    <a:cubicBezTo>
                      <a:pt x="14652" y="0"/>
                      <a:pt x="18385" y="1002"/>
                      <a:pt x="21674" y="2906"/>
                    </a:cubicBezTo>
                  </a:path>
                  <a:path w="21674" h="21600" stroke="0" extrusionOk="0">
                    <a:moveTo>
                      <a:pt x="-1" y="2923"/>
                    </a:moveTo>
                    <a:cubicBezTo>
                      <a:pt x="3295" y="1008"/>
                      <a:pt x="7040" y="-1"/>
                      <a:pt x="10852" y="0"/>
                    </a:cubicBezTo>
                    <a:cubicBezTo>
                      <a:pt x="14652" y="0"/>
                      <a:pt x="18385" y="1002"/>
                      <a:pt x="21674" y="2906"/>
                    </a:cubicBezTo>
                    <a:lnTo>
                      <a:pt x="10852" y="21600"/>
                    </a:lnTo>
                    <a:lnTo>
                      <a:pt x="-1" y="2923"/>
                    </a:lnTo>
                    <a:close/>
                  </a:path>
                </a:pathLst>
              </a:cu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  <p:sp>
            <p:nvSpPr>
              <p:cNvPr id="270" name="Line 160">
                <a:extLst>
                  <a:ext uri="{FF2B5EF4-FFF2-40B4-BE49-F238E27FC236}">
                    <a16:creationId xmlns:a16="http://schemas.microsoft.com/office/drawing/2014/main" id="{D1BD475A-F006-AC68-0B1F-004EE594BFC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547456" y="5151046"/>
                <a:ext cx="203576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  <p:sp>
            <p:nvSpPr>
              <p:cNvPr id="271" name="Line 160">
                <a:extLst>
                  <a:ext uri="{FF2B5EF4-FFF2-40B4-BE49-F238E27FC236}">
                    <a16:creationId xmlns:a16="http://schemas.microsoft.com/office/drawing/2014/main" id="{9388B695-5B4D-8979-FD49-10FA0CB753E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547456" y="5587353"/>
                <a:ext cx="203576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  <p:sp>
            <p:nvSpPr>
              <p:cNvPr id="272" name="Arc 156">
                <a:extLst>
                  <a:ext uri="{FF2B5EF4-FFF2-40B4-BE49-F238E27FC236}">
                    <a16:creationId xmlns:a16="http://schemas.microsoft.com/office/drawing/2014/main" id="{7E595112-369B-6AC1-0FC9-30FDA2ABFADA}"/>
                  </a:ext>
                </a:extLst>
              </p:cNvPr>
              <p:cNvSpPr>
                <a:spLocks/>
              </p:cNvSpPr>
              <p:nvPr/>
            </p:nvSpPr>
            <p:spPr bwMode="auto">
              <a:xfrm flipV="1">
                <a:off x="2736308" y="5168117"/>
                <a:ext cx="307284" cy="419236"/>
              </a:xfrm>
              <a:custGeom>
                <a:avLst/>
                <a:gdLst>
                  <a:gd name="T0" fmla="*/ 0 w 19012"/>
                  <a:gd name="T1" fmla="*/ 0 h 21600"/>
                  <a:gd name="T2" fmla="*/ 0 w 19012"/>
                  <a:gd name="T3" fmla="*/ 0 h 21600"/>
                  <a:gd name="T4" fmla="*/ 0 w 19012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19012"/>
                  <a:gd name="T10" fmla="*/ 0 h 21600"/>
                  <a:gd name="T11" fmla="*/ 19012 w 19012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9012" h="21600" fill="none" extrusionOk="0">
                    <a:moveTo>
                      <a:pt x="-1" y="0"/>
                    </a:moveTo>
                    <a:cubicBezTo>
                      <a:pt x="7941" y="0"/>
                      <a:pt x="15242" y="4357"/>
                      <a:pt x="19012" y="11347"/>
                    </a:cubicBezTo>
                  </a:path>
                  <a:path w="19012" h="21600" stroke="0" extrusionOk="0">
                    <a:moveTo>
                      <a:pt x="-1" y="0"/>
                    </a:moveTo>
                    <a:cubicBezTo>
                      <a:pt x="7941" y="0"/>
                      <a:pt x="15242" y="4357"/>
                      <a:pt x="19012" y="11347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  <p:sp>
            <p:nvSpPr>
              <p:cNvPr id="273" name="Line 27">
                <a:extLst>
                  <a:ext uri="{FF2B5EF4-FFF2-40B4-BE49-F238E27FC236}">
                    <a16:creationId xmlns:a16="http://schemas.microsoft.com/office/drawing/2014/main" id="{DA992F0F-4DE0-85FC-1764-F7741AA5C60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43937" y="5248726"/>
                <a:ext cx="871136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74" name="Line 27">
                <a:extLst>
                  <a:ext uri="{FF2B5EF4-FFF2-40B4-BE49-F238E27FC236}">
                    <a16:creationId xmlns:a16="http://schemas.microsoft.com/office/drawing/2014/main" id="{89AD853E-33E9-28BC-D580-E59BE236690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23288" y="5489322"/>
                <a:ext cx="291785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75" name="Line 27">
                <a:extLst>
                  <a:ext uri="{FF2B5EF4-FFF2-40B4-BE49-F238E27FC236}">
                    <a16:creationId xmlns:a16="http://schemas.microsoft.com/office/drawing/2014/main" id="{CF3E26E1-A4EC-B09F-8799-530E52DE263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33952" y="5369218"/>
                <a:ext cx="305002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76" name="Arc 156">
                <a:extLst>
                  <a:ext uri="{FF2B5EF4-FFF2-40B4-BE49-F238E27FC236}">
                    <a16:creationId xmlns:a16="http://schemas.microsoft.com/office/drawing/2014/main" id="{C015CB87-2EAE-807A-C42A-FCFE0120C18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34982" y="5151034"/>
                <a:ext cx="307284" cy="419236"/>
              </a:xfrm>
              <a:custGeom>
                <a:avLst/>
                <a:gdLst>
                  <a:gd name="T0" fmla="*/ 0 w 19012"/>
                  <a:gd name="T1" fmla="*/ 0 h 21600"/>
                  <a:gd name="T2" fmla="*/ 0 w 19012"/>
                  <a:gd name="T3" fmla="*/ 0 h 21600"/>
                  <a:gd name="T4" fmla="*/ 0 w 19012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19012"/>
                  <a:gd name="T10" fmla="*/ 0 h 21600"/>
                  <a:gd name="T11" fmla="*/ 19012 w 19012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9012" h="21600" fill="none" extrusionOk="0">
                    <a:moveTo>
                      <a:pt x="-1" y="0"/>
                    </a:moveTo>
                    <a:cubicBezTo>
                      <a:pt x="7941" y="0"/>
                      <a:pt x="15242" y="4357"/>
                      <a:pt x="19012" y="11347"/>
                    </a:cubicBezTo>
                  </a:path>
                  <a:path w="19012" h="21600" stroke="0" extrusionOk="0">
                    <a:moveTo>
                      <a:pt x="-1" y="0"/>
                    </a:moveTo>
                    <a:cubicBezTo>
                      <a:pt x="7941" y="0"/>
                      <a:pt x="15242" y="4357"/>
                      <a:pt x="19012" y="11347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</p:grpSp>
        <p:grpSp>
          <p:nvGrpSpPr>
            <p:cNvPr id="295" name="组合 294">
              <a:extLst>
                <a:ext uri="{FF2B5EF4-FFF2-40B4-BE49-F238E27FC236}">
                  <a16:creationId xmlns:a16="http://schemas.microsoft.com/office/drawing/2014/main" id="{D2286108-2CC6-1E51-DE8D-63E4C4C35A65}"/>
                </a:ext>
              </a:extLst>
            </p:cNvPr>
            <p:cNvGrpSpPr/>
            <p:nvPr/>
          </p:nvGrpSpPr>
          <p:grpSpPr>
            <a:xfrm>
              <a:off x="1379227" y="4614045"/>
              <a:ext cx="1794860" cy="436319"/>
              <a:chOff x="1743937" y="5151034"/>
              <a:chExt cx="1794860" cy="436319"/>
            </a:xfrm>
          </p:grpSpPr>
          <p:sp>
            <p:nvSpPr>
              <p:cNvPr id="296" name="Arc 158">
                <a:extLst>
                  <a:ext uri="{FF2B5EF4-FFF2-40B4-BE49-F238E27FC236}">
                    <a16:creationId xmlns:a16="http://schemas.microsoft.com/office/drawing/2014/main" id="{BBF5E603-488F-582C-846C-947F0AD46B7D}"/>
                  </a:ext>
                </a:extLst>
              </p:cNvPr>
              <p:cNvSpPr>
                <a:spLocks/>
              </p:cNvSpPr>
              <p:nvPr/>
            </p:nvSpPr>
            <p:spPr bwMode="auto">
              <a:xfrm rot="5400000">
                <a:off x="2096817" y="5040034"/>
                <a:ext cx="433976" cy="660661"/>
              </a:xfrm>
              <a:custGeom>
                <a:avLst/>
                <a:gdLst>
                  <a:gd name="T0" fmla="*/ 0 w 21674"/>
                  <a:gd name="T1" fmla="*/ 0 h 21600"/>
                  <a:gd name="T2" fmla="*/ 0 w 21674"/>
                  <a:gd name="T3" fmla="*/ 0 h 21600"/>
                  <a:gd name="T4" fmla="*/ 0 w 21674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21674"/>
                  <a:gd name="T10" fmla="*/ 0 h 21600"/>
                  <a:gd name="T11" fmla="*/ 21674 w 21674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74" h="21600" fill="none" extrusionOk="0">
                    <a:moveTo>
                      <a:pt x="-1" y="2923"/>
                    </a:moveTo>
                    <a:cubicBezTo>
                      <a:pt x="3295" y="1008"/>
                      <a:pt x="7040" y="-1"/>
                      <a:pt x="10852" y="0"/>
                    </a:cubicBezTo>
                    <a:cubicBezTo>
                      <a:pt x="14652" y="0"/>
                      <a:pt x="18385" y="1002"/>
                      <a:pt x="21674" y="2906"/>
                    </a:cubicBezTo>
                  </a:path>
                  <a:path w="21674" h="21600" stroke="0" extrusionOk="0">
                    <a:moveTo>
                      <a:pt x="-1" y="2923"/>
                    </a:moveTo>
                    <a:cubicBezTo>
                      <a:pt x="3295" y="1008"/>
                      <a:pt x="7040" y="-1"/>
                      <a:pt x="10852" y="0"/>
                    </a:cubicBezTo>
                    <a:cubicBezTo>
                      <a:pt x="14652" y="0"/>
                      <a:pt x="18385" y="1002"/>
                      <a:pt x="21674" y="2906"/>
                    </a:cubicBezTo>
                    <a:lnTo>
                      <a:pt x="10852" y="21600"/>
                    </a:lnTo>
                    <a:lnTo>
                      <a:pt x="-1" y="2923"/>
                    </a:lnTo>
                    <a:close/>
                  </a:path>
                </a:pathLst>
              </a:cu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  <p:sp>
            <p:nvSpPr>
              <p:cNvPr id="297" name="Line 160">
                <a:extLst>
                  <a:ext uri="{FF2B5EF4-FFF2-40B4-BE49-F238E27FC236}">
                    <a16:creationId xmlns:a16="http://schemas.microsoft.com/office/drawing/2014/main" id="{2B1D6C55-C170-E264-D76A-FCB6439F6F7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547456" y="5151046"/>
                <a:ext cx="203576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  <p:sp>
            <p:nvSpPr>
              <p:cNvPr id="298" name="Line 160">
                <a:extLst>
                  <a:ext uri="{FF2B5EF4-FFF2-40B4-BE49-F238E27FC236}">
                    <a16:creationId xmlns:a16="http://schemas.microsoft.com/office/drawing/2014/main" id="{FCE51BA1-404B-70CE-F632-21DB59137D2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547456" y="5587353"/>
                <a:ext cx="203576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  <p:sp>
            <p:nvSpPr>
              <p:cNvPr id="299" name="Arc 156">
                <a:extLst>
                  <a:ext uri="{FF2B5EF4-FFF2-40B4-BE49-F238E27FC236}">
                    <a16:creationId xmlns:a16="http://schemas.microsoft.com/office/drawing/2014/main" id="{0985AB2F-B327-C4DD-00ED-7397FCB10CEE}"/>
                  </a:ext>
                </a:extLst>
              </p:cNvPr>
              <p:cNvSpPr>
                <a:spLocks/>
              </p:cNvSpPr>
              <p:nvPr/>
            </p:nvSpPr>
            <p:spPr bwMode="auto">
              <a:xfrm flipV="1">
                <a:off x="2736308" y="5168117"/>
                <a:ext cx="307284" cy="419236"/>
              </a:xfrm>
              <a:custGeom>
                <a:avLst/>
                <a:gdLst>
                  <a:gd name="T0" fmla="*/ 0 w 19012"/>
                  <a:gd name="T1" fmla="*/ 0 h 21600"/>
                  <a:gd name="T2" fmla="*/ 0 w 19012"/>
                  <a:gd name="T3" fmla="*/ 0 h 21600"/>
                  <a:gd name="T4" fmla="*/ 0 w 19012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19012"/>
                  <a:gd name="T10" fmla="*/ 0 h 21600"/>
                  <a:gd name="T11" fmla="*/ 19012 w 19012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9012" h="21600" fill="none" extrusionOk="0">
                    <a:moveTo>
                      <a:pt x="-1" y="0"/>
                    </a:moveTo>
                    <a:cubicBezTo>
                      <a:pt x="7941" y="0"/>
                      <a:pt x="15242" y="4357"/>
                      <a:pt x="19012" y="11347"/>
                    </a:cubicBezTo>
                  </a:path>
                  <a:path w="19012" h="21600" stroke="0" extrusionOk="0">
                    <a:moveTo>
                      <a:pt x="-1" y="0"/>
                    </a:moveTo>
                    <a:cubicBezTo>
                      <a:pt x="7941" y="0"/>
                      <a:pt x="15242" y="4357"/>
                      <a:pt x="19012" y="11347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  <p:sp>
            <p:nvSpPr>
              <p:cNvPr id="300" name="Line 27">
                <a:extLst>
                  <a:ext uri="{FF2B5EF4-FFF2-40B4-BE49-F238E27FC236}">
                    <a16:creationId xmlns:a16="http://schemas.microsoft.com/office/drawing/2014/main" id="{BB83587A-A9D0-7D96-BEBB-27C2DA35C56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43937" y="5248726"/>
                <a:ext cx="871136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01" name="Line 27">
                <a:extLst>
                  <a:ext uri="{FF2B5EF4-FFF2-40B4-BE49-F238E27FC236}">
                    <a16:creationId xmlns:a16="http://schemas.microsoft.com/office/drawing/2014/main" id="{457BCA31-C03A-436E-F9E8-8D9A6EF99D7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23288" y="5489322"/>
                <a:ext cx="291785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02" name="Line 27">
                <a:extLst>
                  <a:ext uri="{FF2B5EF4-FFF2-40B4-BE49-F238E27FC236}">
                    <a16:creationId xmlns:a16="http://schemas.microsoft.com/office/drawing/2014/main" id="{DABA5891-35FB-5FA7-7597-8DE95D66364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33952" y="5369218"/>
                <a:ext cx="504845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03" name="Arc 156">
                <a:extLst>
                  <a:ext uri="{FF2B5EF4-FFF2-40B4-BE49-F238E27FC236}">
                    <a16:creationId xmlns:a16="http://schemas.microsoft.com/office/drawing/2014/main" id="{39501DE6-8FB9-8782-820F-AF26862AE05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34982" y="5151034"/>
                <a:ext cx="307284" cy="419236"/>
              </a:xfrm>
              <a:custGeom>
                <a:avLst/>
                <a:gdLst>
                  <a:gd name="T0" fmla="*/ 0 w 19012"/>
                  <a:gd name="T1" fmla="*/ 0 h 21600"/>
                  <a:gd name="T2" fmla="*/ 0 w 19012"/>
                  <a:gd name="T3" fmla="*/ 0 h 21600"/>
                  <a:gd name="T4" fmla="*/ 0 w 19012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19012"/>
                  <a:gd name="T10" fmla="*/ 0 h 21600"/>
                  <a:gd name="T11" fmla="*/ 19012 w 19012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9012" h="21600" fill="none" extrusionOk="0">
                    <a:moveTo>
                      <a:pt x="-1" y="0"/>
                    </a:moveTo>
                    <a:cubicBezTo>
                      <a:pt x="7941" y="0"/>
                      <a:pt x="15242" y="4357"/>
                      <a:pt x="19012" y="11347"/>
                    </a:cubicBezTo>
                  </a:path>
                  <a:path w="19012" h="21600" stroke="0" extrusionOk="0">
                    <a:moveTo>
                      <a:pt x="-1" y="0"/>
                    </a:moveTo>
                    <a:cubicBezTo>
                      <a:pt x="7941" y="0"/>
                      <a:pt x="15242" y="4357"/>
                      <a:pt x="19012" y="11347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</p:grpSp>
        <p:grpSp>
          <p:nvGrpSpPr>
            <p:cNvPr id="313" name="组合 312">
              <a:extLst>
                <a:ext uri="{FF2B5EF4-FFF2-40B4-BE49-F238E27FC236}">
                  <a16:creationId xmlns:a16="http://schemas.microsoft.com/office/drawing/2014/main" id="{D2310C5F-B38D-19B4-739C-CB3AF1BFF6AB}"/>
                </a:ext>
              </a:extLst>
            </p:cNvPr>
            <p:cNvGrpSpPr/>
            <p:nvPr/>
          </p:nvGrpSpPr>
          <p:grpSpPr>
            <a:xfrm>
              <a:off x="1379227" y="5152253"/>
              <a:ext cx="1595017" cy="436319"/>
              <a:chOff x="1743937" y="5151034"/>
              <a:chExt cx="1595017" cy="436319"/>
            </a:xfrm>
          </p:grpSpPr>
          <p:sp>
            <p:nvSpPr>
              <p:cNvPr id="314" name="Arc 158">
                <a:extLst>
                  <a:ext uri="{FF2B5EF4-FFF2-40B4-BE49-F238E27FC236}">
                    <a16:creationId xmlns:a16="http://schemas.microsoft.com/office/drawing/2014/main" id="{67602BDC-3CBE-00C4-34F4-E1BA5940395D}"/>
                  </a:ext>
                </a:extLst>
              </p:cNvPr>
              <p:cNvSpPr>
                <a:spLocks/>
              </p:cNvSpPr>
              <p:nvPr/>
            </p:nvSpPr>
            <p:spPr bwMode="auto">
              <a:xfrm rot="5400000">
                <a:off x="2096817" y="5040034"/>
                <a:ext cx="433976" cy="660661"/>
              </a:xfrm>
              <a:custGeom>
                <a:avLst/>
                <a:gdLst>
                  <a:gd name="T0" fmla="*/ 0 w 21674"/>
                  <a:gd name="T1" fmla="*/ 0 h 21600"/>
                  <a:gd name="T2" fmla="*/ 0 w 21674"/>
                  <a:gd name="T3" fmla="*/ 0 h 21600"/>
                  <a:gd name="T4" fmla="*/ 0 w 21674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21674"/>
                  <a:gd name="T10" fmla="*/ 0 h 21600"/>
                  <a:gd name="T11" fmla="*/ 21674 w 21674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74" h="21600" fill="none" extrusionOk="0">
                    <a:moveTo>
                      <a:pt x="-1" y="2923"/>
                    </a:moveTo>
                    <a:cubicBezTo>
                      <a:pt x="3295" y="1008"/>
                      <a:pt x="7040" y="-1"/>
                      <a:pt x="10852" y="0"/>
                    </a:cubicBezTo>
                    <a:cubicBezTo>
                      <a:pt x="14652" y="0"/>
                      <a:pt x="18385" y="1002"/>
                      <a:pt x="21674" y="2906"/>
                    </a:cubicBezTo>
                  </a:path>
                  <a:path w="21674" h="21600" stroke="0" extrusionOk="0">
                    <a:moveTo>
                      <a:pt x="-1" y="2923"/>
                    </a:moveTo>
                    <a:cubicBezTo>
                      <a:pt x="3295" y="1008"/>
                      <a:pt x="7040" y="-1"/>
                      <a:pt x="10852" y="0"/>
                    </a:cubicBezTo>
                    <a:cubicBezTo>
                      <a:pt x="14652" y="0"/>
                      <a:pt x="18385" y="1002"/>
                      <a:pt x="21674" y="2906"/>
                    </a:cubicBezTo>
                    <a:lnTo>
                      <a:pt x="10852" y="21600"/>
                    </a:lnTo>
                    <a:lnTo>
                      <a:pt x="-1" y="2923"/>
                    </a:lnTo>
                    <a:close/>
                  </a:path>
                </a:pathLst>
              </a:cu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  <p:sp>
            <p:nvSpPr>
              <p:cNvPr id="315" name="Line 160">
                <a:extLst>
                  <a:ext uri="{FF2B5EF4-FFF2-40B4-BE49-F238E27FC236}">
                    <a16:creationId xmlns:a16="http://schemas.microsoft.com/office/drawing/2014/main" id="{0B0DACB4-D37C-1CB5-C175-EF4AA2961F8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547456" y="5151046"/>
                <a:ext cx="203576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  <p:sp>
            <p:nvSpPr>
              <p:cNvPr id="316" name="Line 160">
                <a:extLst>
                  <a:ext uri="{FF2B5EF4-FFF2-40B4-BE49-F238E27FC236}">
                    <a16:creationId xmlns:a16="http://schemas.microsoft.com/office/drawing/2014/main" id="{C78FA5C3-CA45-C2BC-D949-F4DE42D6B20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547456" y="5587353"/>
                <a:ext cx="203576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  <p:sp>
            <p:nvSpPr>
              <p:cNvPr id="317" name="Arc 156">
                <a:extLst>
                  <a:ext uri="{FF2B5EF4-FFF2-40B4-BE49-F238E27FC236}">
                    <a16:creationId xmlns:a16="http://schemas.microsoft.com/office/drawing/2014/main" id="{338877BE-1E18-95C0-5148-994C8F525354}"/>
                  </a:ext>
                </a:extLst>
              </p:cNvPr>
              <p:cNvSpPr>
                <a:spLocks/>
              </p:cNvSpPr>
              <p:nvPr/>
            </p:nvSpPr>
            <p:spPr bwMode="auto">
              <a:xfrm flipV="1">
                <a:off x="2736308" y="5168117"/>
                <a:ext cx="307284" cy="419236"/>
              </a:xfrm>
              <a:custGeom>
                <a:avLst/>
                <a:gdLst>
                  <a:gd name="T0" fmla="*/ 0 w 19012"/>
                  <a:gd name="T1" fmla="*/ 0 h 21600"/>
                  <a:gd name="T2" fmla="*/ 0 w 19012"/>
                  <a:gd name="T3" fmla="*/ 0 h 21600"/>
                  <a:gd name="T4" fmla="*/ 0 w 19012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19012"/>
                  <a:gd name="T10" fmla="*/ 0 h 21600"/>
                  <a:gd name="T11" fmla="*/ 19012 w 19012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9012" h="21600" fill="none" extrusionOk="0">
                    <a:moveTo>
                      <a:pt x="-1" y="0"/>
                    </a:moveTo>
                    <a:cubicBezTo>
                      <a:pt x="7941" y="0"/>
                      <a:pt x="15242" y="4357"/>
                      <a:pt x="19012" y="11347"/>
                    </a:cubicBezTo>
                  </a:path>
                  <a:path w="19012" h="21600" stroke="0" extrusionOk="0">
                    <a:moveTo>
                      <a:pt x="-1" y="0"/>
                    </a:moveTo>
                    <a:cubicBezTo>
                      <a:pt x="7941" y="0"/>
                      <a:pt x="15242" y="4357"/>
                      <a:pt x="19012" y="11347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  <p:sp>
            <p:nvSpPr>
              <p:cNvPr id="318" name="Line 27">
                <a:extLst>
                  <a:ext uri="{FF2B5EF4-FFF2-40B4-BE49-F238E27FC236}">
                    <a16:creationId xmlns:a16="http://schemas.microsoft.com/office/drawing/2014/main" id="{C2702711-7862-F7BE-2FA2-4968392FC30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43937" y="5248726"/>
                <a:ext cx="871136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19" name="Line 27">
                <a:extLst>
                  <a:ext uri="{FF2B5EF4-FFF2-40B4-BE49-F238E27FC236}">
                    <a16:creationId xmlns:a16="http://schemas.microsoft.com/office/drawing/2014/main" id="{1A63A8EA-F50C-16BE-E2C0-B773F89A6CF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05442" y="5489322"/>
                <a:ext cx="609632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20" name="Line 27">
                <a:extLst>
                  <a:ext uri="{FF2B5EF4-FFF2-40B4-BE49-F238E27FC236}">
                    <a16:creationId xmlns:a16="http://schemas.microsoft.com/office/drawing/2014/main" id="{1352738D-E331-5D3A-0EA9-A2498CD64C7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33952" y="5369218"/>
                <a:ext cx="305002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21" name="Arc 156">
                <a:extLst>
                  <a:ext uri="{FF2B5EF4-FFF2-40B4-BE49-F238E27FC236}">
                    <a16:creationId xmlns:a16="http://schemas.microsoft.com/office/drawing/2014/main" id="{1E6E8608-DCB2-15A4-4FB9-C465AA14CFE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34982" y="5151034"/>
                <a:ext cx="307284" cy="419236"/>
              </a:xfrm>
              <a:custGeom>
                <a:avLst/>
                <a:gdLst>
                  <a:gd name="T0" fmla="*/ 0 w 19012"/>
                  <a:gd name="T1" fmla="*/ 0 h 21600"/>
                  <a:gd name="T2" fmla="*/ 0 w 19012"/>
                  <a:gd name="T3" fmla="*/ 0 h 21600"/>
                  <a:gd name="T4" fmla="*/ 0 w 19012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19012"/>
                  <a:gd name="T10" fmla="*/ 0 h 21600"/>
                  <a:gd name="T11" fmla="*/ 19012 w 19012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9012" h="21600" fill="none" extrusionOk="0">
                    <a:moveTo>
                      <a:pt x="-1" y="0"/>
                    </a:moveTo>
                    <a:cubicBezTo>
                      <a:pt x="7941" y="0"/>
                      <a:pt x="15242" y="4357"/>
                      <a:pt x="19012" y="11347"/>
                    </a:cubicBezTo>
                  </a:path>
                  <a:path w="19012" h="21600" stroke="0" extrusionOk="0">
                    <a:moveTo>
                      <a:pt x="-1" y="0"/>
                    </a:moveTo>
                    <a:cubicBezTo>
                      <a:pt x="7941" y="0"/>
                      <a:pt x="15242" y="4357"/>
                      <a:pt x="19012" y="11347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</p:grpSp>
        <p:grpSp>
          <p:nvGrpSpPr>
            <p:cNvPr id="368" name="组合 367">
              <a:extLst>
                <a:ext uri="{FF2B5EF4-FFF2-40B4-BE49-F238E27FC236}">
                  <a16:creationId xmlns:a16="http://schemas.microsoft.com/office/drawing/2014/main" id="{62AFB317-2001-1409-B3B8-28A390503B02}"/>
                </a:ext>
              </a:extLst>
            </p:cNvPr>
            <p:cNvGrpSpPr/>
            <p:nvPr/>
          </p:nvGrpSpPr>
          <p:grpSpPr>
            <a:xfrm>
              <a:off x="2961322" y="4615807"/>
              <a:ext cx="847058" cy="439410"/>
              <a:chOff x="8639413" y="2768378"/>
              <a:chExt cx="847058" cy="439410"/>
            </a:xfrm>
          </p:grpSpPr>
          <p:sp>
            <p:nvSpPr>
              <p:cNvPr id="369" name="Line 27">
                <a:extLst>
                  <a:ext uri="{FF2B5EF4-FFF2-40B4-BE49-F238E27FC236}">
                    <a16:creationId xmlns:a16="http://schemas.microsoft.com/office/drawing/2014/main" id="{5E134932-D000-8F04-3325-E5A356654C9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272250" y="2988083"/>
                <a:ext cx="214221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70" name="流程图: 延期 369">
                <a:extLst>
                  <a:ext uri="{FF2B5EF4-FFF2-40B4-BE49-F238E27FC236}">
                    <a16:creationId xmlns:a16="http://schemas.microsoft.com/office/drawing/2014/main" id="{811E6DD9-F6E1-2612-2CCF-236562F2724A}"/>
                  </a:ext>
                </a:extLst>
              </p:cNvPr>
              <p:cNvSpPr/>
              <p:nvPr/>
            </p:nvSpPr>
            <p:spPr>
              <a:xfrm>
                <a:off x="8855439" y="2768378"/>
                <a:ext cx="416811" cy="439410"/>
              </a:xfrm>
              <a:prstGeom prst="flowChartDelay">
                <a:avLst/>
              </a:prstGeom>
              <a:noFill/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71" name="Line 27">
                <a:extLst>
                  <a:ext uri="{FF2B5EF4-FFF2-40B4-BE49-F238E27FC236}">
                    <a16:creationId xmlns:a16="http://schemas.microsoft.com/office/drawing/2014/main" id="{A8FE24AB-57CB-C6B3-77F5-1D61C08EF43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639413" y="3110465"/>
                <a:ext cx="212765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72" name="Line 27">
                <a:extLst>
                  <a:ext uri="{FF2B5EF4-FFF2-40B4-BE49-F238E27FC236}">
                    <a16:creationId xmlns:a16="http://schemas.microsoft.com/office/drawing/2014/main" id="{39F4EE15-8B36-D1FA-409F-7510D27B765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639414" y="2868263"/>
                <a:ext cx="212765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</p:grpSp>
      <p:sp>
        <p:nvSpPr>
          <p:cNvPr id="99" name="文本框 98">
            <a:extLst>
              <a:ext uri="{FF2B5EF4-FFF2-40B4-BE49-F238E27FC236}">
                <a16:creationId xmlns:a16="http://schemas.microsoft.com/office/drawing/2014/main" id="{20192833-3237-0F9F-9251-51BAFD398266}"/>
              </a:ext>
            </a:extLst>
          </p:cNvPr>
          <p:cNvSpPr txBox="1"/>
          <p:nvPr/>
        </p:nvSpPr>
        <p:spPr>
          <a:xfrm>
            <a:off x="684000" y="6120000"/>
            <a:ext cx="204187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kumimoji="1" lang="zh-CN" altLang="en-US" sz="2400" b="0" i="0" dirty="0">
                <a:solidFill>
                  <a:schemeClr val="accent5">
                    <a:lumMod val="75000"/>
                  </a:schemeClr>
                </a:solidFill>
                <a:latin typeface="Cambria Math" panose="02040503050406030204" pitchFamily="18" charset="0"/>
                <a:ea typeface="楷体_GB2312" pitchFamily="49" charset="-122"/>
              </a:rPr>
              <a:t>与或式实现</a:t>
            </a:r>
            <a:endParaRPr kumimoji="1" lang="en-US" altLang="zh-CN" sz="2400" b="0" i="0" dirty="0">
              <a:solidFill>
                <a:schemeClr val="accent5">
                  <a:lumMod val="75000"/>
                </a:schemeClr>
              </a:solidFill>
              <a:latin typeface="Cambria Math" panose="02040503050406030204" pitchFamily="18" charset="0"/>
              <a:ea typeface="楷体_GB2312" pitchFamily="49" charset="-122"/>
            </a:endParaRPr>
          </a:p>
        </p:txBody>
      </p:sp>
      <p:sp>
        <p:nvSpPr>
          <p:cNvPr id="100" name="文本框 99">
            <a:extLst>
              <a:ext uri="{FF2B5EF4-FFF2-40B4-BE49-F238E27FC236}">
                <a16:creationId xmlns:a16="http://schemas.microsoft.com/office/drawing/2014/main" id="{85AD0727-2FC1-C660-ED30-AA9925BCF4F9}"/>
              </a:ext>
            </a:extLst>
          </p:cNvPr>
          <p:cNvSpPr txBox="1"/>
          <p:nvPr/>
        </p:nvSpPr>
        <p:spPr>
          <a:xfrm>
            <a:off x="4860000" y="6120000"/>
            <a:ext cx="183415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kumimoji="1" lang="zh-CN" altLang="en-US" sz="2400" b="0" dirty="0">
                <a:solidFill>
                  <a:schemeClr val="accent5">
                    <a:lumMod val="75000"/>
                  </a:schemeClr>
                </a:solidFill>
                <a:latin typeface="Cambria Math" panose="02040503050406030204" pitchFamily="18" charset="0"/>
                <a:ea typeface="楷体_GB2312" pitchFamily="49" charset="-122"/>
              </a:rPr>
              <a:t>或与式实现</a:t>
            </a:r>
            <a:endParaRPr kumimoji="1" lang="en-US" altLang="zh-CN" sz="2400" b="0" dirty="0">
              <a:solidFill>
                <a:schemeClr val="accent5">
                  <a:lumMod val="75000"/>
                </a:schemeClr>
              </a:solidFill>
              <a:latin typeface="Cambria Math" panose="02040503050406030204" pitchFamily="18" charset="0"/>
              <a:ea typeface="楷体_GB2312" pitchFamily="49" charset="-122"/>
            </a:endParaRPr>
          </a:p>
        </p:txBody>
      </p:sp>
      <p:sp>
        <p:nvSpPr>
          <p:cNvPr id="3" name="Rectangle 92">
            <a:extLst>
              <a:ext uri="{FF2B5EF4-FFF2-40B4-BE49-F238E27FC236}">
                <a16:creationId xmlns:a16="http://schemas.microsoft.com/office/drawing/2014/main" id="{7CFF1CB2-FEE2-778E-D4B4-E8F1F6028B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20000" y="1656000"/>
            <a:ext cx="11033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Aft>
                <a:spcPct val="0"/>
              </a:spcAft>
              <a:buFontTx/>
              <a:buNone/>
            </a:pPr>
            <a:r>
              <a:rPr lang="zh-CN" altLang="en-US" sz="2400" b="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真值表</a:t>
            </a:r>
          </a:p>
        </p:txBody>
      </p:sp>
      <p:sp>
        <p:nvSpPr>
          <p:cNvPr id="4" name="标题 1">
            <a:extLst>
              <a:ext uri="{FF2B5EF4-FFF2-40B4-BE49-F238E27FC236}">
                <a16:creationId xmlns:a16="http://schemas.microsoft.com/office/drawing/2014/main" id="{039F7F9B-F520-CF1F-0BA3-BD65442A6CE4}"/>
              </a:ext>
            </a:extLst>
          </p:cNvPr>
          <p:cNvSpPr txBox="1">
            <a:spLocks/>
          </p:cNvSpPr>
          <p:nvPr/>
        </p:nvSpPr>
        <p:spPr>
          <a:xfrm>
            <a:off x="360000" y="0"/>
            <a:ext cx="11826000" cy="548639"/>
          </a:xfrm>
          <a:prstGeom prst="rect">
            <a:avLst/>
          </a:prstGeom>
        </p:spPr>
        <p:txBody>
          <a:bodyPr anchor="b">
            <a:normAutofit/>
          </a:bodyPr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3000" dirty="0"/>
              <a:t>组合逻辑电路设计 </a:t>
            </a:r>
            <a:r>
              <a:rPr lang="en-US" altLang="zh-CN" sz="3000" dirty="0"/>
              <a:t>—— </a:t>
            </a:r>
            <a:r>
              <a:rPr lang="zh-CN" altLang="en-US" sz="3000" dirty="0">
                <a:solidFill>
                  <a:srgbClr val="FFFF00"/>
                </a:solidFill>
              </a:rPr>
              <a:t>示例</a:t>
            </a:r>
            <a:endParaRPr lang="en-US" altLang="zh-CN" sz="3000" dirty="0">
              <a:solidFill>
                <a:srgbClr val="FFFF00"/>
              </a:solidFill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CDC745A8-B2B6-E52C-40AD-2B468725C0B5}"/>
              </a:ext>
            </a:extLst>
          </p:cNvPr>
          <p:cNvSpPr/>
          <p:nvPr/>
        </p:nvSpPr>
        <p:spPr>
          <a:xfrm>
            <a:off x="2401871" y="3141003"/>
            <a:ext cx="770112" cy="250330"/>
          </a:xfrm>
          <a:prstGeom prst="rect">
            <a:avLst/>
          </a:prstGeom>
          <a:noFill/>
          <a:ln w="25400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55598FED-C338-A8F7-F45F-46670A907FD0}"/>
              </a:ext>
            </a:extLst>
          </p:cNvPr>
          <p:cNvSpPr/>
          <p:nvPr/>
        </p:nvSpPr>
        <p:spPr>
          <a:xfrm>
            <a:off x="1793246" y="3106235"/>
            <a:ext cx="890923" cy="319865"/>
          </a:xfrm>
          <a:prstGeom prst="rect">
            <a:avLst/>
          </a:prstGeom>
          <a:noFill/>
          <a:ln w="25400">
            <a:solidFill>
              <a:srgbClr val="00B05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F92BF8B-AD30-3A7A-32F1-EE5BDCA0F7DC}"/>
              </a:ext>
            </a:extLst>
          </p:cNvPr>
          <p:cNvSpPr/>
          <p:nvPr/>
        </p:nvSpPr>
        <p:spPr>
          <a:xfrm>
            <a:off x="2299304" y="2595490"/>
            <a:ext cx="431220" cy="864454"/>
          </a:xfrm>
          <a:prstGeom prst="rect">
            <a:avLst/>
          </a:prstGeom>
          <a:noFill/>
          <a:ln w="25400">
            <a:solidFill>
              <a:srgbClr val="0000FF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7" name="Text Box 140">
                <a:extLst>
                  <a:ext uri="{FF2B5EF4-FFF2-40B4-BE49-F238E27FC236}">
                    <a16:creationId xmlns:a16="http://schemas.microsoft.com/office/drawing/2014/main" id="{07BD6E39-D8AB-9040-8D10-D2324BE0DA0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56620" y="1889290"/>
                <a:ext cx="313927" cy="461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anchor="ctr">
                <a:spAutoFit/>
              </a:bodyPr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spcAft>
                    <a:spcPct val="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kumimoji="1" lang="en-US" altLang="zh-CN" sz="24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楷体_GB2312" pitchFamily="49" charset="-122"/>
                        </a:rPr>
                        <m:t>Y</m:t>
                      </m:r>
                    </m:oMath>
                  </m:oMathPara>
                </a14:m>
                <a:endParaRPr kumimoji="1" lang="en-US" altLang="zh-CN" sz="3600" b="0" dirty="0">
                  <a:solidFill>
                    <a:schemeClr val="tx1"/>
                  </a:solidFill>
                  <a:latin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7" name="Text Box 140">
                <a:extLst>
                  <a:ext uri="{FF2B5EF4-FFF2-40B4-BE49-F238E27FC236}">
                    <a16:creationId xmlns:a16="http://schemas.microsoft.com/office/drawing/2014/main" id="{07BD6E39-D8AB-9040-8D10-D2324BE0DA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56620" y="1889290"/>
                <a:ext cx="313927" cy="461665"/>
              </a:xfrm>
              <a:prstGeom prst="rect">
                <a:avLst/>
              </a:prstGeom>
              <a:blipFill>
                <a:blip r:embed="rId14"/>
                <a:stretch>
                  <a:fillRect l="-23529" r="-1961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68" name="Group 104">
            <a:extLst>
              <a:ext uri="{FF2B5EF4-FFF2-40B4-BE49-F238E27FC236}">
                <a16:creationId xmlns:a16="http://schemas.microsoft.com/office/drawing/2014/main" id="{2E3FCD60-45D8-9DC6-1830-4F135A1E3C2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01972661"/>
              </p:ext>
            </p:extLst>
          </p:nvPr>
        </p:nvGraphicFramePr>
        <p:xfrm>
          <a:off x="4599202" y="2089631"/>
          <a:ext cx="2735262" cy="1404936"/>
        </p:xfrm>
        <a:graphic>
          <a:graphicData uri="http://schemas.openxmlformats.org/drawingml/2006/table">
            <a:tbl>
              <a:tblPr/>
              <a:tblGrid>
                <a:gridCol w="5476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6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76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461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4768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68312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宋体" charset="0"/>
                        <a:cs typeface="宋体" charset="0"/>
                      </a:endParaRP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  <a:cs typeface="宋体" charset="0"/>
                        </a:rPr>
                        <a:t>00</a:t>
                      </a: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  <a:cs typeface="宋体" charset="0"/>
                        </a:rPr>
                        <a:t>01</a:t>
                      </a: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  <a:cs typeface="宋体" charset="0"/>
                        </a:rPr>
                        <a:t>11</a:t>
                      </a: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  <a:cs typeface="宋体" charset="0"/>
                        </a:rPr>
                        <a:t>10</a:t>
                      </a: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8312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  <a:cs typeface="宋体" charset="0"/>
                        </a:rPr>
                        <a:t>0</a:t>
                      </a: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  <a:cs typeface="宋体" charset="0"/>
                        </a:rPr>
                        <a:t>0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  <a:cs typeface="宋体" charset="0"/>
                        </a:rPr>
                        <a:t>0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  <a:cs typeface="宋体" charset="0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  <a:cs typeface="宋体" charset="0"/>
                        </a:rPr>
                        <a:t>0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8312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  <a:cs typeface="宋体" charset="0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  <a:cs typeface="宋体" charset="0"/>
                        </a:rPr>
                        <a:t>0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  <a:cs typeface="宋体" charset="0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  <a:cs typeface="宋体" charset="0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  <a:cs typeface="宋体" charset="0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9" name="Line 139">
            <a:extLst>
              <a:ext uri="{FF2B5EF4-FFF2-40B4-BE49-F238E27FC236}">
                <a16:creationId xmlns:a16="http://schemas.microsoft.com/office/drawing/2014/main" id="{D615DC4E-2A1A-77E7-3320-BE923E8D7A73}"/>
              </a:ext>
            </a:extLst>
          </p:cNvPr>
          <p:cNvSpPr>
            <a:spLocks noChangeShapeType="1"/>
          </p:cNvSpPr>
          <p:nvPr/>
        </p:nvSpPr>
        <p:spPr bwMode="auto">
          <a:xfrm>
            <a:off x="4752393" y="2242583"/>
            <a:ext cx="389731" cy="312188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0" name="Text Box 140">
                <a:extLst>
                  <a:ext uri="{FF2B5EF4-FFF2-40B4-BE49-F238E27FC236}">
                    <a16:creationId xmlns:a16="http://schemas.microsoft.com/office/drawing/2014/main" id="{98DAFF52-1553-2E14-4A4D-1353D7109BF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599201" y="2242583"/>
                <a:ext cx="419739" cy="461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anchor="ctr">
                <a:spAutoFit/>
              </a:bodyPr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spcAft>
                    <a:spcPct val="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kumimoji="1" lang="en-US" altLang="zh-CN" sz="2400" b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楷体_GB2312" pitchFamily="49" charset="-122"/>
                        </a:rPr>
                        <m:t>A</m:t>
                      </m:r>
                    </m:oMath>
                  </m:oMathPara>
                </a14:m>
                <a:endParaRPr kumimoji="1" lang="en-US" altLang="zh-CN" sz="3600" b="0" dirty="0">
                  <a:solidFill>
                    <a:schemeClr val="tx1"/>
                  </a:solidFill>
                  <a:latin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0" name="Text Box 140">
                <a:extLst>
                  <a:ext uri="{FF2B5EF4-FFF2-40B4-BE49-F238E27FC236}">
                    <a16:creationId xmlns:a16="http://schemas.microsoft.com/office/drawing/2014/main" id="{98DAFF52-1553-2E14-4A4D-1353D7109B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599201" y="2242583"/>
                <a:ext cx="419739" cy="461665"/>
              </a:xfrm>
              <a:prstGeom prst="rect">
                <a:avLst/>
              </a:prstGeom>
              <a:blipFill>
                <a:blip r:embed="rId15"/>
                <a:stretch>
                  <a:fillRect l="-5797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1" name="Text Box 141">
                <a:extLst>
                  <a:ext uri="{FF2B5EF4-FFF2-40B4-BE49-F238E27FC236}">
                    <a16:creationId xmlns:a16="http://schemas.microsoft.com/office/drawing/2014/main" id="{CAAB2BEF-CF28-139B-FD9B-7E0BAEA202C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752394" y="1964162"/>
                <a:ext cx="622286" cy="461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spcAft>
                    <a:spcPct val="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kumimoji="1" lang="en-US" altLang="zh-CN" sz="2400" b="0" i="0" smtClean="0">
                          <a:latin typeface="Cambria Math" panose="02040503050406030204" pitchFamily="18" charset="0"/>
                          <a:ea typeface="楷体_GB2312" pitchFamily="49" charset="-122"/>
                        </a:rPr>
                        <m:t>BC</m:t>
                      </m:r>
                    </m:oMath>
                  </m:oMathPara>
                </a14:m>
                <a:endParaRPr kumimoji="1" lang="en-US" altLang="zh-CN" sz="2400" b="0" dirty="0">
                  <a:latin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1" name="Text Box 141">
                <a:extLst>
                  <a:ext uri="{FF2B5EF4-FFF2-40B4-BE49-F238E27FC236}">
                    <a16:creationId xmlns:a16="http://schemas.microsoft.com/office/drawing/2014/main" id="{CAAB2BEF-CF28-139B-FD9B-7E0BAEA202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752394" y="1964162"/>
                <a:ext cx="622286" cy="461665"/>
              </a:xfrm>
              <a:prstGeom prst="rect">
                <a:avLst/>
              </a:prstGeom>
              <a:blipFill>
                <a:blip r:embed="rId16"/>
                <a:stretch>
                  <a:fillRect l="-1961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2" name="椭圆 71">
            <a:extLst>
              <a:ext uri="{FF2B5EF4-FFF2-40B4-BE49-F238E27FC236}">
                <a16:creationId xmlns:a16="http://schemas.microsoft.com/office/drawing/2014/main" id="{BD6C2204-836F-B21E-F2C9-2BAD360B47B9}"/>
              </a:ext>
            </a:extLst>
          </p:cNvPr>
          <p:cNvSpPr/>
          <p:nvPr/>
        </p:nvSpPr>
        <p:spPr>
          <a:xfrm>
            <a:off x="4359318" y="1899224"/>
            <a:ext cx="434974" cy="434974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3" name="文本框 72">
                <a:extLst>
                  <a:ext uri="{FF2B5EF4-FFF2-40B4-BE49-F238E27FC236}">
                    <a16:creationId xmlns:a16="http://schemas.microsoft.com/office/drawing/2014/main" id="{D00BF4C5-13D9-0364-F6CE-273ABAFE2E06}"/>
                  </a:ext>
                </a:extLst>
              </p:cNvPr>
              <p:cNvSpPr txBox="1"/>
              <p:nvPr/>
            </p:nvSpPr>
            <p:spPr>
              <a:xfrm>
                <a:off x="3995738" y="3600000"/>
                <a:ext cx="4484573" cy="60016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kumimoji="1" lang="en-US" altLang="zh-CN" sz="2800" b="0" i="0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楷体_GB2312" pitchFamily="49" charset="-122"/>
                        </a:rPr>
                        <m:t>Y</m:t>
                      </m:r>
                      <m:r>
                        <a:rPr kumimoji="1" lang="en-US" altLang="zh-CN" sz="280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楷体_GB2312" pitchFamily="49" charset="-122"/>
                        </a:rPr>
                        <m:t>=(</m:t>
                      </m:r>
                      <m:r>
                        <m:rPr>
                          <m:sty m:val="p"/>
                        </m:rPr>
                        <a:rPr kumimoji="1" lang="en-US" altLang="zh-CN" sz="280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楷体_GB2312" pitchFamily="49" charset="-122"/>
                        </a:rPr>
                        <m:t>A</m:t>
                      </m:r>
                      <m:r>
                        <a:rPr kumimoji="1" lang="en-US" altLang="zh-CN" sz="280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楷体_GB2312" pitchFamily="49" charset="-122"/>
                        </a:rPr>
                        <m:t>+</m:t>
                      </m:r>
                      <m:r>
                        <m:rPr>
                          <m:sty m:val="p"/>
                        </m:rPr>
                        <a:rPr kumimoji="1" lang="en-US" altLang="zh-CN" sz="280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楷体_GB2312" pitchFamily="49" charset="-122"/>
                        </a:rPr>
                        <m:t>B</m:t>
                      </m:r>
                      <m:r>
                        <a:rPr kumimoji="1" lang="en-US" altLang="zh-CN" sz="280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楷体_GB2312" pitchFamily="49" charset="-122"/>
                        </a:rPr>
                        <m:t>)(</m:t>
                      </m:r>
                      <m:r>
                        <m:rPr>
                          <m:sty m:val="p"/>
                        </m:rPr>
                        <a:rPr kumimoji="1" lang="en-US" altLang="zh-CN" sz="280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楷体_GB2312" pitchFamily="49" charset="-122"/>
                        </a:rPr>
                        <m:t>A</m:t>
                      </m:r>
                      <m:r>
                        <a:rPr kumimoji="1" lang="en-US" altLang="zh-CN" sz="280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楷体_GB2312" pitchFamily="49" charset="-122"/>
                        </a:rPr>
                        <m:t>+</m:t>
                      </m:r>
                      <m:r>
                        <m:rPr>
                          <m:sty m:val="p"/>
                        </m:rPr>
                        <a:rPr kumimoji="1" lang="en-US" altLang="zh-CN" sz="280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楷体_GB2312" pitchFamily="49" charset="-122"/>
                        </a:rPr>
                        <m:t>C</m:t>
                      </m:r>
                      <m:r>
                        <a:rPr kumimoji="1" lang="en-US" altLang="zh-CN" sz="280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楷体_GB2312" pitchFamily="49" charset="-122"/>
                        </a:rPr>
                        <m:t>)(</m:t>
                      </m:r>
                      <m:r>
                        <m:rPr>
                          <m:sty m:val="p"/>
                        </m:rPr>
                        <a:rPr kumimoji="1" lang="en-US" altLang="zh-CN" sz="280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楷体_GB2312" pitchFamily="49" charset="-122"/>
                        </a:rPr>
                        <m:t>B</m:t>
                      </m:r>
                      <m:r>
                        <a:rPr kumimoji="1" lang="en-US" altLang="zh-CN" sz="280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楷体_GB2312" pitchFamily="49" charset="-122"/>
                        </a:rPr>
                        <m:t>+</m:t>
                      </m:r>
                      <m:r>
                        <m:rPr>
                          <m:sty m:val="p"/>
                        </m:rPr>
                        <a:rPr kumimoji="1" lang="en-US" altLang="zh-CN" sz="280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楷体_GB2312" pitchFamily="49" charset="-122"/>
                        </a:rPr>
                        <m:t>C</m:t>
                      </m:r>
                      <m:r>
                        <a:rPr kumimoji="1" lang="en-US" altLang="zh-CN" sz="280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楷体_GB2312" pitchFamily="49" charset="-122"/>
                        </a:rPr>
                        <m:t>)</m:t>
                      </m:r>
                    </m:oMath>
                  </m:oMathPara>
                </a14:m>
                <a:endParaRPr lang="en-US" altLang="zh-CN" sz="28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73" name="文本框 72">
                <a:extLst>
                  <a:ext uri="{FF2B5EF4-FFF2-40B4-BE49-F238E27FC236}">
                    <a16:creationId xmlns:a16="http://schemas.microsoft.com/office/drawing/2014/main" id="{D00BF4C5-13D9-0364-F6CE-273ABAFE2E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95738" y="3600000"/>
                <a:ext cx="4484573" cy="600164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7" name="Text Box 140">
                <a:extLst>
                  <a:ext uri="{FF2B5EF4-FFF2-40B4-BE49-F238E27FC236}">
                    <a16:creationId xmlns:a16="http://schemas.microsoft.com/office/drawing/2014/main" id="{FA3293F8-F842-A4DD-B16E-3E631118EEF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455938" y="1889290"/>
                <a:ext cx="313927" cy="461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anchor="ctr">
                <a:spAutoFit/>
              </a:bodyPr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spcAft>
                    <a:spcPct val="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kumimoji="1" lang="en-US" altLang="zh-CN" sz="24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楷体_GB2312" pitchFamily="49" charset="-122"/>
                        </a:rPr>
                        <m:t>Y</m:t>
                      </m:r>
                    </m:oMath>
                  </m:oMathPara>
                </a14:m>
                <a:endParaRPr kumimoji="1" lang="en-US" altLang="zh-CN" sz="3600" b="0" dirty="0">
                  <a:solidFill>
                    <a:schemeClr val="tx1"/>
                  </a:solidFill>
                  <a:latin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7" name="Text Box 140">
                <a:extLst>
                  <a:ext uri="{FF2B5EF4-FFF2-40B4-BE49-F238E27FC236}">
                    <a16:creationId xmlns:a16="http://schemas.microsoft.com/office/drawing/2014/main" id="{FA3293F8-F842-A4DD-B16E-3E631118EE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455938" y="1889290"/>
                <a:ext cx="313927" cy="461665"/>
              </a:xfrm>
              <a:prstGeom prst="rect">
                <a:avLst/>
              </a:prstGeom>
              <a:blipFill>
                <a:blip r:embed="rId18"/>
                <a:stretch>
                  <a:fillRect l="-23529" r="-1961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8" name="矩形 77">
            <a:extLst>
              <a:ext uri="{FF2B5EF4-FFF2-40B4-BE49-F238E27FC236}">
                <a16:creationId xmlns:a16="http://schemas.microsoft.com/office/drawing/2014/main" id="{B9CD28D6-83CC-DCEB-3697-1E0C0EB7409D}"/>
              </a:ext>
            </a:extLst>
          </p:cNvPr>
          <p:cNvSpPr/>
          <p:nvPr/>
        </p:nvSpPr>
        <p:spPr>
          <a:xfrm>
            <a:off x="5307075" y="2653315"/>
            <a:ext cx="770112" cy="274200"/>
          </a:xfrm>
          <a:prstGeom prst="rect">
            <a:avLst/>
          </a:prstGeom>
          <a:noFill/>
          <a:ln w="25400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9" name="矩形 78">
            <a:extLst>
              <a:ext uri="{FF2B5EF4-FFF2-40B4-BE49-F238E27FC236}">
                <a16:creationId xmlns:a16="http://schemas.microsoft.com/office/drawing/2014/main" id="{2DCE8B70-C413-1875-80FC-5605A2E1D658}"/>
              </a:ext>
            </a:extLst>
          </p:cNvPr>
          <p:cNvSpPr/>
          <p:nvPr/>
        </p:nvSpPr>
        <p:spPr>
          <a:xfrm>
            <a:off x="5224225" y="2626148"/>
            <a:ext cx="385056" cy="809749"/>
          </a:xfrm>
          <a:prstGeom prst="rect">
            <a:avLst/>
          </a:prstGeom>
          <a:noFill/>
          <a:ln w="25400">
            <a:solidFill>
              <a:srgbClr val="00B05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0" name="左中括号 79">
            <a:extLst>
              <a:ext uri="{FF2B5EF4-FFF2-40B4-BE49-F238E27FC236}">
                <a16:creationId xmlns:a16="http://schemas.microsoft.com/office/drawing/2014/main" id="{DCEECF7B-9C03-CAF1-117A-958487E72BE2}"/>
              </a:ext>
            </a:extLst>
          </p:cNvPr>
          <p:cNvSpPr/>
          <p:nvPr/>
        </p:nvSpPr>
        <p:spPr>
          <a:xfrm flipH="1">
            <a:off x="5056157" y="2592662"/>
            <a:ext cx="501836" cy="398464"/>
          </a:xfrm>
          <a:prstGeom prst="leftBracket">
            <a:avLst>
              <a:gd name="adj" fmla="val 0"/>
            </a:avLst>
          </a:prstGeom>
          <a:ln w="25400">
            <a:solidFill>
              <a:srgbClr val="0000FF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1" name="左中括号 80">
            <a:extLst>
              <a:ext uri="{FF2B5EF4-FFF2-40B4-BE49-F238E27FC236}">
                <a16:creationId xmlns:a16="http://schemas.microsoft.com/office/drawing/2014/main" id="{1FDC9220-CB51-B803-5D59-F3DB8F401533}"/>
              </a:ext>
            </a:extLst>
          </p:cNvPr>
          <p:cNvSpPr/>
          <p:nvPr/>
        </p:nvSpPr>
        <p:spPr>
          <a:xfrm>
            <a:off x="6922144" y="2595490"/>
            <a:ext cx="501836" cy="398464"/>
          </a:xfrm>
          <a:prstGeom prst="leftBracket">
            <a:avLst>
              <a:gd name="adj" fmla="val 0"/>
            </a:avLst>
          </a:prstGeom>
          <a:ln w="25400">
            <a:solidFill>
              <a:srgbClr val="0000FF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331013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1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4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9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2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5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8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1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4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9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2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5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8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1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6" dur="500"/>
                                        <p:tgtEl>
                                          <p:spTgt spid="3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9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 animBg="1"/>
      <p:bldP spid="35" grpId="0"/>
      <p:bldP spid="36" grpId="0"/>
      <p:bldP spid="38" grpId="0" animBg="1"/>
      <p:bldP spid="5" grpId="0"/>
      <p:bldP spid="99" grpId="0"/>
      <p:bldP spid="100" grpId="0"/>
      <p:bldP spid="2" grpId="0" animBg="1"/>
      <p:bldP spid="7" grpId="0" animBg="1"/>
      <p:bldP spid="8" grpId="0" animBg="1"/>
      <p:bldP spid="67" grpId="0"/>
      <p:bldP spid="69" grpId="0" animBg="1"/>
      <p:bldP spid="70" grpId="0"/>
      <p:bldP spid="71" grpId="0"/>
      <p:bldP spid="72" grpId="0" animBg="1"/>
      <p:bldP spid="73" grpId="0"/>
      <p:bldP spid="77" grpId="0"/>
      <p:bldP spid="78" grpId="0" animBg="1"/>
      <p:bldP spid="79" grpId="0" animBg="1"/>
      <p:bldP spid="80" grpId="0" animBg="1"/>
      <p:bldP spid="81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>
            <a:extLst>
              <a:ext uri="{FF2B5EF4-FFF2-40B4-BE49-F238E27FC236}">
                <a16:creationId xmlns:a16="http://schemas.microsoft.com/office/drawing/2014/main" id="{3308C9D7-E40B-DC06-9AC6-250D966A7076}"/>
              </a:ext>
            </a:extLst>
          </p:cNvPr>
          <p:cNvGrpSpPr/>
          <p:nvPr/>
        </p:nvGrpSpPr>
        <p:grpSpPr>
          <a:xfrm>
            <a:off x="11449269" y="6198682"/>
            <a:ext cx="786273" cy="548639"/>
            <a:chOff x="11454918" y="5839511"/>
            <a:chExt cx="786273" cy="548639"/>
          </a:xfrm>
        </p:grpSpPr>
        <p:grpSp>
          <p:nvGrpSpPr>
            <p:cNvPr id="4" name="组合 3">
              <a:extLst>
                <a:ext uri="{FF2B5EF4-FFF2-40B4-BE49-F238E27FC236}">
                  <a16:creationId xmlns:a16="http://schemas.microsoft.com/office/drawing/2014/main" id="{2319C2CA-9984-1868-3D85-0A15C558689D}"/>
                </a:ext>
              </a:extLst>
            </p:cNvPr>
            <p:cNvGrpSpPr/>
            <p:nvPr/>
          </p:nvGrpSpPr>
          <p:grpSpPr>
            <a:xfrm>
              <a:off x="11454918" y="5867450"/>
              <a:ext cx="737081" cy="520700"/>
              <a:chOff x="11454918" y="5867450"/>
              <a:chExt cx="737081" cy="520700"/>
            </a:xfrm>
          </p:grpSpPr>
          <p:sp>
            <p:nvSpPr>
              <p:cNvPr id="6" name="箭头: 五边形 5">
                <a:extLst>
                  <a:ext uri="{FF2B5EF4-FFF2-40B4-BE49-F238E27FC236}">
                    <a16:creationId xmlns:a16="http://schemas.microsoft.com/office/drawing/2014/main" id="{9C1A1C1C-2662-AAA2-00F0-7E8E4D6BAC15}"/>
                  </a:ext>
                </a:extLst>
              </p:cNvPr>
              <p:cNvSpPr/>
              <p:nvPr/>
            </p:nvSpPr>
            <p:spPr>
              <a:xfrm rot="10800000">
                <a:off x="11525248" y="5867450"/>
                <a:ext cx="666751" cy="520700"/>
              </a:xfrm>
              <a:prstGeom prst="homePlate">
                <a:avLst>
                  <a:gd name="adj" fmla="val 33161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" name="箭头: V 形 6">
                <a:extLst>
                  <a:ext uri="{FF2B5EF4-FFF2-40B4-BE49-F238E27FC236}">
                    <a16:creationId xmlns:a16="http://schemas.microsoft.com/office/drawing/2014/main" id="{4090F906-82A6-1683-8319-D81AB355EE6A}"/>
                  </a:ext>
                </a:extLst>
              </p:cNvPr>
              <p:cNvSpPr/>
              <p:nvPr/>
            </p:nvSpPr>
            <p:spPr>
              <a:xfrm rot="10800000">
                <a:off x="11454918" y="5867450"/>
                <a:ext cx="217179" cy="520700"/>
              </a:xfrm>
              <a:prstGeom prst="chevron">
                <a:avLst>
                  <a:gd name="adj" fmla="val 84850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5" name="灯片编号占位符 3">
              <a:extLst>
                <a:ext uri="{FF2B5EF4-FFF2-40B4-BE49-F238E27FC236}">
                  <a16:creationId xmlns:a16="http://schemas.microsoft.com/office/drawing/2014/main" id="{4A1AA2AD-1A09-11B2-FA41-25EC27AA3BB6}"/>
                </a:ext>
              </a:extLst>
            </p:cNvPr>
            <p:cNvSpPr txBox="1">
              <a:spLocks/>
            </p:cNvSpPr>
            <p:nvPr/>
          </p:nvSpPr>
          <p:spPr>
            <a:xfrm>
              <a:off x="11574440" y="5839511"/>
              <a:ext cx="666751" cy="548639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zh-CN"/>
              </a:defPPr>
              <a:lvl1pPr marL="0" algn="ctr" defTabSz="914400" rtl="0" eaLnBrk="1" latinLnBrk="0" hangingPunct="1">
                <a:defRPr sz="2800" b="1" kern="1200">
                  <a:solidFill>
                    <a:schemeClr val="accent3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fld id="{27C45CD9-0508-4D1E-923D-4DFDAA610D19}" type="slidenum">
                <a:rPr lang="zh-CN" altLang="en-US" sz="3200" smtClean="0">
                  <a:solidFill>
                    <a:schemeClr val="bg1"/>
                  </a:solidFill>
                  <a:latin typeface="Candara"/>
                  <a:ea typeface="微软雅黑"/>
                </a:rPr>
                <a:pPr>
                  <a:defRPr/>
                </a:pPr>
                <a:t>10</a:t>
              </a:fld>
              <a:endParaRPr lang="zh-CN" altLang="en-US" sz="3200" dirty="0">
                <a:solidFill>
                  <a:schemeClr val="bg1"/>
                </a:solidFill>
                <a:latin typeface="Candara"/>
                <a:ea typeface="微软雅黑"/>
              </a:endParaRPr>
            </a:p>
          </p:txBody>
        </p:sp>
      </p:grpSp>
      <p:sp>
        <p:nvSpPr>
          <p:cNvPr id="52" name="Line 27">
            <a:extLst>
              <a:ext uri="{FF2B5EF4-FFF2-40B4-BE49-F238E27FC236}">
                <a16:creationId xmlns:a16="http://schemas.microsoft.com/office/drawing/2014/main" id="{8991F64D-EDCA-6421-2565-3E287C6DADA3}"/>
              </a:ext>
            </a:extLst>
          </p:cNvPr>
          <p:cNvSpPr>
            <a:spLocks noChangeShapeType="1"/>
          </p:cNvSpPr>
          <p:nvPr/>
        </p:nvSpPr>
        <p:spPr bwMode="auto">
          <a:xfrm>
            <a:off x="6549837" y="1450082"/>
            <a:ext cx="409172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3" name="流程图: 延期 52">
            <a:extLst>
              <a:ext uri="{FF2B5EF4-FFF2-40B4-BE49-F238E27FC236}">
                <a16:creationId xmlns:a16="http://schemas.microsoft.com/office/drawing/2014/main" id="{4AF4C0F6-5E34-573D-DC38-3C490C120B83}"/>
              </a:ext>
            </a:extLst>
          </p:cNvPr>
          <p:cNvSpPr/>
          <p:nvPr/>
        </p:nvSpPr>
        <p:spPr>
          <a:xfrm>
            <a:off x="5847739" y="1080000"/>
            <a:ext cx="702096" cy="740163"/>
          </a:xfrm>
          <a:prstGeom prst="flowChartDelay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4" name="Line 27">
            <a:extLst>
              <a:ext uri="{FF2B5EF4-FFF2-40B4-BE49-F238E27FC236}">
                <a16:creationId xmlns:a16="http://schemas.microsoft.com/office/drawing/2014/main" id="{D48FA46F-6AF7-069E-DDCA-A6886DC6B632}"/>
              </a:ext>
            </a:extLst>
          </p:cNvPr>
          <p:cNvSpPr>
            <a:spLocks noChangeShapeType="1"/>
          </p:cNvSpPr>
          <p:nvPr/>
        </p:nvSpPr>
        <p:spPr bwMode="auto">
          <a:xfrm>
            <a:off x="5400000" y="1656226"/>
            <a:ext cx="442248" cy="2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5" name="Line 27">
            <a:extLst>
              <a:ext uri="{FF2B5EF4-FFF2-40B4-BE49-F238E27FC236}">
                <a16:creationId xmlns:a16="http://schemas.microsoft.com/office/drawing/2014/main" id="{DE689DDB-3D04-9D8D-76F1-E2C594307352}"/>
              </a:ext>
            </a:extLst>
          </p:cNvPr>
          <p:cNvSpPr>
            <a:spLocks noChangeShapeType="1"/>
          </p:cNvSpPr>
          <p:nvPr/>
        </p:nvSpPr>
        <p:spPr bwMode="auto">
          <a:xfrm>
            <a:off x="5400000" y="1248251"/>
            <a:ext cx="442248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7" name="Line 27">
            <a:extLst>
              <a:ext uri="{FF2B5EF4-FFF2-40B4-BE49-F238E27FC236}">
                <a16:creationId xmlns:a16="http://schemas.microsoft.com/office/drawing/2014/main" id="{1868031B-46A8-616E-BBB5-0960D1120FEC}"/>
              </a:ext>
            </a:extLst>
          </p:cNvPr>
          <p:cNvSpPr>
            <a:spLocks noChangeShapeType="1"/>
          </p:cNvSpPr>
          <p:nvPr/>
        </p:nvSpPr>
        <p:spPr bwMode="auto">
          <a:xfrm>
            <a:off x="6549837" y="2530082"/>
            <a:ext cx="409172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8" name="流程图: 延期 57">
            <a:extLst>
              <a:ext uri="{FF2B5EF4-FFF2-40B4-BE49-F238E27FC236}">
                <a16:creationId xmlns:a16="http://schemas.microsoft.com/office/drawing/2014/main" id="{F31C60E4-2C3C-1320-EEA5-7535275DB620}"/>
              </a:ext>
            </a:extLst>
          </p:cNvPr>
          <p:cNvSpPr/>
          <p:nvPr/>
        </p:nvSpPr>
        <p:spPr>
          <a:xfrm>
            <a:off x="5847739" y="2160000"/>
            <a:ext cx="702096" cy="740163"/>
          </a:xfrm>
          <a:prstGeom prst="flowChartDelay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9" name="Line 27">
            <a:extLst>
              <a:ext uri="{FF2B5EF4-FFF2-40B4-BE49-F238E27FC236}">
                <a16:creationId xmlns:a16="http://schemas.microsoft.com/office/drawing/2014/main" id="{095A2115-C84C-DA90-14AA-4DE06D844D56}"/>
              </a:ext>
            </a:extLst>
          </p:cNvPr>
          <p:cNvSpPr>
            <a:spLocks noChangeShapeType="1"/>
          </p:cNvSpPr>
          <p:nvPr/>
        </p:nvSpPr>
        <p:spPr bwMode="auto">
          <a:xfrm>
            <a:off x="5400000" y="2736226"/>
            <a:ext cx="442248" cy="2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0" name="Line 27">
            <a:extLst>
              <a:ext uri="{FF2B5EF4-FFF2-40B4-BE49-F238E27FC236}">
                <a16:creationId xmlns:a16="http://schemas.microsoft.com/office/drawing/2014/main" id="{D519891A-883D-6388-DE3D-D90FEEB09635}"/>
              </a:ext>
            </a:extLst>
          </p:cNvPr>
          <p:cNvSpPr>
            <a:spLocks noChangeShapeType="1"/>
          </p:cNvSpPr>
          <p:nvPr/>
        </p:nvSpPr>
        <p:spPr bwMode="auto">
          <a:xfrm>
            <a:off x="5400000" y="2328251"/>
            <a:ext cx="442248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1" name="椭圆 60">
            <a:extLst>
              <a:ext uri="{FF2B5EF4-FFF2-40B4-BE49-F238E27FC236}">
                <a16:creationId xmlns:a16="http://schemas.microsoft.com/office/drawing/2014/main" id="{DA05759E-0B6A-627B-2CAA-23638322C860}"/>
              </a:ext>
            </a:extLst>
          </p:cNvPr>
          <p:cNvSpPr/>
          <p:nvPr/>
        </p:nvSpPr>
        <p:spPr>
          <a:xfrm>
            <a:off x="6552000" y="2461576"/>
            <a:ext cx="125097" cy="125097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2" name="文本框 61">
                <a:extLst>
                  <a:ext uri="{FF2B5EF4-FFF2-40B4-BE49-F238E27FC236}">
                    <a16:creationId xmlns:a16="http://schemas.microsoft.com/office/drawing/2014/main" id="{CAD996C3-7378-7492-BBC4-962B6C447B61}"/>
                  </a:ext>
                </a:extLst>
              </p:cNvPr>
              <p:cNvSpPr txBox="1"/>
              <p:nvPr/>
            </p:nvSpPr>
            <p:spPr>
              <a:xfrm>
                <a:off x="360000" y="1080000"/>
                <a:ext cx="4206894" cy="86805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1" algn="ctr"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kumimoji="1" lang="en-US" altLang="zh-CN" sz="4000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楷体_GB2312" pitchFamily="49" charset="-122"/>
                        </a:rPr>
                        <m:t>A</m:t>
                      </m:r>
                      <m:r>
                        <a:rPr kumimoji="1" lang="en-US" altLang="zh-CN" sz="400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m:rPr>
                          <m:sty m:val="p"/>
                        </m:rPr>
                        <a:rPr kumimoji="1" lang="en-US" altLang="zh-CN" sz="4000" b="0" i="0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B</m:t>
                      </m:r>
                      <m:r>
                        <a:rPr kumimoji="1" lang="en-US" altLang="zh-CN" sz="4000" b="0" i="0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楷体_GB2312" pitchFamily="49" charset="-122"/>
                        </a:rPr>
                        <m:t>=</m:t>
                      </m:r>
                      <m:acc>
                        <m:accPr>
                          <m:chr m:val="̅"/>
                          <m:ctrlPr>
                            <a:rPr kumimoji="1" lang="en-US" altLang="zh-CN" sz="4000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楷体_GB2312" pitchFamily="49" charset="-122"/>
                            </a:rPr>
                          </m:ctrlPr>
                        </m:accPr>
                        <m:e>
                          <m:acc>
                            <m:accPr>
                              <m:chr m:val="̅"/>
                              <m:ctrlPr>
                                <a:rPr kumimoji="1" lang="en-US" altLang="zh-CN" sz="4000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楷体_GB2312" pitchFamily="49" charset="-122"/>
                                </a:rPr>
                              </m:ctrlPr>
                            </m:accPr>
                            <m:e>
                              <m:r>
                                <m:rPr>
                                  <m:sty m:val="p"/>
                                </m:rPr>
                                <a:rPr kumimoji="1" lang="en-US" altLang="zh-CN" sz="400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楷体_GB2312" pitchFamily="49" charset="-122"/>
                                </a:rPr>
                                <m:t>A</m:t>
                              </m:r>
                            </m:e>
                          </m:acc>
                          <m:r>
                            <a:rPr kumimoji="1" lang="en-US" altLang="zh-CN" sz="400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楷体_GB2312" pitchFamily="49" charset="-122"/>
                            </a:rPr>
                            <m:t>+</m:t>
                          </m:r>
                          <m:acc>
                            <m:accPr>
                              <m:chr m:val="̅"/>
                              <m:ctrlPr>
                                <a:rPr kumimoji="1" lang="en-US" altLang="zh-CN" sz="4000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楷体_GB2312" pitchFamily="49" charset="-122"/>
                                </a:rPr>
                              </m:ctrlPr>
                            </m:accPr>
                            <m:e>
                              <m:r>
                                <m:rPr>
                                  <m:sty m:val="p"/>
                                </m:rPr>
                                <a:rPr kumimoji="1" lang="en-US" altLang="zh-CN" sz="400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楷体_GB2312" pitchFamily="49" charset="-122"/>
                                </a:rPr>
                                <m:t>B</m:t>
                              </m:r>
                            </m:e>
                          </m:acc>
                        </m:e>
                      </m:acc>
                    </m:oMath>
                  </m:oMathPara>
                </a14:m>
                <a:endParaRPr lang="en-US" altLang="zh-CN" sz="40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62" name="文本框 61">
                <a:extLst>
                  <a:ext uri="{FF2B5EF4-FFF2-40B4-BE49-F238E27FC236}">
                    <a16:creationId xmlns:a16="http://schemas.microsoft.com/office/drawing/2014/main" id="{CAD996C3-7378-7492-BBC4-962B6C447B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000" y="1080000"/>
                <a:ext cx="4206894" cy="86805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55" name="组合 154">
            <a:extLst>
              <a:ext uri="{FF2B5EF4-FFF2-40B4-BE49-F238E27FC236}">
                <a16:creationId xmlns:a16="http://schemas.microsoft.com/office/drawing/2014/main" id="{58307A71-F5A8-CCEA-8175-4D53B3D6113B}"/>
              </a:ext>
            </a:extLst>
          </p:cNvPr>
          <p:cNvGrpSpPr/>
          <p:nvPr/>
        </p:nvGrpSpPr>
        <p:grpSpPr>
          <a:xfrm>
            <a:off x="9252000" y="3240000"/>
            <a:ext cx="1554297" cy="740163"/>
            <a:chOff x="7374506" y="4543512"/>
            <a:chExt cx="1554297" cy="740163"/>
          </a:xfrm>
        </p:grpSpPr>
        <p:sp>
          <p:nvSpPr>
            <p:cNvPr id="148" name="Line 27">
              <a:extLst>
                <a:ext uri="{FF2B5EF4-FFF2-40B4-BE49-F238E27FC236}">
                  <a16:creationId xmlns:a16="http://schemas.microsoft.com/office/drawing/2014/main" id="{7A49E66A-C552-9A62-106C-ADF1ACC01F4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524343" y="4913594"/>
              <a:ext cx="40446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9" name="流程图: 延期 148">
              <a:extLst>
                <a:ext uri="{FF2B5EF4-FFF2-40B4-BE49-F238E27FC236}">
                  <a16:creationId xmlns:a16="http://schemas.microsoft.com/office/drawing/2014/main" id="{00195030-19C3-B9A2-A1C8-A66C3075A81B}"/>
                </a:ext>
              </a:extLst>
            </p:cNvPr>
            <p:cNvSpPr/>
            <p:nvPr/>
          </p:nvSpPr>
          <p:spPr>
            <a:xfrm>
              <a:off x="7822245" y="4543512"/>
              <a:ext cx="702096" cy="740163"/>
            </a:xfrm>
            <a:prstGeom prst="flowChartDelay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0" name="Line 27">
              <a:extLst>
                <a:ext uri="{FF2B5EF4-FFF2-40B4-BE49-F238E27FC236}">
                  <a16:creationId xmlns:a16="http://schemas.microsoft.com/office/drawing/2014/main" id="{5A23E58D-823F-D2F8-CEDF-8FA33318F12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374506" y="5119738"/>
              <a:ext cx="442248" cy="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1" name="Line 27">
              <a:extLst>
                <a:ext uri="{FF2B5EF4-FFF2-40B4-BE49-F238E27FC236}">
                  <a16:creationId xmlns:a16="http://schemas.microsoft.com/office/drawing/2014/main" id="{666D39AB-55BF-47C5-6EFD-3FEBAA62181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374506" y="4711763"/>
              <a:ext cx="44224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3" name="椭圆 152">
              <a:extLst>
                <a:ext uri="{FF2B5EF4-FFF2-40B4-BE49-F238E27FC236}">
                  <a16:creationId xmlns:a16="http://schemas.microsoft.com/office/drawing/2014/main" id="{5ACE5AF0-C4DE-732D-40B2-E18DE3C73590}"/>
                </a:ext>
              </a:extLst>
            </p:cNvPr>
            <p:cNvSpPr/>
            <p:nvPr/>
          </p:nvSpPr>
          <p:spPr>
            <a:xfrm>
              <a:off x="7680506" y="4649214"/>
              <a:ext cx="125097" cy="125097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54" name="椭圆 153">
              <a:extLst>
                <a:ext uri="{FF2B5EF4-FFF2-40B4-BE49-F238E27FC236}">
                  <a16:creationId xmlns:a16="http://schemas.microsoft.com/office/drawing/2014/main" id="{3AA41314-88F9-688A-C2D6-D72C543FB83E}"/>
                </a:ext>
              </a:extLst>
            </p:cNvPr>
            <p:cNvSpPr/>
            <p:nvPr/>
          </p:nvSpPr>
          <p:spPr>
            <a:xfrm>
              <a:off x="7680506" y="5057189"/>
              <a:ext cx="125097" cy="125097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57" name="Arc 158">
            <a:extLst>
              <a:ext uri="{FF2B5EF4-FFF2-40B4-BE49-F238E27FC236}">
                <a16:creationId xmlns:a16="http://schemas.microsoft.com/office/drawing/2014/main" id="{0993CDCC-FD2B-55B7-2F12-E907E2BF1487}"/>
              </a:ext>
            </a:extLst>
          </p:cNvPr>
          <p:cNvSpPr>
            <a:spLocks/>
          </p:cNvSpPr>
          <p:nvPr/>
        </p:nvSpPr>
        <p:spPr bwMode="auto">
          <a:xfrm rot="5400000">
            <a:off x="4978920" y="4133026"/>
            <a:ext cx="731010" cy="1112849"/>
          </a:xfrm>
          <a:custGeom>
            <a:avLst/>
            <a:gdLst>
              <a:gd name="T0" fmla="*/ 0 w 21674"/>
              <a:gd name="T1" fmla="*/ 0 h 21600"/>
              <a:gd name="T2" fmla="*/ 0 w 21674"/>
              <a:gd name="T3" fmla="*/ 0 h 21600"/>
              <a:gd name="T4" fmla="*/ 0 w 21674"/>
              <a:gd name="T5" fmla="*/ 0 h 21600"/>
              <a:gd name="T6" fmla="*/ 0 60000 65536"/>
              <a:gd name="T7" fmla="*/ 0 60000 65536"/>
              <a:gd name="T8" fmla="*/ 0 60000 65536"/>
              <a:gd name="T9" fmla="*/ 0 w 21674"/>
              <a:gd name="T10" fmla="*/ 0 h 21600"/>
              <a:gd name="T11" fmla="*/ 21674 w 21674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74" h="21600" fill="none" extrusionOk="0">
                <a:moveTo>
                  <a:pt x="-1" y="2923"/>
                </a:moveTo>
                <a:cubicBezTo>
                  <a:pt x="3295" y="1008"/>
                  <a:pt x="7040" y="-1"/>
                  <a:pt x="10852" y="0"/>
                </a:cubicBezTo>
                <a:cubicBezTo>
                  <a:pt x="14652" y="0"/>
                  <a:pt x="18385" y="1002"/>
                  <a:pt x="21674" y="2906"/>
                </a:cubicBezTo>
              </a:path>
              <a:path w="21674" h="21600" stroke="0" extrusionOk="0">
                <a:moveTo>
                  <a:pt x="-1" y="2923"/>
                </a:moveTo>
                <a:cubicBezTo>
                  <a:pt x="3295" y="1008"/>
                  <a:pt x="7040" y="-1"/>
                  <a:pt x="10852" y="0"/>
                </a:cubicBezTo>
                <a:cubicBezTo>
                  <a:pt x="14652" y="0"/>
                  <a:pt x="18385" y="1002"/>
                  <a:pt x="21674" y="2906"/>
                </a:cubicBezTo>
                <a:lnTo>
                  <a:pt x="10852" y="21600"/>
                </a:lnTo>
                <a:lnTo>
                  <a:pt x="-1" y="2923"/>
                </a:lnTo>
                <a:close/>
              </a:path>
            </a:pathLst>
          </a:cu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58" name="Line 160">
            <a:extLst>
              <a:ext uri="{FF2B5EF4-FFF2-40B4-BE49-F238E27FC236}">
                <a16:creationId xmlns:a16="http://schemas.microsoft.com/office/drawing/2014/main" id="{FE2F7267-10EB-7E5F-DB82-BE65C91A53A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737998" y="4320020"/>
            <a:ext cx="342913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59" name="Line 160">
            <a:extLst>
              <a:ext uri="{FF2B5EF4-FFF2-40B4-BE49-F238E27FC236}">
                <a16:creationId xmlns:a16="http://schemas.microsoft.com/office/drawing/2014/main" id="{40007452-EC0D-7BC9-BDC2-B4990F58E97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737998" y="5054957"/>
            <a:ext cx="342913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60" name="Arc 156">
            <a:extLst>
              <a:ext uri="{FF2B5EF4-FFF2-40B4-BE49-F238E27FC236}">
                <a16:creationId xmlns:a16="http://schemas.microsoft.com/office/drawing/2014/main" id="{241BE942-D5BC-75E7-728D-FFFE95F7D69B}"/>
              </a:ext>
            </a:extLst>
          </p:cNvPr>
          <p:cNvSpPr>
            <a:spLocks/>
          </p:cNvSpPr>
          <p:nvPr/>
        </p:nvSpPr>
        <p:spPr bwMode="auto">
          <a:xfrm flipV="1">
            <a:off x="6056110" y="4348775"/>
            <a:ext cx="517604" cy="706182"/>
          </a:xfrm>
          <a:custGeom>
            <a:avLst/>
            <a:gdLst>
              <a:gd name="T0" fmla="*/ 0 w 19012"/>
              <a:gd name="T1" fmla="*/ 0 h 21600"/>
              <a:gd name="T2" fmla="*/ 0 w 19012"/>
              <a:gd name="T3" fmla="*/ 0 h 21600"/>
              <a:gd name="T4" fmla="*/ 0 w 19012"/>
              <a:gd name="T5" fmla="*/ 0 h 21600"/>
              <a:gd name="T6" fmla="*/ 0 60000 65536"/>
              <a:gd name="T7" fmla="*/ 0 60000 65536"/>
              <a:gd name="T8" fmla="*/ 0 60000 65536"/>
              <a:gd name="T9" fmla="*/ 0 w 19012"/>
              <a:gd name="T10" fmla="*/ 0 h 21600"/>
              <a:gd name="T11" fmla="*/ 19012 w 19012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9012" h="21600" fill="none" extrusionOk="0">
                <a:moveTo>
                  <a:pt x="-1" y="0"/>
                </a:moveTo>
                <a:cubicBezTo>
                  <a:pt x="7941" y="0"/>
                  <a:pt x="15242" y="4357"/>
                  <a:pt x="19012" y="11347"/>
                </a:cubicBezTo>
              </a:path>
              <a:path w="19012" h="21600" stroke="0" extrusionOk="0">
                <a:moveTo>
                  <a:pt x="-1" y="0"/>
                </a:moveTo>
                <a:cubicBezTo>
                  <a:pt x="7941" y="0"/>
                  <a:pt x="15242" y="4357"/>
                  <a:pt x="19012" y="11347"/>
                </a:cubicBezTo>
                <a:lnTo>
                  <a:pt x="0" y="21600"/>
                </a:lnTo>
                <a:lnTo>
                  <a:pt x="-1" y="0"/>
                </a:lnTo>
                <a:close/>
              </a:path>
            </a:pathLst>
          </a:cu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61" name="Line 27">
            <a:extLst>
              <a:ext uri="{FF2B5EF4-FFF2-40B4-BE49-F238E27FC236}">
                <a16:creationId xmlns:a16="http://schemas.microsoft.com/office/drawing/2014/main" id="{71573DCE-7EEF-E6BA-B8A1-0B49A67584E2}"/>
              </a:ext>
            </a:extLst>
          </p:cNvPr>
          <p:cNvSpPr>
            <a:spLocks noChangeShapeType="1"/>
          </p:cNvSpPr>
          <p:nvPr/>
        </p:nvSpPr>
        <p:spPr bwMode="auto">
          <a:xfrm>
            <a:off x="5409647" y="4484555"/>
            <a:ext cx="442248" cy="2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2" name="Line 27">
            <a:extLst>
              <a:ext uri="{FF2B5EF4-FFF2-40B4-BE49-F238E27FC236}">
                <a16:creationId xmlns:a16="http://schemas.microsoft.com/office/drawing/2014/main" id="{5E37FDFD-4569-E271-D890-0858D0FEBC46}"/>
              </a:ext>
            </a:extLst>
          </p:cNvPr>
          <p:cNvSpPr>
            <a:spLocks noChangeShapeType="1"/>
          </p:cNvSpPr>
          <p:nvPr/>
        </p:nvSpPr>
        <p:spPr bwMode="auto">
          <a:xfrm>
            <a:off x="5409647" y="4889827"/>
            <a:ext cx="442248" cy="2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3" name="Line 27">
            <a:extLst>
              <a:ext uri="{FF2B5EF4-FFF2-40B4-BE49-F238E27FC236}">
                <a16:creationId xmlns:a16="http://schemas.microsoft.com/office/drawing/2014/main" id="{C1C33446-2F0D-E6C6-E902-20D4A649A60B}"/>
              </a:ext>
            </a:extLst>
          </p:cNvPr>
          <p:cNvSpPr>
            <a:spLocks noChangeShapeType="1"/>
          </p:cNvSpPr>
          <p:nvPr/>
        </p:nvSpPr>
        <p:spPr bwMode="auto">
          <a:xfrm>
            <a:off x="6557475" y="4687520"/>
            <a:ext cx="401533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4" name="Arc 156">
            <a:extLst>
              <a:ext uri="{FF2B5EF4-FFF2-40B4-BE49-F238E27FC236}">
                <a16:creationId xmlns:a16="http://schemas.microsoft.com/office/drawing/2014/main" id="{C73C754E-00F1-D57C-16F4-00214B623A1F}"/>
              </a:ext>
            </a:extLst>
          </p:cNvPr>
          <p:cNvSpPr>
            <a:spLocks/>
          </p:cNvSpPr>
          <p:nvPr/>
        </p:nvSpPr>
        <p:spPr bwMode="auto">
          <a:xfrm>
            <a:off x="6053876" y="4320000"/>
            <a:ext cx="517604" cy="706182"/>
          </a:xfrm>
          <a:custGeom>
            <a:avLst/>
            <a:gdLst>
              <a:gd name="T0" fmla="*/ 0 w 19012"/>
              <a:gd name="T1" fmla="*/ 0 h 21600"/>
              <a:gd name="T2" fmla="*/ 0 w 19012"/>
              <a:gd name="T3" fmla="*/ 0 h 21600"/>
              <a:gd name="T4" fmla="*/ 0 w 19012"/>
              <a:gd name="T5" fmla="*/ 0 h 21600"/>
              <a:gd name="T6" fmla="*/ 0 60000 65536"/>
              <a:gd name="T7" fmla="*/ 0 60000 65536"/>
              <a:gd name="T8" fmla="*/ 0 60000 65536"/>
              <a:gd name="T9" fmla="*/ 0 w 19012"/>
              <a:gd name="T10" fmla="*/ 0 h 21600"/>
              <a:gd name="T11" fmla="*/ 19012 w 19012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9012" h="21600" fill="none" extrusionOk="0">
                <a:moveTo>
                  <a:pt x="-1" y="0"/>
                </a:moveTo>
                <a:cubicBezTo>
                  <a:pt x="7941" y="0"/>
                  <a:pt x="15242" y="4357"/>
                  <a:pt x="19012" y="11347"/>
                </a:cubicBezTo>
              </a:path>
              <a:path w="19012" h="21600" stroke="0" extrusionOk="0">
                <a:moveTo>
                  <a:pt x="-1" y="0"/>
                </a:moveTo>
                <a:cubicBezTo>
                  <a:pt x="7941" y="0"/>
                  <a:pt x="15242" y="4357"/>
                  <a:pt x="19012" y="11347"/>
                </a:cubicBezTo>
                <a:lnTo>
                  <a:pt x="0" y="21600"/>
                </a:lnTo>
                <a:lnTo>
                  <a:pt x="-1" y="0"/>
                </a:lnTo>
                <a:close/>
              </a:path>
            </a:pathLst>
          </a:cu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grpSp>
        <p:nvGrpSpPr>
          <p:cNvPr id="166" name="组合 165">
            <a:extLst>
              <a:ext uri="{FF2B5EF4-FFF2-40B4-BE49-F238E27FC236}">
                <a16:creationId xmlns:a16="http://schemas.microsoft.com/office/drawing/2014/main" id="{D49195F9-FCD7-4204-3245-BEB704D8082E}"/>
              </a:ext>
            </a:extLst>
          </p:cNvPr>
          <p:cNvGrpSpPr/>
          <p:nvPr/>
        </p:nvGrpSpPr>
        <p:grpSpPr>
          <a:xfrm>
            <a:off x="9252000" y="4320000"/>
            <a:ext cx="1554297" cy="740163"/>
            <a:chOff x="7374506" y="4543512"/>
            <a:chExt cx="1554297" cy="740163"/>
          </a:xfrm>
        </p:grpSpPr>
        <p:sp>
          <p:nvSpPr>
            <p:cNvPr id="167" name="Line 27">
              <a:extLst>
                <a:ext uri="{FF2B5EF4-FFF2-40B4-BE49-F238E27FC236}">
                  <a16:creationId xmlns:a16="http://schemas.microsoft.com/office/drawing/2014/main" id="{825F35C3-8711-9887-1D9D-C583C8185B9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524343" y="4913594"/>
              <a:ext cx="40446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8" name="流程图: 延期 167">
              <a:extLst>
                <a:ext uri="{FF2B5EF4-FFF2-40B4-BE49-F238E27FC236}">
                  <a16:creationId xmlns:a16="http://schemas.microsoft.com/office/drawing/2014/main" id="{D3283594-064F-A279-7477-CA18ACC5855C}"/>
                </a:ext>
              </a:extLst>
            </p:cNvPr>
            <p:cNvSpPr/>
            <p:nvPr/>
          </p:nvSpPr>
          <p:spPr>
            <a:xfrm>
              <a:off x="7822245" y="4543512"/>
              <a:ext cx="702096" cy="740163"/>
            </a:xfrm>
            <a:prstGeom prst="flowChartDelay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9" name="Line 27">
              <a:extLst>
                <a:ext uri="{FF2B5EF4-FFF2-40B4-BE49-F238E27FC236}">
                  <a16:creationId xmlns:a16="http://schemas.microsoft.com/office/drawing/2014/main" id="{A915F3E5-A7CB-5B32-6058-07CC7EA73ED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374506" y="5119738"/>
              <a:ext cx="442248" cy="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0" name="Line 27">
              <a:extLst>
                <a:ext uri="{FF2B5EF4-FFF2-40B4-BE49-F238E27FC236}">
                  <a16:creationId xmlns:a16="http://schemas.microsoft.com/office/drawing/2014/main" id="{0F9A8D13-43F0-4BA8-4C0A-B8C8C41AA02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374506" y="4711763"/>
              <a:ext cx="44224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1" name="椭圆 170">
              <a:extLst>
                <a:ext uri="{FF2B5EF4-FFF2-40B4-BE49-F238E27FC236}">
                  <a16:creationId xmlns:a16="http://schemas.microsoft.com/office/drawing/2014/main" id="{51238E5A-46C8-7B3E-462C-CA67948850C3}"/>
                </a:ext>
              </a:extLst>
            </p:cNvPr>
            <p:cNvSpPr/>
            <p:nvPr/>
          </p:nvSpPr>
          <p:spPr>
            <a:xfrm>
              <a:off x="8526506" y="4845088"/>
              <a:ext cx="125097" cy="125097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72" name="椭圆 171">
              <a:extLst>
                <a:ext uri="{FF2B5EF4-FFF2-40B4-BE49-F238E27FC236}">
                  <a16:creationId xmlns:a16="http://schemas.microsoft.com/office/drawing/2014/main" id="{EEA59FF1-04CE-7D34-A10E-A4A6C9F4F485}"/>
                </a:ext>
              </a:extLst>
            </p:cNvPr>
            <p:cNvSpPr/>
            <p:nvPr/>
          </p:nvSpPr>
          <p:spPr>
            <a:xfrm>
              <a:off x="7680506" y="4649214"/>
              <a:ext cx="125097" cy="125097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73" name="椭圆 172">
              <a:extLst>
                <a:ext uri="{FF2B5EF4-FFF2-40B4-BE49-F238E27FC236}">
                  <a16:creationId xmlns:a16="http://schemas.microsoft.com/office/drawing/2014/main" id="{84E1BB48-E98D-C774-1089-2B80045B432C}"/>
                </a:ext>
              </a:extLst>
            </p:cNvPr>
            <p:cNvSpPr/>
            <p:nvPr/>
          </p:nvSpPr>
          <p:spPr>
            <a:xfrm>
              <a:off x="7680506" y="5057189"/>
              <a:ext cx="125097" cy="125097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210" name="箭头: 左右 209">
            <a:extLst>
              <a:ext uri="{FF2B5EF4-FFF2-40B4-BE49-F238E27FC236}">
                <a16:creationId xmlns:a16="http://schemas.microsoft.com/office/drawing/2014/main" id="{F54C791B-D6CD-5B96-ADF8-C3074FCE68A0}"/>
              </a:ext>
            </a:extLst>
          </p:cNvPr>
          <p:cNvSpPr/>
          <p:nvPr/>
        </p:nvSpPr>
        <p:spPr>
          <a:xfrm>
            <a:off x="7707734" y="1307103"/>
            <a:ext cx="662321" cy="288569"/>
          </a:xfrm>
          <a:prstGeom prst="leftRightArrow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1" name="箭头: 左右 210">
            <a:extLst>
              <a:ext uri="{FF2B5EF4-FFF2-40B4-BE49-F238E27FC236}">
                <a16:creationId xmlns:a16="http://schemas.microsoft.com/office/drawing/2014/main" id="{C2A62942-4EF6-A793-2067-9B68B34DCB4F}"/>
              </a:ext>
            </a:extLst>
          </p:cNvPr>
          <p:cNvSpPr/>
          <p:nvPr/>
        </p:nvSpPr>
        <p:spPr>
          <a:xfrm>
            <a:off x="7707734" y="2397581"/>
            <a:ext cx="662321" cy="288569"/>
          </a:xfrm>
          <a:prstGeom prst="leftRightArrow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2" name="箭头: 左右 211">
            <a:extLst>
              <a:ext uri="{FF2B5EF4-FFF2-40B4-BE49-F238E27FC236}">
                <a16:creationId xmlns:a16="http://schemas.microsoft.com/office/drawing/2014/main" id="{10662C1A-EDC3-D79D-AFE7-3DF82FD6C138}"/>
              </a:ext>
            </a:extLst>
          </p:cNvPr>
          <p:cNvSpPr/>
          <p:nvPr/>
        </p:nvSpPr>
        <p:spPr>
          <a:xfrm>
            <a:off x="7702165" y="3492837"/>
            <a:ext cx="662321" cy="288569"/>
          </a:xfrm>
          <a:prstGeom prst="leftRightArrow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3" name="箭头: 左右 212">
            <a:extLst>
              <a:ext uri="{FF2B5EF4-FFF2-40B4-BE49-F238E27FC236}">
                <a16:creationId xmlns:a16="http://schemas.microsoft.com/office/drawing/2014/main" id="{42B33827-CFC4-FB74-F2C5-9BA14272695D}"/>
              </a:ext>
            </a:extLst>
          </p:cNvPr>
          <p:cNvSpPr/>
          <p:nvPr/>
        </p:nvSpPr>
        <p:spPr>
          <a:xfrm>
            <a:off x="7702164" y="4589554"/>
            <a:ext cx="662321" cy="288569"/>
          </a:xfrm>
          <a:prstGeom prst="leftRightArrow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4" name="箭头: 左右 213">
            <a:extLst>
              <a:ext uri="{FF2B5EF4-FFF2-40B4-BE49-F238E27FC236}">
                <a16:creationId xmlns:a16="http://schemas.microsoft.com/office/drawing/2014/main" id="{A0CFBBCB-E311-A613-1464-D11542D47D7A}"/>
              </a:ext>
            </a:extLst>
          </p:cNvPr>
          <p:cNvSpPr/>
          <p:nvPr/>
        </p:nvSpPr>
        <p:spPr>
          <a:xfrm>
            <a:off x="7702164" y="5654978"/>
            <a:ext cx="662321" cy="288569"/>
          </a:xfrm>
          <a:prstGeom prst="leftRightArrow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5" name="文本框 214">
                <a:extLst>
                  <a:ext uri="{FF2B5EF4-FFF2-40B4-BE49-F238E27FC236}">
                    <a16:creationId xmlns:a16="http://schemas.microsoft.com/office/drawing/2014/main" id="{233C3F37-2775-045A-2A89-DBAAAB74DEC9}"/>
                  </a:ext>
                </a:extLst>
              </p:cNvPr>
              <p:cNvSpPr txBox="1"/>
              <p:nvPr/>
            </p:nvSpPr>
            <p:spPr>
              <a:xfrm>
                <a:off x="360000" y="2160000"/>
                <a:ext cx="4206894" cy="70923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1">
                  <a:spcAft>
                    <a:spcPts val="600"/>
                  </a:spcAft>
                </a:pP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kumimoji="1" lang="en-US" altLang="zh-CN" sz="40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楷体_GB2312" pitchFamily="49" charset="-122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kumimoji="1" lang="en-US" altLang="zh-CN" sz="4000" i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楷体_GB2312" pitchFamily="49" charset="-122"/>
                          </a:rPr>
                          <m:t>A</m:t>
                        </m:r>
                        <m:r>
                          <a:rPr kumimoji="1" lang="en-US" altLang="zh-CN" sz="4000" i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  <m:r>
                          <m:rPr>
                            <m:sty m:val="p"/>
                          </m:rPr>
                          <a:rPr kumimoji="1" lang="en-US" altLang="zh-CN" sz="4000" i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B</m:t>
                        </m:r>
                      </m:e>
                    </m:acc>
                    <m:r>
                      <a:rPr kumimoji="1" lang="en-US" altLang="zh-CN" sz="4000" b="0" i="0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楷体_GB2312" pitchFamily="49" charset="-122"/>
                      </a:rPr>
                      <m:t>=</m:t>
                    </m:r>
                    <m:acc>
                      <m:accPr>
                        <m:chr m:val="̅"/>
                        <m:ctrlPr>
                          <a:rPr kumimoji="1" lang="en-US" altLang="zh-CN" sz="40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楷体_GB2312" pitchFamily="49" charset="-122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kumimoji="1" lang="en-US" altLang="zh-CN" sz="40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楷体_GB2312" pitchFamily="49" charset="-122"/>
                          </a:rPr>
                          <m:t>A</m:t>
                        </m:r>
                      </m:e>
                    </m:acc>
                    <m:r>
                      <a:rPr kumimoji="1" lang="en-US" altLang="zh-CN" sz="4000" b="0" i="0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楷体_GB2312" pitchFamily="49" charset="-122"/>
                      </a:rPr>
                      <m:t>+</m:t>
                    </m:r>
                    <m:acc>
                      <m:accPr>
                        <m:chr m:val="̅"/>
                        <m:ctrlPr>
                          <a:rPr kumimoji="1" lang="en-US" altLang="zh-CN" sz="40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楷体_GB2312" pitchFamily="49" charset="-122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kumimoji="1" lang="en-US" altLang="zh-CN" sz="40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楷体_GB2312" pitchFamily="49" charset="-122"/>
                          </a:rPr>
                          <m:t>B</m:t>
                        </m:r>
                      </m:e>
                    </m:acc>
                  </m:oMath>
                </a14:m>
                <a:r>
                  <a:rPr lang="en-US" altLang="zh-CN" sz="40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</a:p>
            </p:txBody>
          </p:sp>
        </mc:Choice>
        <mc:Fallback xmlns="">
          <p:sp>
            <p:nvSpPr>
              <p:cNvPr id="215" name="文本框 214">
                <a:extLst>
                  <a:ext uri="{FF2B5EF4-FFF2-40B4-BE49-F238E27FC236}">
                    <a16:creationId xmlns:a16="http://schemas.microsoft.com/office/drawing/2014/main" id="{233C3F37-2775-045A-2A89-DBAAAB74DE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000" y="2160000"/>
                <a:ext cx="4206894" cy="70923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7" name="Line 27">
            <a:extLst>
              <a:ext uri="{FF2B5EF4-FFF2-40B4-BE49-F238E27FC236}">
                <a16:creationId xmlns:a16="http://schemas.microsoft.com/office/drawing/2014/main" id="{E18CED50-D9A7-D1EA-1308-5309637B7EEE}"/>
              </a:ext>
            </a:extLst>
          </p:cNvPr>
          <p:cNvSpPr>
            <a:spLocks noChangeShapeType="1"/>
          </p:cNvSpPr>
          <p:nvPr/>
        </p:nvSpPr>
        <p:spPr bwMode="auto">
          <a:xfrm>
            <a:off x="5400002" y="5807754"/>
            <a:ext cx="1559006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48" name="等腰三角形 247">
            <a:extLst>
              <a:ext uri="{FF2B5EF4-FFF2-40B4-BE49-F238E27FC236}">
                <a16:creationId xmlns:a16="http://schemas.microsoft.com/office/drawing/2014/main" id="{3197868C-64AF-0621-321D-D95B7F768466}"/>
              </a:ext>
            </a:extLst>
          </p:cNvPr>
          <p:cNvSpPr/>
          <p:nvPr/>
        </p:nvSpPr>
        <p:spPr>
          <a:xfrm rot="5400000" flipH="1">
            <a:off x="5707551" y="5489421"/>
            <a:ext cx="814430" cy="635586"/>
          </a:xfrm>
          <a:prstGeom prst="triangle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9" name="椭圆 248">
            <a:extLst>
              <a:ext uri="{FF2B5EF4-FFF2-40B4-BE49-F238E27FC236}">
                <a16:creationId xmlns:a16="http://schemas.microsoft.com/office/drawing/2014/main" id="{CDB2F4E9-9F28-9EEC-AD2B-38FD22D649D3}"/>
              </a:ext>
            </a:extLst>
          </p:cNvPr>
          <p:cNvSpPr/>
          <p:nvPr/>
        </p:nvSpPr>
        <p:spPr>
          <a:xfrm>
            <a:off x="6439116" y="5745257"/>
            <a:ext cx="126000" cy="126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0" name="文本框 249">
                <a:extLst>
                  <a:ext uri="{FF2B5EF4-FFF2-40B4-BE49-F238E27FC236}">
                    <a16:creationId xmlns:a16="http://schemas.microsoft.com/office/drawing/2014/main" id="{CE0F92C3-84E3-D9BF-30D6-C38498D5D080}"/>
                  </a:ext>
                </a:extLst>
              </p:cNvPr>
              <p:cNvSpPr txBox="1"/>
              <p:nvPr/>
            </p:nvSpPr>
            <p:spPr>
              <a:xfrm>
                <a:off x="360000" y="3240000"/>
                <a:ext cx="4206894" cy="70923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1">
                  <a:spcAft>
                    <a:spcPts val="600"/>
                  </a:spcAft>
                </a:pP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kumimoji="1" lang="en-US" altLang="zh-CN" sz="40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楷体_GB2312" pitchFamily="49" charset="-122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kumimoji="1" lang="en-US" altLang="zh-CN" sz="4000" i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楷体_GB2312" pitchFamily="49" charset="-122"/>
                          </a:rPr>
                          <m:t>A</m:t>
                        </m:r>
                        <m:r>
                          <a:rPr kumimoji="1" lang="en-US" altLang="zh-CN" sz="40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kumimoji="1" lang="en-US" altLang="zh-CN" sz="4000" i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B</m:t>
                        </m:r>
                      </m:e>
                    </m:acc>
                    <m:r>
                      <a:rPr kumimoji="1" lang="en-US" altLang="zh-CN" sz="4000" b="0" i="0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楷体_GB2312" pitchFamily="49" charset="-122"/>
                      </a:rPr>
                      <m:t>=</m:t>
                    </m:r>
                    <m:acc>
                      <m:accPr>
                        <m:chr m:val="̅"/>
                        <m:ctrlPr>
                          <a:rPr kumimoji="1" lang="en-US" altLang="zh-CN" sz="40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楷体_GB2312" pitchFamily="49" charset="-122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kumimoji="1" lang="en-US" altLang="zh-CN" sz="40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楷体_GB2312" pitchFamily="49" charset="-122"/>
                          </a:rPr>
                          <m:t>A</m:t>
                        </m:r>
                      </m:e>
                    </m:acc>
                    <m:r>
                      <a:rPr kumimoji="1" lang="en-US" altLang="zh-CN" sz="40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acc>
                      <m:accPr>
                        <m:chr m:val="̅"/>
                        <m:ctrlPr>
                          <a:rPr kumimoji="1" lang="en-US" altLang="zh-CN" sz="40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楷体_GB2312" pitchFamily="49" charset="-122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kumimoji="1" lang="en-US" altLang="zh-CN" sz="40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楷体_GB2312" pitchFamily="49" charset="-122"/>
                          </a:rPr>
                          <m:t>B</m:t>
                        </m:r>
                      </m:e>
                    </m:acc>
                  </m:oMath>
                </a14:m>
                <a:r>
                  <a:rPr lang="en-US" altLang="zh-CN" sz="40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</a:p>
            </p:txBody>
          </p:sp>
        </mc:Choice>
        <mc:Fallback xmlns="">
          <p:sp>
            <p:nvSpPr>
              <p:cNvPr id="250" name="文本框 249">
                <a:extLst>
                  <a:ext uri="{FF2B5EF4-FFF2-40B4-BE49-F238E27FC236}">
                    <a16:creationId xmlns:a16="http://schemas.microsoft.com/office/drawing/2014/main" id="{CE0F92C3-84E3-D9BF-30D6-C38498D5D0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000" y="3240000"/>
                <a:ext cx="4206894" cy="70923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1" name="文本框 250">
                <a:extLst>
                  <a:ext uri="{FF2B5EF4-FFF2-40B4-BE49-F238E27FC236}">
                    <a16:creationId xmlns:a16="http://schemas.microsoft.com/office/drawing/2014/main" id="{31F3C6D0-06CC-B338-063B-317ACD6EBB6F}"/>
                  </a:ext>
                </a:extLst>
              </p:cNvPr>
              <p:cNvSpPr txBox="1"/>
              <p:nvPr/>
            </p:nvSpPr>
            <p:spPr>
              <a:xfrm>
                <a:off x="360000" y="4320000"/>
                <a:ext cx="4206894" cy="86805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1" algn="ctr"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kumimoji="1" lang="en-US" altLang="zh-CN" sz="4000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楷体_GB2312" pitchFamily="49" charset="-122"/>
                        </a:rPr>
                        <m:t>A</m:t>
                      </m:r>
                      <m:r>
                        <a:rPr kumimoji="1" lang="en-US" altLang="zh-CN" sz="400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kumimoji="1" lang="en-US" altLang="zh-CN" sz="4000" b="0" i="0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B</m:t>
                      </m:r>
                      <m:r>
                        <a:rPr kumimoji="1" lang="en-US" altLang="zh-CN" sz="4000" b="0" i="0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楷体_GB2312" pitchFamily="49" charset="-122"/>
                        </a:rPr>
                        <m:t>=</m:t>
                      </m:r>
                      <m:acc>
                        <m:accPr>
                          <m:chr m:val="̅"/>
                          <m:ctrlPr>
                            <a:rPr kumimoji="1" lang="en-US" altLang="zh-CN" sz="4000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楷体_GB2312" pitchFamily="49" charset="-122"/>
                            </a:rPr>
                          </m:ctrlPr>
                        </m:accPr>
                        <m:e>
                          <m:acc>
                            <m:accPr>
                              <m:chr m:val="̅"/>
                              <m:ctrlPr>
                                <a:rPr kumimoji="1" lang="en-US" altLang="zh-CN" sz="4000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楷体_GB2312" pitchFamily="49" charset="-122"/>
                                </a:rPr>
                              </m:ctrlPr>
                            </m:accPr>
                            <m:e>
                              <m:r>
                                <m:rPr>
                                  <m:sty m:val="p"/>
                                </m:rPr>
                                <a:rPr kumimoji="1" lang="en-US" altLang="zh-CN" sz="400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楷体_GB2312" pitchFamily="49" charset="-122"/>
                                </a:rPr>
                                <m:t>A</m:t>
                              </m:r>
                            </m:e>
                          </m:acc>
                          <m:r>
                            <a:rPr kumimoji="1" lang="en-US" altLang="zh-CN" sz="400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acc>
                            <m:accPr>
                              <m:chr m:val="̅"/>
                              <m:ctrlPr>
                                <a:rPr kumimoji="1" lang="en-US" altLang="zh-CN" sz="4000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楷体_GB2312" pitchFamily="49" charset="-122"/>
                                </a:rPr>
                              </m:ctrlPr>
                            </m:accPr>
                            <m:e>
                              <m:r>
                                <m:rPr>
                                  <m:sty m:val="p"/>
                                </m:rPr>
                                <a:rPr kumimoji="1" lang="en-US" altLang="zh-CN" sz="400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楷体_GB2312" pitchFamily="49" charset="-122"/>
                                </a:rPr>
                                <m:t>B</m:t>
                              </m:r>
                            </m:e>
                          </m:acc>
                        </m:e>
                      </m:acc>
                    </m:oMath>
                  </m:oMathPara>
                </a14:m>
                <a:endParaRPr lang="en-US" altLang="zh-CN" sz="40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251" name="文本框 250">
                <a:extLst>
                  <a:ext uri="{FF2B5EF4-FFF2-40B4-BE49-F238E27FC236}">
                    <a16:creationId xmlns:a16="http://schemas.microsoft.com/office/drawing/2014/main" id="{31F3C6D0-06CC-B338-063B-317ACD6EBB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000" y="4320000"/>
                <a:ext cx="4206894" cy="868058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2" name="文本框 251">
                <a:extLst>
                  <a:ext uri="{FF2B5EF4-FFF2-40B4-BE49-F238E27FC236}">
                    <a16:creationId xmlns:a16="http://schemas.microsoft.com/office/drawing/2014/main" id="{A69FB10B-4D28-F1F4-F780-5CB1A6CB90C6}"/>
                  </a:ext>
                </a:extLst>
              </p:cNvPr>
              <p:cNvSpPr txBox="1"/>
              <p:nvPr/>
            </p:nvSpPr>
            <p:spPr>
              <a:xfrm>
                <a:off x="360000" y="5400000"/>
                <a:ext cx="4206894" cy="7861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1" algn="ctr"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kumimoji="1" lang="en-US" altLang="zh-CN" sz="40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楷体_GB2312" pitchFamily="49" charset="-122"/>
                            </a:rPr>
                          </m:ctrlPr>
                        </m:accPr>
                        <m:e>
                          <m:r>
                            <m:rPr>
                              <m:sty m:val="p"/>
                            </m:rPr>
                            <a:rPr kumimoji="1" lang="en-US" altLang="zh-CN" sz="400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楷体_GB2312" pitchFamily="49" charset="-122"/>
                            </a:rPr>
                            <m:t>A</m:t>
                          </m:r>
                        </m:e>
                      </m:acc>
                      <m:r>
                        <a:rPr kumimoji="1" lang="en-US" altLang="zh-CN" sz="4000" b="0" i="0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楷体_GB2312" pitchFamily="49" charset="-122"/>
                        </a:rPr>
                        <m:t>=</m:t>
                      </m:r>
                      <m:acc>
                        <m:accPr>
                          <m:chr m:val="̅"/>
                          <m:ctrlPr>
                            <a:rPr kumimoji="1" lang="en-US" altLang="zh-CN" sz="40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楷体_GB2312" pitchFamily="49" charset="-122"/>
                            </a:rPr>
                          </m:ctrlPr>
                        </m:accPr>
                        <m:e>
                          <m:r>
                            <m:rPr>
                              <m:sty m:val="p"/>
                            </m:rPr>
                            <a:rPr kumimoji="1" lang="en-US" altLang="zh-CN" sz="400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楷体_GB2312" pitchFamily="49" charset="-122"/>
                            </a:rPr>
                            <m:t>A</m:t>
                          </m:r>
                        </m:e>
                      </m:acc>
                    </m:oMath>
                  </m:oMathPara>
                </a14:m>
                <a:endParaRPr lang="en-US" altLang="zh-CN" sz="40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252" name="文本框 251">
                <a:extLst>
                  <a:ext uri="{FF2B5EF4-FFF2-40B4-BE49-F238E27FC236}">
                    <a16:creationId xmlns:a16="http://schemas.microsoft.com/office/drawing/2014/main" id="{A69FB10B-4D28-F1F4-F780-5CB1A6CB90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000" y="5400000"/>
                <a:ext cx="4206894" cy="78617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标题 1">
            <a:extLst>
              <a:ext uri="{FF2B5EF4-FFF2-40B4-BE49-F238E27FC236}">
                <a16:creationId xmlns:a16="http://schemas.microsoft.com/office/drawing/2014/main" id="{34A300D3-E8FB-64BD-DE37-8C29A668BBFF}"/>
              </a:ext>
            </a:extLst>
          </p:cNvPr>
          <p:cNvSpPr txBox="1">
            <a:spLocks/>
          </p:cNvSpPr>
          <p:nvPr/>
        </p:nvSpPr>
        <p:spPr>
          <a:xfrm>
            <a:off x="360000" y="0"/>
            <a:ext cx="11826000" cy="548639"/>
          </a:xfrm>
          <a:prstGeom prst="rect">
            <a:avLst/>
          </a:prstGeom>
        </p:spPr>
        <p:txBody>
          <a:bodyPr anchor="b">
            <a:normAutofit/>
          </a:bodyPr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3000" dirty="0"/>
              <a:t>组合逻辑电路设计 </a:t>
            </a:r>
            <a:r>
              <a:rPr lang="en-US" altLang="zh-CN" sz="3000" dirty="0"/>
              <a:t>—— </a:t>
            </a:r>
            <a:r>
              <a:rPr lang="zh-CN" altLang="en-US" sz="3000" dirty="0">
                <a:solidFill>
                  <a:srgbClr val="FFFF00"/>
                </a:solidFill>
              </a:rPr>
              <a:t>逻辑门等效符号</a:t>
            </a:r>
            <a:endParaRPr lang="en-US" altLang="zh-CN" sz="3000" dirty="0">
              <a:solidFill>
                <a:srgbClr val="FFFF00"/>
              </a:solidFill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16BFD16E-9677-5AAE-8C7F-CD6413CDA7CD}"/>
              </a:ext>
            </a:extLst>
          </p:cNvPr>
          <p:cNvGrpSpPr/>
          <p:nvPr/>
        </p:nvGrpSpPr>
        <p:grpSpPr>
          <a:xfrm>
            <a:off x="9252000" y="5400000"/>
            <a:ext cx="1367655" cy="814430"/>
            <a:chOff x="9171411" y="5503893"/>
            <a:chExt cx="1510769" cy="814430"/>
          </a:xfrm>
        </p:grpSpPr>
        <p:sp>
          <p:nvSpPr>
            <p:cNvPr id="14" name="Line 27">
              <a:extLst>
                <a:ext uri="{FF2B5EF4-FFF2-40B4-BE49-F238E27FC236}">
                  <a16:creationId xmlns:a16="http://schemas.microsoft.com/office/drawing/2014/main" id="{29E51F60-3972-C9E8-8D19-3EE2C1303C8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171411" y="5911647"/>
              <a:ext cx="1510769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" name="等腰三角形 14">
              <a:extLst>
                <a:ext uri="{FF2B5EF4-FFF2-40B4-BE49-F238E27FC236}">
                  <a16:creationId xmlns:a16="http://schemas.microsoft.com/office/drawing/2014/main" id="{86EB12BB-83E6-2276-8A8A-B1734183CF80}"/>
                </a:ext>
              </a:extLst>
            </p:cNvPr>
            <p:cNvSpPr/>
            <p:nvPr/>
          </p:nvSpPr>
          <p:spPr>
            <a:xfrm rot="5400000" flipH="1">
              <a:off x="9610993" y="5560060"/>
              <a:ext cx="814430" cy="702095"/>
            </a:xfrm>
            <a:prstGeom prst="triangl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EFE40B6A-933E-479C-24FF-5F85C7435B0A}"/>
                </a:ext>
              </a:extLst>
            </p:cNvPr>
            <p:cNvSpPr/>
            <p:nvPr/>
          </p:nvSpPr>
          <p:spPr>
            <a:xfrm>
              <a:off x="9509431" y="5848050"/>
              <a:ext cx="139185" cy="126000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136" name="Arc 158">
            <a:extLst>
              <a:ext uri="{FF2B5EF4-FFF2-40B4-BE49-F238E27FC236}">
                <a16:creationId xmlns:a16="http://schemas.microsoft.com/office/drawing/2014/main" id="{24F6E142-B1BB-598F-F180-C169730C415D}"/>
              </a:ext>
            </a:extLst>
          </p:cNvPr>
          <p:cNvSpPr>
            <a:spLocks/>
          </p:cNvSpPr>
          <p:nvPr/>
        </p:nvSpPr>
        <p:spPr bwMode="auto">
          <a:xfrm rot="5400000">
            <a:off x="4974396" y="3058079"/>
            <a:ext cx="731010" cy="1102743"/>
          </a:xfrm>
          <a:custGeom>
            <a:avLst/>
            <a:gdLst>
              <a:gd name="T0" fmla="*/ 0 w 21674"/>
              <a:gd name="T1" fmla="*/ 0 h 21600"/>
              <a:gd name="T2" fmla="*/ 0 w 21674"/>
              <a:gd name="T3" fmla="*/ 0 h 21600"/>
              <a:gd name="T4" fmla="*/ 0 w 21674"/>
              <a:gd name="T5" fmla="*/ 0 h 21600"/>
              <a:gd name="T6" fmla="*/ 0 60000 65536"/>
              <a:gd name="T7" fmla="*/ 0 60000 65536"/>
              <a:gd name="T8" fmla="*/ 0 60000 65536"/>
              <a:gd name="T9" fmla="*/ 0 w 21674"/>
              <a:gd name="T10" fmla="*/ 0 h 21600"/>
              <a:gd name="T11" fmla="*/ 21674 w 21674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74" h="21600" fill="none" extrusionOk="0">
                <a:moveTo>
                  <a:pt x="-1" y="2923"/>
                </a:moveTo>
                <a:cubicBezTo>
                  <a:pt x="3295" y="1008"/>
                  <a:pt x="7040" y="-1"/>
                  <a:pt x="10852" y="0"/>
                </a:cubicBezTo>
                <a:cubicBezTo>
                  <a:pt x="14652" y="0"/>
                  <a:pt x="18385" y="1002"/>
                  <a:pt x="21674" y="2906"/>
                </a:cubicBezTo>
              </a:path>
              <a:path w="21674" h="21600" stroke="0" extrusionOk="0">
                <a:moveTo>
                  <a:pt x="-1" y="2923"/>
                </a:moveTo>
                <a:cubicBezTo>
                  <a:pt x="3295" y="1008"/>
                  <a:pt x="7040" y="-1"/>
                  <a:pt x="10852" y="0"/>
                </a:cubicBezTo>
                <a:cubicBezTo>
                  <a:pt x="14652" y="0"/>
                  <a:pt x="18385" y="1002"/>
                  <a:pt x="21674" y="2906"/>
                </a:cubicBezTo>
                <a:lnTo>
                  <a:pt x="10852" y="21600"/>
                </a:lnTo>
                <a:lnTo>
                  <a:pt x="-1" y="2923"/>
                </a:lnTo>
                <a:close/>
              </a:path>
            </a:pathLst>
          </a:cu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37" name="Line 160">
            <a:extLst>
              <a:ext uri="{FF2B5EF4-FFF2-40B4-BE49-F238E27FC236}">
                <a16:creationId xmlns:a16="http://schemas.microsoft.com/office/drawing/2014/main" id="{DABDD902-5649-0E7A-B237-8B1B27CBDC7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729900" y="3240020"/>
            <a:ext cx="339799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38" name="Line 160">
            <a:extLst>
              <a:ext uri="{FF2B5EF4-FFF2-40B4-BE49-F238E27FC236}">
                <a16:creationId xmlns:a16="http://schemas.microsoft.com/office/drawing/2014/main" id="{048C732E-64B8-3633-CD68-17047A6763E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729900" y="3974957"/>
            <a:ext cx="339799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39" name="Arc 156">
            <a:extLst>
              <a:ext uri="{FF2B5EF4-FFF2-40B4-BE49-F238E27FC236}">
                <a16:creationId xmlns:a16="http://schemas.microsoft.com/office/drawing/2014/main" id="{5E3ED6BA-5B23-F4DE-4C1D-235CFDBFFADE}"/>
              </a:ext>
            </a:extLst>
          </p:cNvPr>
          <p:cNvSpPr>
            <a:spLocks/>
          </p:cNvSpPr>
          <p:nvPr/>
        </p:nvSpPr>
        <p:spPr bwMode="auto">
          <a:xfrm flipV="1">
            <a:off x="6045123" y="3268775"/>
            <a:ext cx="512903" cy="706182"/>
          </a:xfrm>
          <a:custGeom>
            <a:avLst/>
            <a:gdLst>
              <a:gd name="T0" fmla="*/ 0 w 19012"/>
              <a:gd name="T1" fmla="*/ 0 h 21600"/>
              <a:gd name="T2" fmla="*/ 0 w 19012"/>
              <a:gd name="T3" fmla="*/ 0 h 21600"/>
              <a:gd name="T4" fmla="*/ 0 w 19012"/>
              <a:gd name="T5" fmla="*/ 0 h 21600"/>
              <a:gd name="T6" fmla="*/ 0 60000 65536"/>
              <a:gd name="T7" fmla="*/ 0 60000 65536"/>
              <a:gd name="T8" fmla="*/ 0 60000 65536"/>
              <a:gd name="T9" fmla="*/ 0 w 19012"/>
              <a:gd name="T10" fmla="*/ 0 h 21600"/>
              <a:gd name="T11" fmla="*/ 19012 w 19012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9012" h="21600" fill="none" extrusionOk="0">
                <a:moveTo>
                  <a:pt x="-1" y="0"/>
                </a:moveTo>
                <a:cubicBezTo>
                  <a:pt x="7941" y="0"/>
                  <a:pt x="15242" y="4357"/>
                  <a:pt x="19012" y="11347"/>
                </a:cubicBezTo>
              </a:path>
              <a:path w="19012" h="21600" stroke="0" extrusionOk="0">
                <a:moveTo>
                  <a:pt x="-1" y="0"/>
                </a:moveTo>
                <a:cubicBezTo>
                  <a:pt x="7941" y="0"/>
                  <a:pt x="15242" y="4357"/>
                  <a:pt x="19012" y="11347"/>
                </a:cubicBezTo>
                <a:lnTo>
                  <a:pt x="0" y="21600"/>
                </a:lnTo>
                <a:lnTo>
                  <a:pt x="-1" y="0"/>
                </a:lnTo>
                <a:close/>
              </a:path>
            </a:pathLst>
          </a:cu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40" name="Line 27">
            <a:extLst>
              <a:ext uri="{FF2B5EF4-FFF2-40B4-BE49-F238E27FC236}">
                <a16:creationId xmlns:a16="http://schemas.microsoft.com/office/drawing/2014/main" id="{CC5E5765-121F-07BA-9AC9-C4B1A994433D}"/>
              </a:ext>
            </a:extLst>
          </p:cNvPr>
          <p:cNvSpPr>
            <a:spLocks noChangeShapeType="1"/>
          </p:cNvSpPr>
          <p:nvPr/>
        </p:nvSpPr>
        <p:spPr bwMode="auto">
          <a:xfrm>
            <a:off x="5404531" y="3404555"/>
            <a:ext cx="438232" cy="2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1" name="Line 27">
            <a:extLst>
              <a:ext uri="{FF2B5EF4-FFF2-40B4-BE49-F238E27FC236}">
                <a16:creationId xmlns:a16="http://schemas.microsoft.com/office/drawing/2014/main" id="{1B9ADED4-C927-1CD6-F6AF-136FC96DA075}"/>
              </a:ext>
            </a:extLst>
          </p:cNvPr>
          <p:cNvSpPr>
            <a:spLocks noChangeShapeType="1"/>
          </p:cNvSpPr>
          <p:nvPr/>
        </p:nvSpPr>
        <p:spPr bwMode="auto">
          <a:xfrm>
            <a:off x="5404531" y="3809827"/>
            <a:ext cx="438232" cy="2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2" name="Line 27">
            <a:extLst>
              <a:ext uri="{FF2B5EF4-FFF2-40B4-BE49-F238E27FC236}">
                <a16:creationId xmlns:a16="http://schemas.microsoft.com/office/drawing/2014/main" id="{3B51F4FC-9070-5DEA-8A5B-D75F5E729D78}"/>
              </a:ext>
            </a:extLst>
          </p:cNvPr>
          <p:cNvSpPr>
            <a:spLocks noChangeShapeType="1"/>
          </p:cNvSpPr>
          <p:nvPr/>
        </p:nvSpPr>
        <p:spPr bwMode="auto">
          <a:xfrm>
            <a:off x="6541936" y="3611093"/>
            <a:ext cx="417073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3" name="Arc 156">
            <a:extLst>
              <a:ext uri="{FF2B5EF4-FFF2-40B4-BE49-F238E27FC236}">
                <a16:creationId xmlns:a16="http://schemas.microsoft.com/office/drawing/2014/main" id="{AEE6946F-258C-31C9-45D7-EFF8637F3758}"/>
              </a:ext>
            </a:extLst>
          </p:cNvPr>
          <p:cNvSpPr>
            <a:spLocks/>
          </p:cNvSpPr>
          <p:nvPr/>
        </p:nvSpPr>
        <p:spPr bwMode="auto">
          <a:xfrm>
            <a:off x="6042909" y="3240000"/>
            <a:ext cx="512903" cy="706182"/>
          </a:xfrm>
          <a:custGeom>
            <a:avLst/>
            <a:gdLst>
              <a:gd name="T0" fmla="*/ 0 w 19012"/>
              <a:gd name="T1" fmla="*/ 0 h 21600"/>
              <a:gd name="T2" fmla="*/ 0 w 19012"/>
              <a:gd name="T3" fmla="*/ 0 h 21600"/>
              <a:gd name="T4" fmla="*/ 0 w 19012"/>
              <a:gd name="T5" fmla="*/ 0 h 21600"/>
              <a:gd name="T6" fmla="*/ 0 60000 65536"/>
              <a:gd name="T7" fmla="*/ 0 60000 65536"/>
              <a:gd name="T8" fmla="*/ 0 60000 65536"/>
              <a:gd name="T9" fmla="*/ 0 w 19012"/>
              <a:gd name="T10" fmla="*/ 0 h 21600"/>
              <a:gd name="T11" fmla="*/ 19012 w 19012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9012" h="21600" fill="none" extrusionOk="0">
                <a:moveTo>
                  <a:pt x="-1" y="0"/>
                </a:moveTo>
                <a:cubicBezTo>
                  <a:pt x="7941" y="0"/>
                  <a:pt x="15242" y="4357"/>
                  <a:pt x="19012" y="11347"/>
                </a:cubicBezTo>
              </a:path>
              <a:path w="19012" h="21600" stroke="0" extrusionOk="0">
                <a:moveTo>
                  <a:pt x="-1" y="0"/>
                </a:moveTo>
                <a:cubicBezTo>
                  <a:pt x="7941" y="0"/>
                  <a:pt x="15242" y="4357"/>
                  <a:pt x="19012" y="11347"/>
                </a:cubicBezTo>
                <a:lnTo>
                  <a:pt x="0" y="21600"/>
                </a:lnTo>
                <a:lnTo>
                  <a:pt x="-1" y="0"/>
                </a:lnTo>
                <a:close/>
              </a:path>
            </a:pathLst>
          </a:cu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7A5DA172-BE09-EDF6-8642-96D0A2404550}"/>
              </a:ext>
            </a:extLst>
          </p:cNvPr>
          <p:cNvSpPr/>
          <p:nvPr/>
        </p:nvSpPr>
        <p:spPr>
          <a:xfrm>
            <a:off x="6552000" y="3547678"/>
            <a:ext cx="126000" cy="125097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pSp>
        <p:nvGrpSpPr>
          <p:cNvPr id="38" name="组合 37">
            <a:extLst>
              <a:ext uri="{FF2B5EF4-FFF2-40B4-BE49-F238E27FC236}">
                <a16:creationId xmlns:a16="http://schemas.microsoft.com/office/drawing/2014/main" id="{79EBCE62-46D7-B160-1E16-2F0EC2497586}"/>
              </a:ext>
            </a:extLst>
          </p:cNvPr>
          <p:cNvGrpSpPr/>
          <p:nvPr/>
        </p:nvGrpSpPr>
        <p:grpSpPr>
          <a:xfrm>
            <a:off x="8640000" y="1080000"/>
            <a:ext cx="2170480" cy="734957"/>
            <a:chOff x="8640000" y="1080000"/>
            <a:chExt cx="2170480" cy="734957"/>
          </a:xfrm>
        </p:grpSpPr>
        <p:sp>
          <p:nvSpPr>
            <p:cNvPr id="26" name="Arc 158">
              <a:extLst>
                <a:ext uri="{FF2B5EF4-FFF2-40B4-BE49-F238E27FC236}">
                  <a16:creationId xmlns:a16="http://schemas.microsoft.com/office/drawing/2014/main" id="{1146C26D-3262-254F-6144-D082728E61CF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8825867" y="898079"/>
              <a:ext cx="731010" cy="1102743"/>
            </a:xfrm>
            <a:custGeom>
              <a:avLst/>
              <a:gdLst>
                <a:gd name="T0" fmla="*/ 0 w 21674"/>
                <a:gd name="T1" fmla="*/ 0 h 21600"/>
                <a:gd name="T2" fmla="*/ 0 w 21674"/>
                <a:gd name="T3" fmla="*/ 0 h 21600"/>
                <a:gd name="T4" fmla="*/ 0 w 21674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74"/>
                <a:gd name="T10" fmla="*/ 0 h 21600"/>
                <a:gd name="T11" fmla="*/ 21674 w 21674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74" h="21600" fill="none" extrusionOk="0">
                  <a:moveTo>
                    <a:pt x="-1" y="2923"/>
                  </a:moveTo>
                  <a:cubicBezTo>
                    <a:pt x="3295" y="1008"/>
                    <a:pt x="7040" y="-1"/>
                    <a:pt x="10852" y="0"/>
                  </a:cubicBezTo>
                  <a:cubicBezTo>
                    <a:pt x="14652" y="0"/>
                    <a:pt x="18385" y="1002"/>
                    <a:pt x="21674" y="2906"/>
                  </a:cubicBezTo>
                </a:path>
                <a:path w="21674" h="21600" stroke="0" extrusionOk="0">
                  <a:moveTo>
                    <a:pt x="-1" y="2923"/>
                  </a:moveTo>
                  <a:cubicBezTo>
                    <a:pt x="3295" y="1008"/>
                    <a:pt x="7040" y="-1"/>
                    <a:pt x="10852" y="0"/>
                  </a:cubicBezTo>
                  <a:cubicBezTo>
                    <a:pt x="14652" y="0"/>
                    <a:pt x="18385" y="1002"/>
                    <a:pt x="21674" y="2906"/>
                  </a:cubicBezTo>
                  <a:lnTo>
                    <a:pt x="10852" y="21600"/>
                  </a:lnTo>
                  <a:lnTo>
                    <a:pt x="-1" y="2923"/>
                  </a:lnTo>
                  <a:close/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27" name="Line 160">
              <a:extLst>
                <a:ext uri="{FF2B5EF4-FFF2-40B4-BE49-F238E27FC236}">
                  <a16:creationId xmlns:a16="http://schemas.microsoft.com/office/drawing/2014/main" id="{AF2DA4D9-29AB-A941-0299-ED166A6B1CF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9581371" y="1080020"/>
              <a:ext cx="339799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28" name="Line 160">
              <a:extLst>
                <a:ext uri="{FF2B5EF4-FFF2-40B4-BE49-F238E27FC236}">
                  <a16:creationId xmlns:a16="http://schemas.microsoft.com/office/drawing/2014/main" id="{FDFE5CBA-E22A-9C4C-D060-4592B122700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9581371" y="1814957"/>
              <a:ext cx="339799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29" name="Arc 156">
              <a:extLst>
                <a:ext uri="{FF2B5EF4-FFF2-40B4-BE49-F238E27FC236}">
                  <a16:creationId xmlns:a16="http://schemas.microsoft.com/office/drawing/2014/main" id="{7B90C2C1-399A-7BD1-D946-177537CE75D1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9896594" y="1108775"/>
              <a:ext cx="512903" cy="706182"/>
            </a:xfrm>
            <a:custGeom>
              <a:avLst/>
              <a:gdLst>
                <a:gd name="T0" fmla="*/ 0 w 19012"/>
                <a:gd name="T1" fmla="*/ 0 h 21600"/>
                <a:gd name="T2" fmla="*/ 0 w 19012"/>
                <a:gd name="T3" fmla="*/ 0 h 21600"/>
                <a:gd name="T4" fmla="*/ 0 w 19012"/>
                <a:gd name="T5" fmla="*/ 0 h 21600"/>
                <a:gd name="T6" fmla="*/ 0 60000 65536"/>
                <a:gd name="T7" fmla="*/ 0 60000 65536"/>
                <a:gd name="T8" fmla="*/ 0 60000 65536"/>
                <a:gd name="T9" fmla="*/ 0 w 19012"/>
                <a:gd name="T10" fmla="*/ 0 h 21600"/>
                <a:gd name="T11" fmla="*/ 19012 w 19012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9012" h="21600" fill="none" extrusionOk="0">
                  <a:moveTo>
                    <a:pt x="-1" y="0"/>
                  </a:moveTo>
                  <a:cubicBezTo>
                    <a:pt x="7941" y="0"/>
                    <a:pt x="15242" y="4357"/>
                    <a:pt x="19012" y="11347"/>
                  </a:cubicBezTo>
                </a:path>
                <a:path w="19012" h="21600" stroke="0" extrusionOk="0">
                  <a:moveTo>
                    <a:pt x="-1" y="0"/>
                  </a:moveTo>
                  <a:cubicBezTo>
                    <a:pt x="7941" y="0"/>
                    <a:pt x="15242" y="4357"/>
                    <a:pt x="19012" y="11347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30" name="Line 27">
              <a:extLst>
                <a:ext uri="{FF2B5EF4-FFF2-40B4-BE49-F238E27FC236}">
                  <a16:creationId xmlns:a16="http://schemas.microsoft.com/office/drawing/2014/main" id="{10C2D267-E14B-5C4E-A3AE-C8F52B7EEA8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256002" y="1244555"/>
              <a:ext cx="438232" cy="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" name="Line 27">
              <a:extLst>
                <a:ext uri="{FF2B5EF4-FFF2-40B4-BE49-F238E27FC236}">
                  <a16:creationId xmlns:a16="http://schemas.microsoft.com/office/drawing/2014/main" id="{A6E2A432-BF6C-1BE2-3D7E-7312B11A934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256002" y="1649827"/>
              <a:ext cx="438232" cy="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2" name="Line 27">
              <a:extLst>
                <a:ext uri="{FF2B5EF4-FFF2-40B4-BE49-F238E27FC236}">
                  <a16:creationId xmlns:a16="http://schemas.microsoft.com/office/drawing/2014/main" id="{22C99ADA-D722-4283-1553-E500B962073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393407" y="1451093"/>
              <a:ext cx="417073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3" name="Arc 156">
              <a:extLst>
                <a:ext uri="{FF2B5EF4-FFF2-40B4-BE49-F238E27FC236}">
                  <a16:creationId xmlns:a16="http://schemas.microsoft.com/office/drawing/2014/main" id="{7839F190-E5CF-F703-33C6-357869504EE6}"/>
                </a:ext>
              </a:extLst>
            </p:cNvPr>
            <p:cNvSpPr>
              <a:spLocks/>
            </p:cNvSpPr>
            <p:nvPr/>
          </p:nvSpPr>
          <p:spPr bwMode="auto">
            <a:xfrm>
              <a:off x="9894380" y="1080000"/>
              <a:ext cx="512903" cy="706182"/>
            </a:xfrm>
            <a:custGeom>
              <a:avLst/>
              <a:gdLst>
                <a:gd name="T0" fmla="*/ 0 w 19012"/>
                <a:gd name="T1" fmla="*/ 0 h 21600"/>
                <a:gd name="T2" fmla="*/ 0 w 19012"/>
                <a:gd name="T3" fmla="*/ 0 h 21600"/>
                <a:gd name="T4" fmla="*/ 0 w 19012"/>
                <a:gd name="T5" fmla="*/ 0 h 21600"/>
                <a:gd name="T6" fmla="*/ 0 60000 65536"/>
                <a:gd name="T7" fmla="*/ 0 60000 65536"/>
                <a:gd name="T8" fmla="*/ 0 60000 65536"/>
                <a:gd name="T9" fmla="*/ 0 w 19012"/>
                <a:gd name="T10" fmla="*/ 0 h 21600"/>
                <a:gd name="T11" fmla="*/ 19012 w 19012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9012" h="21600" fill="none" extrusionOk="0">
                  <a:moveTo>
                    <a:pt x="-1" y="0"/>
                  </a:moveTo>
                  <a:cubicBezTo>
                    <a:pt x="7941" y="0"/>
                    <a:pt x="15242" y="4357"/>
                    <a:pt x="19012" y="11347"/>
                  </a:cubicBezTo>
                </a:path>
                <a:path w="19012" h="21600" stroke="0" extrusionOk="0">
                  <a:moveTo>
                    <a:pt x="-1" y="0"/>
                  </a:moveTo>
                  <a:cubicBezTo>
                    <a:pt x="7941" y="0"/>
                    <a:pt x="15242" y="4357"/>
                    <a:pt x="19012" y="11347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B0869533-E8D4-A7EB-BD6D-8D24679F6D4E}"/>
                </a:ext>
              </a:extLst>
            </p:cNvPr>
            <p:cNvSpPr/>
            <p:nvPr/>
          </p:nvSpPr>
          <p:spPr>
            <a:xfrm>
              <a:off x="10403471" y="1387678"/>
              <a:ext cx="126000" cy="125097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5" name="椭圆 34">
              <a:extLst>
                <a:ext uri="{FF2B5EF4-FFF2-40B4-BE49-F238E27FC236}">
                  <a16:creationId xmlns:a16="http://schemas.microsoft.com/office/drawing/2014/main" id="{90FDFC23-49A1-B710-A9F5-89FFF6B3A1BB}"/>
                </a:ext>
              </a:extLst>
            </p:cNvPr>
            <p:cNvSpPr/>
            <p:nvPr/>
          </p:nvSpPr>
          <p:spPr>
            <a:xfrm>
              <a:off x="9558000" y="1181530"/>
              <a:ext cx="126000" cy="125097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6" name="椭圆 35">
              <a:extLst>
                <a:ext uri="{FF2B5EF4-FFF2-40B4-BE49-F238E27FC236}">
                  <a16:creationId xmlns:a16="http://schemas.microsoft.com/office/drawing/2014/main" id="{2CE5A920-6E0D-A913-7A7D-6B444EAA564A}"/>
                </a:ext>
              </a:extLst>
            </p:cNvPr>
            <p:cNvSpPr/>
            <p:nvPr/>
          </p:nvSpPr>
          <p:spPr>
            <a:xfrm>
              <a:off x="9558000" y="1588153"/>
              <a:ext cx="126000" cy="125097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39" name="组合 38">
            <a:extLst>
              <a:ext uri="{FF2B5EF4-FFF2-40B4-BE49-F238E27FC236}">
                <a16:creationId xmlns:a16="http://schemas.microsoft.com/office/drawing/2014/main" id="{507B1594-961A-F5FC-1C6E-AF22DA019860}"/>
              </a:ext>
            </a:extLst>
          </p:cNvPr>
          <p:cNvGrpSpPr/>
          <p:nvPr/>
        </p:nvGrpSpPr>
        <p:grpSpPr>
          <a:xfrm>
            <a:off x="8640000" y="2160000"/>
            <a:ext cx="2170480" cy="734957"/>
            <a:chOff x="8640000" y="1080000"/>
            <a:chExt cx="2170480" cy="734957"/>
          </a:xfrm>
        </p:grpSpPr>
        <p:sp>
          <p:nvSpPr>
            <p:cNvPr id="40" name="Arc 158">
              <a:extLst>
                <a:ext uri="{FF2B5EF4-FFF2-40B4-BE49-F238E27FC236}">
                  <a16:creationId xmlns:a16="http://schemas.microsoft.com/office/drawing/2014/main" id="{B8766C3C-DF64-CCFC-BE57-4CE141786287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8825867" y="898079"/>
              <a:ext cx="731010" cy="1102743"/>
            </a:xfrm>
            <a:custGeom>
              <a:avLst/>
              <a:gdLst>
                <a:gd name="T0" fmla="*/ 0 w 21674"/>
                <a:gd name="T1" fmla="*/ 0 h 21600"/>
                <a:gd name="T2" fmla="*/ 0 w 21674"/>
                <a:gd name="T3" fmla="*/ 0 h 21600"/>
                <a:gd name="T4" fmla="*/ 0 w 21674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74"/>
                <a:gd name="T10" fmla="*/ 0 h 21600"/>
                <a:gd name="T11" fmla="*/ 21674 w 21674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74" h="21600" fill="none" extrusionOk="0">
                  <a:moveTo>
                    <a:pt x="-1" y="2923"/>
                  </a:moveTo>
                  <a:cubicBezTo>
                    <a:pt x="3295" y="1008"/>
                    <a:pt x="7040" y="-1"/>
                    <a:pt x="10852" y="0"/>
                  </a:cubicBezTo>
                  <a:cubicBezTo>
                    <a:pt x="14652" y="0"/>
                    <a:pt x="18385" y="1002"/>
                    <a:pt x="21674" y="2906"/>
                  </a:cubicBezTo>
                </a:path>
                <a:path w="21674" h="21600" stroke="0" extrusionOk="0">
                  <a:moveTo>
                    <a:pt x="-1" y="2923"/>
                  </a:moveTo>
                  <a:cubicBezTo>
                    <a:pt x="3295" y="1008"/>
                    <a:pt x="7040" y="-1"/>
                    <a:pt x="10852" y="0"/>
                  </a:cubicBezTo>
                  <a:cubicBezTo>
                    <a:pt x="14652" y="0"/>
                    <a:pt x="18385" y="1002"/>
                    <a:pt x="21674" y="2906"/>
                  </a:cubicBezTo>
                  <a:lnTo>
                    <a:pt x="10852" y="21600"/>
                  </a:lnTo>
                  <a:lnTo>
                    <a:pt x="-1" y="2923"/>
                  </a:lnTo>
                  <a:close/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41" name="Line 160">
              <a:extLst>
                <a:ext uri="{FF2B5EF4-FFF2-40B4-BE49-F238E27FC236}">
                  <a16:creationId xmlns:a16="http://schemas.microsoft.com/office/drawing/2014/main" id="{16FF2F23-13FA-66E0-5FD0-340554AD3B7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9581371" y="1080020"/>
              <a:ext cx="339799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42" name="Line 160">
              <a:extLst>
                <a:ext uri="{FF2B5EF4-FFF2-40B4-BE49-F238E27FC236}">
                  <a16:creationId xmlns:a16="http://schemas.microsoft.com/office/drawing/2014/main" id="{960FF3AE-2421-896C-8C8F-4AE2A88A194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9581371" y="1814957"/>
              <a:ext cx="339799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43" name="Arc 156">
              <a:extLst>
                <a:ext uri="{FF2B5EF4-FFF2-40B4-BE49-F238E27FC236}">
                  <a16:creationId xmlns:a16="http://schemas.microsoft.com/office/drawing/2014/main" id="{8B556827-64D6-53C1-32B8-0C779A3DDB93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9896594" y="1108775"/>
              <a:ext cx="512903" cy="706182"/>
            </a:xfrm>
            <a:custGeom>
              <a:avLst/>
              <a:gdLst>
                <a:gd name="T0" fmla="*/ 0 w 19012"/>
                <a:gd name="T1" fmla="*/ 0 h 21600"/>
                <a:gd name="T2" fmla="*/ 0 w 19012"/>
                <a:gd name="T3" fmla="*/ 0 h 21600"/>
                <a:gd name="T4" fmla="*/ 0 w 19012"/>
                <a:gd name="T5" fmla="*/ 0 h 21600"/>
                <a:gd name="T6" fmla="*/ 0 60000 65536"/>
                <a:gd name="T7" fmla="*/ 0 60000 65536"/>
                <a:gd name="T8" fmla="*/ 0 60000 65536"/>
                <a:gd name="T9" fmla="*/ 0 w 19012"/>
                <a:gd name="T10" fmla="*/ 0 h 21600"/>
                <a:gd name="T11" fmla="*/ 19012 w 19012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9012" h="21600" fill="none" extrusionOk="0">
                  <a:moveTo>
                    <a:pt x="-1" y="0"/>
                  </a:moveTo>
                  <a:cubicBezTo>
                    <a:pt x="7941" y="0"/>
                    <a:pt x="15242" y="4357"/>
                    <a:pt x="19012" y="11347"/>
                  </a:cubicBezTo>
                </a:path>
                <a:path w="19012" h="21600" stroke="0" extrusionOk="0">
                  <a:moveTo>
                    <a:pt x="-1" y="0"/>
                  </a:moveTo>
                  <a:cubicBezTo>
                    <a:pt x="7941" y="0"/>
                    <a:pt x="15242" y="4357"/>
                    <a:pt x="19012" y="11347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44" name="Line 27">
              <a:extLst>
                <a:ext uri="{FF2B5EF4-FFF2-40B4-BE49-F238E27FC236}">
                  <a16:creationId xmlns:a16="http://schemas.microsoft.com/office/drawing/2014/main" id="{6643187C-7C51-7F28-299A-BD53BF3F446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256002" y="1244555"/>
              <a:ext cx="438232" cy="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5" name="Line 27">
              <a:extLst>
                <a:ext uri="{FF2B5EF4-FFF2-40B4-BE49-F238E27FC236}">
                  <a16:creationId xmlns:a16="http://schemas.microsoft.com/office/drawing/2014/main" id="{34E70970-C100-14E2-EAD6-5E44E704F25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256002" y="1649827"/>
              <a:ext cx="438232" cy="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6" name="Line 27">
              <a:extLst>
                <a:ext uri="{FF2B5EF4-FFF2-40B4-BE49-F238E27FC236}">
                  <a16:creationId xmlns:a16="http://schemas.microsoft.com/office/drawing/2014/main" id="{1F9FFBB9-4D4B-4987-97F4-418448BD8F3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393407" y="1451093"/>
              <a:ext cx="417073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7" name="Arc 156">
              <a:extLst>
                <a:ext uri="{FF2B5EF4-FFF2-40B4-BE49-F238E27FC236}">
                  <a16:creationId xmlns:a16="http://schemas.microsoft.com/office/drawing/2014/main" id="{006D059C-05C9-A6B5-647D-4874E2E1156E}"/>
                </a:ext>
              </a:extLst>
            </p:cNvPr>
            <p:cNvSpPr>
              <a:spLocks/>
            </p:cNvSpPr>
            <p:nvPr/>
          </p:nvSpPr>
          <p:spPr bwMode="auto">
            <a:xfrm>
              <a:off x="9894380" y="1080000"/>
              <a:ext cx="512903" cy="706182"/>
            </a:xfrm>
            <a:custGeom>
              <a:avLst/>
              <a:gdLst>
                <a:gd name="T0" fmla="*/ 0 w 19012"/>
                <a:gd name="T1" fmla="*/ 0 h 21600"/>
                <a:gd name="T2" fmla="*/ 0 w 19012"/>
                <a:gd name="T3" fmla="*/ 0 h 21600"/>
                <a:gd name="T4" fmla="*/ 0 w 19012"/>
                <a:gd name="T5" fmla="*/ 0 h 21600"/>
                <a:gd name="T6" fmla="*/ 0 60000 65536"/>
                <a:gd name="T7" fmla="*/ 0 60000 65536"/>
                <a:gd name="T8" fmla="*/ 0 60000 65536"/>
                <a:gd name="T9" fmla="*/ 0 w 19012"/>
                <a:gd name="T10" fmla="*/ 0 h 21600"/>
                <a:gd name="T11" fmla="*/ 19012 w 19012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9012" h="21600" fill="none" extrusionOk="0">
                  <a:moveTo>
                    <a:pt x="-1" y="0"/>
                  </a:moveTo>
                  <a:cubicBezTo>
                    <a:pt x="7941" y="0"/>
                    <a:pt x="15242" y="4357"/>
                    <a:pt x="19012" y="11347"/>
                  </a:cubicBezTo>
                </a:path>
                <a:path w="19012" h="21600" stroke="0" extrusionOk="0">
                  <a:moveTo>
                    <a:pt x="-1" y="0"/>
                  </a:moveTo>
                  <a:cubicBezTo>
                    <a:pt x="7941" y="0"/>
                    <a:pt x="15242" y="4357"/>
                    <a:pt x="19012" y="11347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49" name="椭圆 48">
              <a:extLst>
                <a:ext uri="{FF2B5EF4-FFF2-40B4-BE49-F238E27FC236}">
                  <a16:creationId xmlns:a16="http://schemas.microsoft.com/office/drawing/2014/main" id="{927743DF-0991-02FE-50C1-BC9533223F46}"/>
                </a:ext>
              </a:extLst>
            </p:cNvPr>
            <p:cNvSpPr/>
            <p:nvPr/>
          </p:nvSpPr>
          <p:spPr>
            <a:xfrm>
              <a:off x="9558000" y="1181530"/>
              <a:ext cx="126000" cy="125097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0" name="椭圆 49">
              <a:extLst>
                <a:ext uri="{FF2B5EF4-FFF2-40B4-BE49-F238E27FC236}">
                  <a16:creationId xmlns:a16="http://schemas.microsoft.com/office/drawing/2014/main" id="{9FB43586-0006-2036-C1C1-E8E15F32746D}"/>
                </a:ext>
              </a:extLst>
            </p:cNvPr>
            <p:cNvSpPr/>
            <p:nvPr/>
          </p:nvSpPr>
          <p:spPr>
            <a:xfrm>
              <a:off x="9558000" y="1588153"/>
              <a:ext cx="126000" cy="125097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41294336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A8EE91-F850-D675-88B3-26A2845C52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>
            <a:extLst>
              <a:ext uri="{FF2B5EF4-FFF2-40B4-BE49-F238E27FC236}">
                <a16:creationId xmlns:a16="http://schemas.microsoft.com/office/drawing/2014/main" id="{E1EA2773-FB9D-D0BB-FD50-1873D5FD8340}"/>
              </a:ext>
            </a:extLst>
          </p:cNvPr>
          <p:cNvGrpSpPr/>
          <p:nvPr/>
        </p:nvGrpSpPr>
        <p:grpSpPr>
          <a:xfrm>
            <a:off x="11449269" y="6198682"/>
            <a:ext cx="786273" cy="548639"/>
            <a:chOff x="11454918" y="5839511"/>
            <a:chExt cx="786273" cy="548639"/>
          </a:xfrm>
        </p:grpSpPr>
        <p:grpSp>
          <p:nvGrpSpPr>
            <p:cNvPr id="4" name="组合 3">
              <a:extLst>
                <a:ext uri="{FF2B5EF4-FFF2-40B4-BE49-F238E27FC236}">
                  <a16:creationId xmlns:a16="http://schemas.microsoft.com/office/drawing/2014/main" id="{6CAC9AFF-4C04-7E7C-2A02-AC9AD78E7E09}"/>
                </a:ext>
              </a:extLst>
            </p:cNvPr>
            <p:cNvGrpSpPr/>
            <p:nvPr/>
          </p:nvGrpSpPr>
          <p:grpSpPr>
            <a:xfrm>
              <a:off x="11454918" y="5867450"/>
              <a:ext cx="737081" cy="520700"/>
              <a:chOff x="11454918" y="5867450"/>
              <a:chExt cx="737081" cy="520700"/>
            </a:xfrm>
          </p:grpSpPr>
          <p:sp>
            <p:nvSpPr>
              <p:cNvPr id="6" name="箭头: 五边形 5">
                <a:extLst>
                  <a:ext uri="{FF2B5EF4-FFF2-40B4-BE49-F238E27FC236}">
                    <a16:creationId xmlns:a16="http://schemas.microsoft.com/office/drawing/2014/main" id="{26A13A0C-5A14-31BB-04FD-7F0D173F0958}"/>
                  </a:ext>
                </a:extLst>
              </p:cNvPr>
              <p:cNvSpPr/>
              <p:nvPr/>
            </p:nvSpPr>
            <p:spPr>
              <a:xfrm rot="10800000">
                <a:off x="11525248" y="5867450"/>
                <a:ext cx="666751" cy="520700"/>
              </a:xfrm>
              <a:prstGeom prst="homePlate">
                <a:avLst>
                  <a:gd name="adj" fmla="val 33161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" name="箭头: V 形 6">
                <a:extLst>
                  <a:ext uri="{FF2B5EF4-FFF2-40B4-BE49-F238E27FC236}">
                    <a16:creationId xmlns:a16="http://schemas.microsoft.com/office/drawing/2014/main" id="{482CC2D6-E630-D785-9023-46D6C08F8B5C}"/>
                  </a:ext>
                </a:extLst>
              </p:cNvPr>
              <p:cNvSpPr/>
              <p:nvPr/>
            </p:nvSpPr>
            <p:spPr>
              <a:xfrm rot="10800000">
                <a:off x="11454918" y="5867450"/>
                <a:ext cx="217179" cy="520700"/>
              </a:xfrm>
              <a:prstGeom prst="chevron">
                <a:avLst>
                  <a:gd name="adj" fmla="val 84850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5" name="灯片编号占位符 3">
              <a:extLst>
                <a:ext uri="{FF2B5EF4-FFF2-40B4-BE49-F238E27FC236}">
                  <a16:creationId xmlns:a16="http://schemas.microsoft.com/office/drawing/2014/main" id="{C828C57E-C9FD-59E1-E81A-33897734414F}"/>
                </a:ext>
              </a:extLst>
            </p:cNvPr>
            <p:cNvSpPr txBox="1">
              <a:spLocks/>
            </p:cNvSpPr>
            <p:nvPr/>
          </p:nvSpPr>
          <p:spPr>
            <a:xfrm>
              <a:off x="11574440" y="5839511"/>
              <a:ext cx="666751" cy="548639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zh-CN"/>
              </a:defPPr>
              <a:lvl1pPr marL="0" algn="ctr" defTabSz="914400" rtl="0" eaLnBrk="1" latinLnBrk="0" hangingPunct="1">
                <a:defRPr sz="2800" b="1" kern="1200">
                  <a:solidFill>
                    <a:schemeClr val="accent3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fld id="{27C45CD9-0508-4D1E-923D-4DFDAA610D19}" type="slidenum">
                <a:rPr lang="zh-CN" altLang="en-US" sz="3200" smtClean="0">
                  <a:solidFill>
                    <a:schemeClr val="bg1"/>
                  </a:solidFill>
                  <a:latin typeface="Candara"/>
                  <a:ea typeface="微软雅黑"/>
                </a:rPr>
                <a:pPr>
                  <a:defRPr/>
                </a:pPr>
                <a:t>11</a:t>
              </a:fld>
              <a:endParaRPr lang="zh-CN" altLang="en-US" sz="3200" dirty="0">
                <a:solidFill>
                  <a:schemeClr val="bg1"/>
                </a:solidFill>
                <a:latin typeface="Candara"/>
                <a:ea typeface="微软雅黑"/>
              </a:endParaRPr>
            </a:p>
          </p:txBody>
        </p:sp>
      </p:grpSp>
      <p:sp>
        <p:nvSpPr>
          <p:cNvPr id="8" name="文本框 7">
            <a:extLst>
              <a:ext uri="{FF2B5EF4-FFF2-40B4-BE49-F238E27FC236}">
                <a16:creationId xmlns:a16="http://schemas.microsoft.com/office/drawing/2014/main" id="{E25B3C34-01D0-D011-360A-1A45FC37E840}"/>
              </a:ext>
            </a:extLst>
          </p:cNvPr>
          <p:cNvSpPr txBox="1"/>
          <p:nvPr/>
        </p:nvSpPr>
        <p:spPr>
          <a:xfrm>
            <a:off x="360001" y="828000"/>
            <a:ext cx="784488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zh-CN" altLang="en-US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利用逻辑门的等效符号，可对逻辑电路进行变换</a:t>
            </a:r>
            <a:endParaRPr lang="en-US" altLang="zh-CN" sz="28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6" name="箭头: 右 85">
            <a:extLst>
              <a:ext uri="{FF2B5EF4-FFF2-40B4-BE49-F238E27FC236}">
                <a16:creationId xmlns:a16="http://schemas.microsoft.com/office/drawing/2014/main" id="{14152F7E-EE82-95CC-F89E-35824042A19C}"/>
              </a:ext>
            </a:extLst>
          </p:cNvPr>
          <p:cNvSpPr/>
          <p:nvPr/>
        </p:nvSpPr>
        <p:spPr>
          <a:xfrm>
            <a:off x="5112000" y="2253132"/>
            <a:ext cx="1115933" cy="308419"/>
          </a:xfrm>
          <a:prstGeom prst="rightArrow">
            <a:avLst>
              <a:gd name="adj1" fmla="val 43807"/>
              <a:gd name="adj2" fmla="val 70533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7" name="箭头: 右 86">
            <a:extLst>
              <a:ext uri="{FF2B5EF4-FFF2-40B4-BE49-F238E27FC236}">
                <a16:creationId xmlns:a16="http://schemas.microsoft.com/office/drawing/2014/main" id="{4088DAA8-A1EA-A93C-5441-46F2A9A55891}"/>
              </a:ext>
            </a:extLst>
          </p:cNvPr>
          <p:cNvSpPr/>
          <p:nvPr/>
        </p:nvSpPr>
        <p:spPr>
          <a:xfrm rot="5400000">
            <a:off x="8229911" y="3647154"/>
            <a:ext cx="593726" cy="308419"/>
          </a:xfrm>
          <a:prstGeom prst="rightArrow">
            <a:avLst>
              <a:gd name="adj1" fmla="val 43807"/>
              <a:gd name="adj2" fmla="val 70533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9" name="文本框 88">
            <a:extLst>
              <a:ext uri="{FF2B5EF4-FFF2-40B4-BE49-F238E27FC236}">
                <a16:creationId xmlns:a16="http://schemas.microsoft.com/office/drawing/2014/main" id="{8E50F285-E9C6-B7D6-D802-70D2DCDEDF0C}"/>
              </a:ext>
            </a:extLst>
          </p:cNvPr>
          <p:cNvSpPr txBox="1"/>
          <p:nvPr/>
        </p:nvSpPr>
        <p:spPr>
          <a:xfrm>
            <a:off x="4140000" y="1497600"/>
            <a:ext cx="307314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2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连线两端都加“非”号</a:t>
            </a:r>
            <a:endParaRPr lang="en-US" altLang="zh-CN" sz="220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22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相当于没改变</a:t>
            </a:r>
            <a:endParaRPr lang="zh-CN" altLang="en-US" sz="2200" dirty="0">
              <a:solidFill>
                <a:srgbClr val="00B0F0"/>
              </a:solidFill>
            </a:endParaRPr>
          </a:p>
        </p:txBody>
      </p:sp>
      <p:grpSp>
        <p:nvGrpSpPr>
          <p:cNvPr id="91" name="组合 90">
            <a:extLst>
              <a:ext uri="{FF2B5EF4-FFF2-40B4-BE49-F238E27FC236}">
                <a16:creationId xmlns:a16="http://schemas.microsoft.com/office/drawing/2014/main" id="{B002301C-BBC8-6F0A-2855-38ED530E59EF}"/>
              </a:ext>
            </a:extLst>
          </p:cNvPr>
          <p:cNvGrpSpPr/>
          <p:nvPr/>
        </p:nvGrpSpPr>
        <p:grpSpPr>
          <a:xfrm>
            <a:off x="9000000" y="3600000"/>
            <a:ext cx="827818" cy="405655"/>
            <a:chOff x="5210997" y="2452847"/>
            <a:chExt cx="1507814" cy="740163"/>
          </a:xfrm>
        </p:grpSpPr>
        <p:sp>
          <p:nvSpPr>
            <p:cNvPr id="92" name="Line 27">
              <a:extLst>
                <a:ext uri="{FF2B5EF4-FFF2-40B4-BE49-F238E27FC236}">
                  <a16:creationId xmlns:a16="http://schemas.microsoft.com/office/drawing/2014/main" id="{6DB959CB-3C3E-7421-2D97-B27DADEBBC7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654368" y="2822929"/>
              <a:ext cx="1064443" cy="0"/>
            </a:xfrm>
            <a:prstGeom prst="line">
              <a:avLst/>
            </a:prstGeom>
            <a:noFill/>
            <a:ln w="25400">
              <a:solidFill>
                <a:srgbClr val="00B0F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solidFill>
                  <a:srgbClr val="00B0F0"/>
                </a:solidFill>
              </a:endParaRPr>
            </a:p>
          </p:txBody>
        </p:sp>
        <p:sp>
          <p:nvSpPr>
            <p:cNvPr id="93" name="流程图: 延期 92">
              <a:extLst>
                <a:ext uri="{FF2B5EF4-FFF2-40B4-BE49-F238E27FC236}">
                  <a16:creationId xmlns:a16="http://schemas.microsoft.com/office/drawing/2014/main" id="{48893B6D-0B8C-11DE-ACD7-E493B4B2E061}"/>
                </a:ext>
              </a:extLst>
            </p:cNvPr>
            <p:cNvSpPr/>
            <p:nvPr/>
          </p:nvSpPr>
          <p:spPr>
            <a:xfrm>
              <a:off x="5658736" y="2452847"/>
              <a:ext cx="702096" cy="740163"/>
            </a:xfrm>
            <a:prstGeom prst="flowChartDelay">
              <a:avLst/>
            </a:prstGeom>
            <a:solidFill>
              <a:schemeClr val="bg1"/>
            </a:solidFill>
            <a:ln w="25400">
              <a:solidFill>
                <a:srgbClr val="00B0F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00B0F0"/>
                </a:solidFill>
              </a:endParaRPr>
            </a:p>
          </p:txBody>
        </p:sp>
        <p:sp>
          <p:nvSpPr>
            <p:cNvPr id="94" name="Line 27">
              <a:extLst>
                <a:ext uri="{FF2B5EF4-FFF2-40B4-BE49-F238E27FC236}">
                  <a16:creationId xmlns:a16="http://schemas.microsoft.com/office/drawing/2014/main" id="{68DE40B3-0345-AFEF-BB2B-9C2E7829EA4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10997" y="3029073"/>
              <a:ext cx="442248" cy="2"/>
            </a:xfrm>
            <a:prstGeom prst="line">
              <a:avLst/>
            </a:prstGeom>
            <a:noFill/>
            <a:ln w="25400">
              <a:solidFill>
                <a:srgbClr val="00B0F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solidFill>
                  <a:srgbClr val="00B0F0"/>
                </a:solidFill>
              </a:endParaRPr>
            </a:p>
          </p:txBody>
        </p:sp>
        <p:sp>
          <p:nvSpPr>
            <p:cNvPr id="95" name="Line 27">
              <a:extLst>
                <a:ext uri="{FF2B5EF4-FFF2-40B4-BE49-F238E27FC236}">
                  <a16:creationId xmlns:a16="http://schemas.microsoft.com/office/drawing/2014/main" id="{CF21B764-6034-C86D-3BD9-6EC2295CA56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10997" y="2621098"/>
              <a:ext cx="442248" cy="0"/>
            </a:xfrm>
            <a:prstGeom prst="line">
              <a:avLst/>
            </a:prstGeom>
            <a:noFill/>
            <a:ln w="25400">
              <a:solidFill>
                <a:srgbClr val="00B0F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solidFill>
                  <a:srgbClr val="00B0F0"/>
                </a:solidFill>
              </a:endParaRPr>
            </a:p>
          </p:txBody>
        </p:sp>
        <p:sp>
          <p:nvSpPr>
            <p:cNvPr id="96" name="椭圆 95">
              <a:extLst>
                <a:ext uri="{FF2B5EF4-FFF2-40B4-BE49-F238E27FC236}">
                  <a16:creationId xmlns:a16="http://schemas.microsoft.com/office/drawing/2014/main" id="{CD74183C-9CC4-D320-247D-61A4B33DA3D5}"/>
                </a:ext>
              </a:extLst>
            </p:cNvPr>
            <p:cNvSpPr/>
            <p:nvPr/>
          </p:nvSpPr>
          <p:spPr>
            <a:xfrm>
              <a:off x="6360831" y="2737262"/>
              <a:ext cx="164215" cy="164215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rgbClr val="00B0F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rgbClr val="00B0F0"/>
                </a:solidFill>
              </a:endParaRPr>
            </a:p>
          </p:txBody>
        </p:sp>
      </p:grpSp>
      <p:cxnSp>
        <p:nvCxnSpPr>
          <p:cNvPr id="110" name="直接箭头连接符 109">
            <a:extLst>
              <a:ext uri="{FF2B5EF4-FFF2-40B4-BE49-F238E27FC236}">
                <a16:creationId xmlns:a16="http://schemas.microsoft.com/office/drawing/2014/main" id="{D9A25695-EF12-5369-74DB-3D1010125249}"/>
              </a:ext>
            </a:extLst>
          </p:cNvPr>
          <p:cNvCxnSpPr/>
          <p:nvPr/>
        </p:nvCxnSpPr>
        <p:spPr>
          <a:xfrm>
            <a:off x="10080000" y="3801600"/>
            <a:ext cx="436006" cy="0"/>
          </a:xfrm>
          <a:prstGeom prst="straightConnector1">
            <a:avLst/>
          </a:prstGeom>
          <a:ln w="25400">
            <a:solidFill>
              <a:srgbClr val="00B0F0"/>
            </a:solidFill>
            <a:headEnd type="triangle" w="med" len="lg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1" name="文本框 110">
            <a:extLst>
              <a:ext uri="{FF2B5EF4-FFF2-40B4-BE49-F238E27FC236}">
                <a16:creationId xmlns:a16="http://schemas.microsoft.com/office/drawing/2014/main" id="{16CEDA09-6768-0F79-18F8-7FB7A5C5F402}"/>
              </a:ext>
            </a:extLst>
          </p:cNvPr>
          <p:cNvSpPr txBox="1"/>
          <p:nvPr/>
        </p:nvSpPr>
        <p:spPr>
          <a:xfrm>
            <a:off x="360000" y="5040000"/>
            <a:ext cx="6488528" cy="101771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marL="0" lvl="1" algn="ctr">
              <a:lnSpc>
                <a:spcPct val="110000"/>
              </a:lnSpc>
            </a:pPr>
            <a:r>
              <a:rPr lang="zh-CN" altLang="en-US" sz="2800" b="1" dirty="0">
                <a:solidFill>
                  <a:srgbClr val="002060"/>
                </a:solidFill>
              </a:rPr>
              <a:t>求反小圈线上跑，两个小圈中和掉</a:t>
            </a:r>
            <a:endParaRPr lang="en-US" altLang="zh-CN" sz="2800" b="1" dirty="0">
              <a:solidFill>
                <a:srgbClr val="002060"/>
              </a:solidFill>
            </a:endParaRPr>
          </a:p>
          <a:p>
            <a:pPr marL="0" lvl="1" algn="ctr">
              <a:lnSpc>
                <a:spcPct val="110000"/>
              </a:lnSpc>
            </a:pPr>
            <a:r>
              <a:rPr lang="zh-CN" altLang="en-US" sz="2800" b="1" dirty="0">
                <a:solidFill>
                  <a:srgbClr val="002060"/>
                </a:solidFill>
              </a:rPr>
              <a:t>输入输出以及门，统统求反即等效</a:t>
            </a:r>
          </a:p>
        </p:txBody>
      </p:sp>
      <p:sp>
        <p:nvSpPr>
          <p:cNvPr id="112" name="文本框 111">
            <a:extLst>
              <a:ext uri="{FF2B5EF4-FFF2-40B4-BE49-F238E27FC236}">
                <a16:creationId xmlns:a16="http://schemas.microsoft.com/office/drawing/2014/main" id="{A2B53486-3282-FD3F-B8E0-1CE308E97985}"/>
              </a:ext>
            </a:extLst>
          </p:cNvPr>
          <p:cNvSpPr txBox="1"/>
          <p:nvPr/>
        </p:nvSpPr>
        <p:spPr>
          <a:xfrm>
            <a:off x="5311962" y="3406103"/>
            <a:ext cx="307314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2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输入输出和门都变反</a:t>
            </a:r>
            <a:endParaRPr lang="en-US" altLang="zh-CN" sz="220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22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则为等效关系</a:t>
            </a:r>
          </a:p>
        </p:txBody>
      </p:sp>
      <p:sp>
        <p:nvSpPr>
          <p:cNvPr id="88" name="标题 1">
            <a:extLst>
              <a:ext uri="{FF2B5EF4-FFF2-40B4-BE49-F238E27FC236}">
                <a16:creationId xmlns:a16="http://schemas.microsoft.com/office/drawing/2014/main" id="{7086AE26-CBBB-5340-0250-CFB9F0BE0064}"/>
              </a:ext>
            </a:extLst>
          </p:cNvPr>
          <p:cNvSpPr txBox="1">
            <a:spLocks/>
          </p:cNvSpPr>
          <p:nvPr/>
        </p:nvSpPr>
        <p:spPr>
          <a:xfrm>
            <a:off x="360000" y="0"/>
            <a:ext cx="11826000" cy="548639"/>
          </a:xfrm>
          <a:prstGeom prst="rect">
            <a:avLst/>
          </a:prstGeom>
        </p:spPr>
        <p:txBody>
          <a:bodyPr anchor="b">
            <a:normAutofit/>
          </a:bodyPr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3000" dirty="0"/>
              <a:t>组合逻辑电路设计 </a:t>
            </a:r>
            <a:r>
              <a:rPr lang="en-US" altLang="zh-CN" sz="3000" dirty="0"/>
              <a:t>—— </a:t>
            </a:r>
            <a:r>
              <a:rPr lang="zh-CN" altLang="en-US" sz="3000" dirty="0">
                <a:solidFill>
                  <a:srgbClr val="FFFF00"/>
                </a:solidFill>
              </a:rPr>
              <a:t>逻辑门等效变换</a:t>
            </a:r>
            <a:endParaRPr lang="en-US" altLang="zh-CN" sz="3000" dirty="0">
              <a:solidFill>
                <a:srgbClr val="FFFF00"/>
              </a:solidFill>
            </a:endParaRPr>
          </a:p>
        </p:txBody>
      </p:sp>
      <p:grpSp>
        <p:nvGrpSpPr>
          <p:cNvPr id="175" name="组合 174">
            <a:extLst>
              <a:ext uri="{FF2B5EF4-FFF2-40B4-BE49-F238E27FC236}">
                <a16:creationId xmlns:a16="http://schemas.microsoft.com/office/drawing/2014/main" id="{338AF404-4A6D-90BC-7190-2981FC806AF1}"/>
              </a:ext>
            </a:extLst>
          </p:cNvPr>
          <p:cNvGrpSpPr/>
          <p:nvPr/>
        </p:nvGrpSpPr>
        <p:grpSpPr>
          <a:xfrm>
            <a:off x="936000" y="1620000"/>
            <a:ext cx="3154491" cy="1658938"/>
            <a:chOff x="936000" y="1620000"/>
            <a:chExt cx="3154491" cy="1658938"/>
          </a:xfrm>
        </p:grpSpPr>
        <p:sp>
          <p:nvSpPr>
            <p:cNvPr id="10" name="Line 32">
              <a:extLst>
                <a:ext uri="{FF2B5EF4-FFF2-40B4-BE49-F238E27FC236}">
                  <a16:creationId xmlns:a16="http://schemas.microsoft.com/office/drawing/2014/main" id="{E708CF36-751D-49C6-0ACC-8DDE7C7414C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78899" y="1796620"/>
              <a:ext cx="398463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" name="Line 33">
              <a:extLst>
                <a:ext uri="{FF2B5EF4-FFF2-40B4-BE49-F238E27FC236}">
                  <a16:creationId xmlns:a16="http://schemas.microsoft.com/office/drawing/2014/main" id="{91DA5EA3-AD6A-5FDF-477F-F3E12154D01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78899" y="2118787"/>
              <a:ext cx="398463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" name="Line 34">
              <a:extLst>
                <a:ext uri="{FF2B5EF4-FFF2-40B4-BE49-F238E27FC236}">
                  <a16:creationId xmlns:a16="http://schemas.microsoft.com/office/drawing/2014/main" id="{7A52F177-D9EC-3D78-94DA-14EFE2D139A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77361" y="1951788"/>
              <a:ext cx="93980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" name="AutoShape 35">
              <a:extLst>
                <a:ext uri="{FF2B5EF4-FFF2-40B4-BE49-F238E27FC236}">
                  <a16:creationId xmlns:a16="http://schemas.microsoft.com/office/drawing/2014/main" id="{51115E28-AB92-4BC8-24F5-F1E6695E26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77363" y="1656513"/>
              <a:ext cx="539750" cy="593725"/>
            </a:xfrm>
            <a:prstGeom prst="flowChartDelay">
              <a:avLst/>
            </a:prstGeom>
            <a:solidFill>
              <a:srgbClr val="FFFF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/>
            </a:p>
          </p:txBody>
        </p:sp>
        <p:sp>
          <p:nvSpPr>
            <p:cNvPr id="14" name="Line 36">
              <a:extLst>
                <a:ext uri="{FF2B5EF4-FFF2-40B4-BE49-F238E27FC236}">
                  <a16:creationId xmlns:a16="http://schemas.microsoft.com/office/drawing/2014/main" id="{4B6501CF-804E-B02A-F17B-18F117F9626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17163" y="2289925"/>
              <a:ext cx="398463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" name="Line 37">
              <a:extLst>
                <a:ext uri="{FF2B5EF4-FFF2-40B4-BE49-F238E27FC236}">
                  <a16:creationId xmlns:a16="http://schemas.microsoft.com/office/drawing/2014/main" id="{6AFB73F6-712B-7B69-BA3C-BDA2C01A5FB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13988" y="2593138"/>
              <a:ext cx="398463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" name="Line 38">
              <a:extLst>
                <a:ext uri="{FF2B5EF4-FFF2-40B4-BE49-F238E27FC236}">
                  <a16:creationId xmlns:a16="http://schemas.microsoft.com/office/drawing/2014/main" id="{D81155CE-C9B5-B791-964D-ED18687C8BE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69006" y="2447696"/>
              <a:ext cx="250825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" name="Line 41">
              <a:extLst>
                <a:ext uri="{FF2B5EF4-FFF2-40B4-BE49-F238E27FC236}">
                  <a16:creationId xmlns:a16="http://schemas.microsoft.com/office/drawing/2014/main" id="{8E3CC503-AF20-EB1F-5048-44DF9DEEBE3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77361" y="2943984"/>
              <a:ext cx="933451" cy="517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" name="AutoShape 42">
              <a:extLst>
                <a:ext uri="{FF2B5EF4-FFF2-40B4-BE49-F238E27FC236}">
                  <a16:creationId xmlns:a16="http://schemas.microsoft.com/office/drawing/2014/main" id="{CEB2ABF4-CC77-EA82-35C2-554099B264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77363" y="2647113"/>
              <a:ext cx="539750" cy="593725"/>
            </a:xfrm>
            <a:prstGeom prst="flowChartDelay">
              <a:avLst/>
            </a:prstGeom>
            <a:solidFill>
              <a:srgbClr val="FFFF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/>
            </a:p>
          </p:txBody>
        </p:sp>
        <p:sp>
          <p:nvSpPr>
            <p:cNvPr id="21" name="Line 43">
              <a:extLst>
                <a:ext uri="{FF2B5EF4-FFF2-40B4-BE49-F238E27FC236}">
                  <a16:creationId xmlns:a16="http://schemas.microsoft.com/office/drawing/2014/main" id="{8F7F0D0D-D6F3-F44C-C4EF-D68CF4471F0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613988" y="2580438"/>
              <a:ext cx="0" cy="37465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" name="Line 44">
              <a:extLst>
                <a:ext uri="{FF2B5EF4-FFF2-40B4-BE49-F238E27FC236}">
                  <a16:creationId xmlns:a16="http://schemas.microsoft.com/office/drawing/2014/main" id="{30323D7D-C86B-5A2A-57ED-39D24E983E3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613988" y="1953375"/>
              <a:ext cx="0" cy="34607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dirty="0"/>
            </a:p>
          </p:txBody>
        </p:sp>
        <p:sp>
          <p:nvSpPr>
            <p:cNvPr id="23" name="Text Box 45">
              <a:extLst>
                <a:ext uri="{FF2B5EF4-FFF2-40B4-BE49-F238E27FC236}">
                  <a16:creationId xmlns:a16="http://schemas.microsoft.com/office/drawing/2014/main" id="{80A1E670-EC1B-E7E6-56DD-687464D5FBA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56638" y="1620000"/>
              <a:ext cx="273050" cy="33178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90000"/>
                </a:lnSpc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>
                  <a:latin typeface="Times New Roman" panose="02020603050405020304" pitchFamily="18" charset="0"/>
                  <a:ea typeface="楷体_GB2312" pitchFamily="49" charset="-122"/>
                </a:rPr>
                <a:t>A</a:t>
              </a:r>
              <a:endParaRPr kumimoji="1" lang="en-US" altLang="zh-CN" sz="2400" b="0" baseline="-25000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24" name="Text Box 46">
              <a:extLst>
                <a:ext uri="{FF2B5EF4-FFF2-40B4-BE49-F238E27FC236}">
                  <a16:creationId xmlns:a16="http://schemas.microsoft.com/office/drawing/2014/main" id="{85764D73-018A-49C5-59FB-91C66DC0CAA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17441" y="2274848"/>
              <a:ext cx="273050" cy="33178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90000"/>
                </a:lnSpc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 dirty="0">
                  <a:latin typeface="Times New Roman" panose="02020603050405020304" pitchFamily="18" charset="0"/>
                  <a:ea typeface="楷体_GB2312" pitchFamily="49" charset="-122"/>
                </a:rPr>
                <a:t>Y</a:t>
              </a:r>
              <a:endParaRPr kumimoji="1" lang="en-US" altLang="zh-CN" sz="2400" b="0" baseline="-25000" dirty="0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25" name="Text Box 47">
              <a:extLst>
                <a:ext uri="{FF2B5EF4-FFF2-40B4-BE49-F238E27FC236}">
                  <a16:creationId xmlns:a16="http://schemas.microsoft.com/office/drawing/2014/main" id="{42EE5684-A643-2917-2CD5-E46A6A1C3BA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56638" y="1943850"/>
              <a:ext cx="273050" cy="33178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90000"/>
                </a:lnSpc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>
                  <a:latin typeface="Times New Roman" panose="02020603050405020304" pitchFamily="18" charset="0"/>
                  <a:ea typeface="楷体_GB2312" pitchFamily="49" charset="-122"/>
                </a:rPr>
                <a:t>B</a:t>
              </a:r>
              <a:endParaRPr kumimoji="1" lang="en-US" altLang="zh-CN" sz="2400" b="0" baseline="-25000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26" name="Text Box 48">
              <a:extLst>
                <a:ext uri="{FF2B5EF4-FFF2-40B4-BE49-F238E27FC236}">
                  <a16:creationId xmlns:a16="http://schemas.microsoft.com/office/drawing/2014/main" id="{F2EF4D37-93A2-3734-2850-A84E104BCD8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36000" y="2623300"/>
              <a:ext cx="273050" cy="33178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90000"/>
                </a:lnSpc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 dirty="0">
                  <a:latin typeface="Times New Roman" panose="02020603050405020304" pitchFamily="18" charset="0"/>
                  <a:ea typeface="楷体_GB2312" pitchFamily="49" charset="-122"/>
                </a:rPr>
                <a:t>C</a:t>
              </a:r>
              <a:endParaRPr kumimoji="1" lang="en-US" altLang="zh-CN" sz="2400" b="0" baseline="-25000" dirty="0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27" name="Text Box 49">
              <a:extLst>
                <a:ext uri="{FF2B5EF4-FFF2-40B4-BE49-F238E27FC236}">
                  <a16:creationId xmlns:a16="http://schemas.microsoft.com/office/drawing/2014/main" id="{B1DD59F9-807E-1751-E86F-2D79339C863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36000" y="2947150"/>
              <a:ext cx="273050" cy="33178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90000"/>
                </a:lnSpc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>
                  <a:latin typeface="Times New Roman" panose="02020603050405020304" pitchFamily="18" charset="0"/>
                  <a:ea typeface="楷体_GB2312" pitchFamily="49" charset="-122"/>
                </a:rPr>
                <a:t>D</a:t>
              </a:r>
              <a:endParaRPr kumimoji="1" lang="en-US" altLang="zh-CN" sz="2400" b="0" baseline="-25000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30" name="Arc 52">
              <a:extLst>
                <a:ext uri="{FF2B5EF4-FFF2-40B4-BE49-F238E27FC236}">
                  <a16:creationId xmlns:a16="http://schemas.microsoft.com/office/drawing/2014/main" id="{DF3A8924-42AE-D972-A6FC-D0E94329335F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3178454" y="2115300"/>
              <a:ext cx="403649" cy="652463"/>
            </a:xfrm>
            <a:custGeom>
              <a:avLst/>
              <a:gdLst>
                <a:gd name="T0" fmla="*/ 0 w 18607"/>
                <a:gd name="T1" fmla="*/ 0 h 21600"/>
                <a:gd name="T2" fmla="*/ 0 w 18607"/>
                <a:gd name="T3" fmla="*/ 0 h 21600"/>
                <a:gd name="T4" fmla="*/ 0 w 18607"/>
                <a:gd name="T5" fmla="*/ 0 h 21600"/>
                <a:gd name="T6" fmla="*/ 0 60000 65536"/>
                <a:gd name="T7" fmla="*/ 0 60000 65536"/>
                <a:gd name="T8" fmla="*/ 0 60000 65536"/>
                <a:gd name="T9" fmla="*/ 0 w 18607"/>
                <a:gd name="T10" fmla="*/ 0 h 21600"/>
                <a:gd name="T11" fmla="*/ 18607 w 18607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8607" h="21600" fill="none" extrusionOk="0">
                  <a:moveTo>
                    <a:pt x="-1" y="0"/>
                  </a:moveTo>
                  <a:cubicBezTo>
                    <a:pt x="7646" y="0"/>
                    <a:pt x="14724" y="4043"/>
                    <a:pt x="18607" y="10630"/>
                  </a:cubicBezTo>
                </a:path>
                <a:path w="18607" h="21600" stroke="0" extrusionOk="0">
                  <a:moveTo>
                    <a:pt x="-1" y="0"/>
                  </a:moveTo>
                  <a:cubicBezTo>
                    <a:pt x="7646" y="0"/>
                    <a:pt x="14724" y="4043"/>
                    <a:pt x="18607" y="1063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rot="10800000" wrap="none" anchor="ctr"/>
            <a:lstStyle/>
            <a:p>
              <a:endParaRPr lang="zh-CN" altLang="en-US"/>
            </a:p>
          </p:txBody>
        </p:sp>
        <p:sp>
          <p:nvSpPr>
            <p:cNvPr id="31" name="Arc 53">
              <a:extLst>
                <a:ext uri="{FF2B5EF4-FFF2-40B4-BE49-F238E27FC236}">
                  <a16:creationId xmlns:a16="http://schemas.microsoft.com/office/drawing/2014/main" id="{2704DD52-A592-DB7D-0BBA-7202A2973009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2267925" y="1999866"/>
              <a:ext cx="650477" cy="886310"/>
            </a:xfrm>
            <a:custGeom>
              <a:avLst/>
              <a:gdLst>
                <a:gd name="T0" fmla="*/ 0 w 21674"/>
                <a:gd name="T1" fmla="*/ 0 h 21600"/>
                <a:gd name="T2" fmla="*/ 0 w 21674"/>
                <a:gd name="T3" fmla="*/ 0 h 21600"/>
                <a:gd name="T4" fmla="*/ 0 w 21674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74"/>
                <a:gd name="T10" fmla="*/ 0 h 21600"/>
                <a:gd name="T11" fmla="*/ 21674 w 21674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74" h="21600" fill="none" extrusionOk="0">
                  <a:moveTo>
                    <a:pt x="-1" y="2923"/>
                  </a:moveTo>
                  <a:cubicBezTo>
                    <a:pt x="3295" y="1008"/>
                    <a:pt x="7040" y="-1"/>
                    <a:pt x="10852" y="0"/>
                  </a:cubicBezTo>
                  <a:cubicBezTo>
                    <a:pt x="14652" y="0"/>
                    <a:pt x="18385" y="1002"/>
                    <a:pt x="21674" y="2906"/>
                  </a:cubicBezTo>
                </a:path>
                <a:path w="21674" h="21600" stroke="0" extrusionOk="0">
                  <a:moveTo>
                    <a:pt x="-1" y="2923"/>
                  </a:moveTo>
                  <a:cubicBezTo>
                    <a:pt x="3295" y="1008"/>
                    <a:pt x="7040" y="-1"/>
                    <a:pt x="10852" y="0"/>
                  </a:cubicBezTo>
                  <a:cubicBezTo>
                    <a:pt x="14652" y="0"/>
                    <a:pt x="18385" y="1002"/>
                    <a:pt x="21674" y="2906"/>
                  </a:cubicBezTo>
                  <a:lnTo>
                    <a:pt x="10852" y="21600"/>
                  </a:lnTo>
                  <a:lnTo>
                    <a:pt x="-1" y="2923"/>
                  </a:lnTo>
                  <a:close/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2" name="Line 54">
              <a:extLst>
                <a:ext uri="{FF2B5EF4-FFF2-40B4-BE49-F238E27FC236}">
                  <a16:creationId xmlns:a16="http://schemas.microsoft.com/office/drawing/2014/main" id="{CECF20D0-004E-29B4-0670-4DDB566B950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919947" y="2767763"/>
              <a:ext cx="273107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69" name="组合 168">
              <a:extLst>
                <a:ext uri="{FF2B5EF4-FFF2-40B4-BE49-F238E27FC236}">
                  <a16:creationId xmlns:a16="http://schemas.microsoft.com/office/drawing/2014/main" id="{4CBEB478-810F-150C-987F-65D9AB1DF8ED}"/>
                </a:ext>
              </a:extLst>
            </p:cNvPr>
            <p:cNvGrpSpPr/>
            <p:nvPr/>
          </p:nvGrpSpPr>
          <p:grpSpPr>
            <a:xfrm>
              <a:off x="1276518" y="2789194"/>
              <a:ext cx="398463" cy="322167"/>
              <a:chOff x="1278900" y="1804245"/>
              <a:chExt cx="398463" cy="322167"/>
            </a:xfrm>
          </p:grpSpPr>
          <p:sp>
            <p:nvSpPr>
              <p:cNvPr id="170" name="Line 32">
                <a:extLst>
                  <a:ext uri="{FF2B5EF4-FFF2-40B4-BE49-F238E27FC236}">
                    <a16:creationId xmlns:a16="http://schemas.microsoft.com/office/drawing/2014/main" id="{8E562A1F-27D2-1EAF-0FAF-467B7A5E65E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278900" y="1804245"/>
                <a:ext cx="398463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71" name="Line 33">
                <a:extLst>
                  <a:ext uri="{FF2B5EF4-FFF2-40B4-BE49-F238E27FC236}">
                    <a16:creationId xmlns:a16="http://schemas.microsoft.com/office/drawing/2014/main" id="{20300EF2-9B73-E425-3D8F-E8EA20D8FAF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278900" y="2126412"/>
                <a:ext cx="398463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172" name="Arc 52">
              <a:extLst>
                <a:ext uri="{FF2B5EF4-FFF2-40B4-BE49-F238E27FC236}">
                  <a16:creationId xmlns:a16="http://schemas.microsoft.com/office/drawing/2014/main" id="{71DB1BD9-2989-2746-98FB-1BA933805089}"/>
                </a:ext>
              </a:extLst>
            </p:cNvPr>
            <p:cNvSpPr>
              <a:spLocks/>
            </p:cNvSpPr>
            <p:nvPr/>
          </p:nvSpPr>
          <p:spPr bwMode="auto">
            <a:xfrm>
              <a:off x="3179528" y="2120061"/>
              <a:ext cx="403649" cy="652463"/>
            </a:xfrm>
            <a:custGeom>
              <a:avLst/>
              <a:gdLst>
                <a:gd name="T0" fmla="*/ 0 w 18607"/>
                <a:gd name="T1" fmla="*/ 0 h 21600"/>
                <a:gd name="T2" fmla="*/ 0 w 18607"/>
                <a:gd name="T3" fmla="*/ 0 h 21600"/>
                <a:gd name="T4" fmla="*/ 0 w 18607"/>
                <a:gd name="T5" fmla="*/ 0 h 21600"/>
                <a:gd name="T6" fmla="*/ 0 60000 65536"/>
                <a:gd name="T7" fmla="*/ 0 60000 65536"/>
                <a:gd name="T8" fmla="*/ 0 60000 65536"/>
                <a:gd name="T9" fmla="*/ 0 w 18607"/>
                <a:gd name="T10" fmla="*/ 0 h 21600"/>
                <a:gd name="T11" fmla="*/ 18607 w 18607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8607" h="21600" fill="none" extrusionOk="0">
                  <a:moveTo>
                    <a:pt x="-1" y="0"/>
                  </a:moveTo>
                  <a:cubicBezTo>
                    <a:pt x="7646" y="0"/>
                    <a:pt x="14724" y="4043"/>
                    <a:pt x="18607" y="10630"/>
                  </a:cubicBezTo>
                </a:path>
                <a:path w="18607" h="21600" stroke="0" extrusionOk="0">
                  <a:moveTo>
                    <a:pt x="-1" y="0"/>
                  </a:moveTo>
                  <a:cubicBezTo>
                    <a:pt x="7646" y="0"/>
                    <a:pt x="14724" y="4043"/>
                    <a:pt x="18607" y="1063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rot="10800000" wrap="none" anchor="ctr"/>
            <a:lstStyle/>
            <a:p>
              <a:endParaRPr lang="zh-CN" altLang="en-US"/>
            </a:p>
          </p:txBody>
        </p:sp>
        <p:sp>
          <p:nvSpPr>
            <p:cNvPr id="173" name="Line 54">
              <a:extLst>
                <a:ext uri="{FF2B5EF4-FFF2-40B4-BE49-F238E27FC236}">
                  <a16:creationId xmlns:a16="http://schemas.microsoft.com/office/drawing/2014/main" id="{4534ABF3-3828-C768-67CB-E68A23F3D38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2921021" y="2120061"/>
              <a:ext cx="273107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204" name="组合 203">
            <a:extLst>
              <a:ext uri="{FF2B5EF4-FFF2-40B4-BE49-F238E27FC236}">
                <a16:creationId xmlns:a16="http://schemas.microsoft.com/office/drawing/2014/main" id="{591E7564-ADDF-42E9-4501-1A22EB727B51}"/>
              </a:ext>
            </a:extLst>
          </p:cNvPr>
          <p:cNvGrpSpPr/>
          <p:nvPr/>
        </p:nvGrpSpPr>
        <p:grpSpPr>
          <a:xfrm>
            <a:off x="7920000" y="1620000"/>
            <a:ext cx="3154491" cy="1658938"/>
            <a:chOff x="7920000" y="1620000"/>
            <a:chExt cx="3154491" cy="1658938"/>
          </a:xfrm>
        </p:grpSpPr>
        <p:sp>
          <p:nvSpPr>
            <p:cNvPr id="177" name="Line 32">
              <a:extLst>
                <a:ext uri="{FF2B5EF4-FFF2-40B4-BE49-F238E27FC236}">
                  <a16:creationId xmlns:a16="http://schemas.microsoft.com/office/drawing/2014/main" id="{6D46818D-24AA-4828-FB24-B89E97C3D05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262899" y="1796620"/>
              <a:ext cx="398463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8" name="Line 33">
              <a:extLst>
                <a:ext uri="{FF2B5EF4-FFF2-40B4-BE49-F238E27FC236}">
                  <a16:creationId xmlns:a16="http://schemas.microsoft.com/office/drawing/2014/main" id="{A54C19A6-AE43-D7CC-66EE-3906776BD3B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262899" y="2118787"/>
              <a:ext cx="398463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9" name="Line 34">
              <a:extLst>
                <a:ext uri="{FF2B5EF4-FFF2-40B4-BE49-F238E27FC236}">
                  <a16:creationId xmlns:a16="http://schemas.microsoft.com/office/drawing/2014/main" id="{A325DA9E-9D57-CF24-73D7-4839A068067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661361" y="1951788"/>
              <a:ext cx="93980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0" name="AutoShape 35">
              <a:extLst>
                <a:ext uri="{FF2B5EF4-FFF2-40B4-BE49-F238E27FC236}">
                  <a16:creationId xmlns:a16="http://schemas.microsoft.com/office/drawing/2014/main" id="{1E5318D3-B433-8B95-03EB-FF4AF55A87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61363" y="1656513"/>
              <a:ext cx="539750" cy="593725"/>
            </a:xfrm>
            <a:prstGeom prst="flowChartDelay">
              <a:avLst/>
            </a:prstGeom>
            <a:solidFill>
              <a:srgbClr val="FFFF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/>
            </a:p>
          </p:txBody>
        </p:sp>
        <p:sp>
          <p:nvSpPr>
            <p:cNvPr id="181" name="Line 36">
              <a:extLst>
                <a:ext uri="{FF2B5EF4-FFF2-40B4-BE49-F238E27FC236}">
                  <a16:creationId xmlns:a16="http://schemas.microsoft.com/office/drawing/2014/main" id="{3148CD09-1719-5B74-801A-F3EA03DEF26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601163" y="2289925"/>
              <a:ext cx="398463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2" name="Line 37">
              <a:extLst>
                <a:ext uri="{FF2B5EF4-FFF2-40B4-BE49-F238E27FC236}">
                  <a16:creationId xmlns:a16="http://schemas.microsoft.com/office/drawing/2014/main" id="{0CE995E4-9BE7-4A95-BC8C-802C8A707A5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597988" y="2593138"/>
              <a:ext cx="398463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3" name="Line 38">
              <a:extLst>
                <a:ext uri="{FF2B5EF4-FFF2-40B4-BE49-F238E27FC236}">
                  <a16:creationId xmlns:a16="http://schemas.microsoft.com/office/drawing/2014/main" id="{5A332073-1B3F-4F65-7C05-EF4A29EB4DF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553006" y="2447696"/>
              <a:ext cx="250825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4" name="Line 41">
              <a:extLst>
                <a:ext uri="{FF2B5EF4-FFF2-40B4-BE49-F238E27FC236}">
                  <a16:creationId xmlns:a16="http://schemas.microsoft.com/office/drawing/2014/main" id="{983A4F40-E87F-2666-499B-323579C40B0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661361" y="2943984"/>
              <a:ext cx="933451" cy="517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5" name="AutoShape 42">
              <a:extLst>
                <a:ext uri="{FF2B5EF4-FFF2-40B4-BE49-F238E27FC236}">
                  <a16:creationId xmlns:a16="http://schemas.microsoft.com/office/drawing/2014/main" id="{1CB24AAC-BE5E-6F5D-FD8C-D51991A99C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61363" y="2647113"/>
              <a:ext cx="539750" cy="593725"/>
            </a:xfrm>
            <a:prstGeom prst="flowChartDelay">
              <a:avLst/>
            </a:prstGeom>
            <a:solidFill>
              <a:srgbClr val="FFFF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/>
            </a:p>
          </p:txBody>
        </p:sp>
        <p:sp>
          <p:nvSpPr>
            <p:cNvPr id="186" name="Line 43">
              <a:extLst>
                <a:ext uri="{FF2B5EF4-FFF2-40B4-BE49-F238E27FC236}">
                  <a16:creationId xmlns:a16="http://schemas.microsoft.com/office/drawing/2014/main" id="{35E6BE35-0293-6377-81B1-D27AF300FEF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9597988" y="2580438"/>
              <a:ext cx="0" cy="37465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7" name="Line 44">
              <a:extLst>
                <a:ext uri="{FF2B5EF4-FFF2-40B4-BE49-F238E27FC236}">
                  <a16:creationId xmlns:a16="http://schemas.microsoft.com/office/drawing/2014/main" id="{84EC1AFF-E4C6-0D6B-A17F-AA69B896C34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9597988" y="1953375"/>
              <a:ext cx="0" cy="34607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dirty="0"/>
            </a:p>
          </p:txBody>
        </p:sp>
        <p:sp>
          <p:nvSpPr>
            <p:cNvPr id="188" name="Text Box 45">
              <a:extLst>
                <a:ext uri="{FF2B5EF4-FFF2-40B4-BE49-F238E27FC236}">
                  <a16:creationId xmlns:a16="http://schemas.microsoft.com/office/drawing/2014/main" id="{7F0955B4-6193-D353-39A0-EE945B97655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940638" y="1620000"/>
              <a:ext cx="273050" cy="33178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90000"/>
                </a:lnSpc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>
                  <a:latin typeface="Times New Roman" panose="02020603050405020304" pitchFamily="18" charset="0"/>
                  <a:ea typeface="楷体_GB2312" pitchFamily="49" charset="-122"/>
                </a:rPr>
                <a:t>A</a:t>
              </a:r>
              <a:endParaRPr kumimoji="1" lang="en-US" altLang="zh-CN" sz="2400" b="0" baseline="-25000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189" name="Text Box 46">
              <a:extLst>
                <a:ext uri="{FF2B5EF4-FFF2-40B4-BE49-F238E27FC236}">
                  <a16:creationId xmlns:a16="http://schemas.microsoft.com/office/drawing/2014/main" id="{004EF8E6-97F1-C918-290E-8FCFA4E5E73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801441" y="2274848"/>
              <a:ext cx="273050" cy="33178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90000"/>
                </a:lnSpc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 dirty="0">
                  <a:latin typeface="Times New Roman" panose="02020603050405020304" pitchFamily="18" charset="0"/>
                  <a:ea typeface="楷体_GB2312" pitchFamily="49" charset="-122"/>
                </a:rPr>
                <a:t>Y</a:t>
              </a:r>
              <a:endParaRPr kumimoji="1" lang="en-US" altLang="zh-CN" sz="2400" b="0" baseline="-25000" dirty="0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190" name="Text Box 47">
              <a:extLst>
                <a:ext uri="{FF2B5EF4-FFF2-40B4-BE49-F238E27FC236}">
                  <a16:creationId xmlns:a16="http://schemas.microsoft.com/office/drawing/2014/main" id="{E325203A-A371-94E0-8FE6-1A85C1AEE0C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940638" y="1943850"/>
              <a:ext cx="273050" cy="33178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90000"/>
                </a:lnSpc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>
                  <a:latin typeface="Times New Roman" panose="02020603050405020304" pitchFamily="18" charset="0"/>
                  <a:ea typeface="楷体_GB2312" pitchFamily="49" charset="-122"/>
                </a:rPr>
                <a:t>B</a:t>
              </a:r>
              <a:endParaRPr kumimoji="1" lang="en-US" altLang="zh-CN" sz="2400" b="0" baseline="-25000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191" name="Text Box 48">
              <a:extLst>
                <a:ext uri="{FF2B5EF4-FFF2-40B4-BE49-F238E27FC236}">
                  <a16:creationId xmlns:a16="http://schemas.microsoft.com/office/drawing/2014/main" id="{CD40F6D6-247A-E326-57D3-3C5E3520784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920000" y="2623300"/>
              <a:ext cx="273050" cy="33178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90000"/>
                </a:lnSpc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 dirty="0">
                  <a:latin typeface="Times New Roman" panose="02020603050405020304" pitchFamily="18" charset="0"/>
                  <a:ea typeface="楷体_GB2312" pitchFamily="49" charset="-122"/>
                </a:rPr>
                <a:t>C</a:t>
              </a:r>
              <a:endParaRPr kumimoji="1" lang="en-US" altLang="zh-CN" sz="2400" b="0" baseline="-25000" dirty="0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192" name="Text Box 49">
              <a:extLst>
                <a:ext uri="{FF2B5EF4-FFF2-40B4-BE49-F238E27FC236}">
                  <a16:creationId xmlns:a16="http://schemas.microsoft.com/office/drawing/2014/main" id="{E2B83174-BA1A-F40B-2FF7-D3B719E8A32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920000" y="2947150"/>
              <a:ext cx="273050" cy="33178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90000"/>
                </a:lnSpc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>
                  <a:latin typeface="Times New Roman" panose="02020603050405020304" pitchFamily="18" charset="0"/>
                  <a:ea typeface="楷体_GB2312" pitchFamily="49" charset="-122"/>
                </a:rPr>
                <a:t>D</a:t>
              </a:r>
              <a:endParaRPr kumimoji="1" lang="en-US" altLang="zh-CN" sz="2400" b="0" baseline="-25000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193" name="Arc 52">
              <a:extLst>
                <a:ext uri="{FF2B5EF4-FFF2-40B4-BE49-F238E27FC236}">
                  <a16:creationId xmlns:a16="http://schemas.microsoft.com/office/drawing/2014/main" id="{C9B21437-23E6-ADCF-0222-C3E342834B1E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10162454" y="2115300"/>
              <a:ext cx="403649" cy="652463"/>
            </a:xfrm>
            <a:custGeom>
              <a:avLst/>
              <a:gdLst>
                <a:gd name="T0" fmla="*/ 0 w 18607"/>
                <a:gd name="T1" fmla="*/ 0 h 21600"/>
                <a:gd name="T2" fmla="*/ 0 w 18607"/>
                <a:gd name="T3" fmla="*/ 0 h 21600"/>
                <a:gd name="T4" fmla="*/ 0 w 18607"/>
                <a:gd name="T5" fmla="*/ 0 h 21600"/>
                <a:gd name="T6" fmla="*/ 0 60000 65536"/>
                <a:gd name="T7" fmla="*/ 0 60000 65536"/>
                <a:gd name="T8" fmla="*/ 0 60000 65536"/>
                <a:gd name="T9" fmla="*/ 0 w 18607"/>
                <a:gd name="T10" fmla="*/ 0 h 21600"/>
                <a:gd name="T11" fmla="*/ 18607 w 18607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8607" h="21600" fill="none" extrusionOk="0">
                  <a:moveTo>
                    <a:pt x="-1" y="0"/>
                  </a:moveTo>
                  <a:cubicBezTo>
                    <a:pt x="7646" y="0"/>
                    <a:pt x="14724" y="4043"/>
                    <a:pt x="18607" y="10630"/>
                  </a:cubicBezTo>
                </a:path>
                <a:path w="18607" h="21600" stroke="0" extrusionOk="0">
                  <a:moveTo>
                    <a:pt x="-1" y="0"/>
                  </a:moveTo>
                  <a:cubicBezTo>
                    <a:pt x="7646" y="0"/>
                    <a:pt x="14724" y="4043"/>
                    <a:pt x="18607" y="1063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rot="10800000" wrap="none" anchor="ctr"/>
            <a:lstStyle/>
            <a:p>
              <a:endParaRPr lang="zh-CN" altLang="en-US"/>
            </a:p>
          </p:txBody>
        </p:sp>
        <p:sp>
          <p:nvSpPr>
            <p:cNvPr id="194" name="Arc 53">
              <a:extLst>
                <a:ext uri="{FF2B5EF4-FFF2-40B4-BE49-F238E27FC236}">
                  <a16:creationId xmlns:a16="http://schemas.microsoft.com/office/drawing/2014/main" id="{5DE51253-938C-A616-186B-AD745F29A665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9251925" y="1999866"/>
              <a:ext cx="650477" cy="886310"/>
            </a:xfrm>
            <a:custGeom>
              <a:avLst/>
              <a:gdLst>
                <a:gd name="T0" fmla="*/ 0 w 21674"/>
                <a:gd name="T1" fmla="*/ 0 h 21600"/>
                <a:gd name="T2" fmla="*/ 0 w 21674"/>
                <a:gd name="T3" fmla="*/ 0 h 21600"/>
                <a:gd name="T4" fmla="*/ 0 w 21674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74"/>
                <a:gd name="T10" fmla="*/ 0 h 21600"/>
                <a:gd name="T11" fmla="*/ 21674 w 21674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74" h="21600" fill="none" extrusionOk="0">
                  <a:moveTo>
                    <a:pt x="-1" y="2923"/>
                  </a:moveTo>
                  <a:cubicBezTo>
                    <a:pt x="3295" y="1008"/>
                    <a:pt x="7040" y="-1"/>
                    <a:pt x="10852" y="0"/>
                  </a:cubicBezTo>
                  <a:cubicBezTo>
                    <a:pt x="14652" y="0"/>
                    <a:pt x="18385" y="1002"/>
                    <a:pt x="21674" y="2906"/>
                  </a:cubicBezTo>
                </a:path>
                <a:path w="21674" h="21600" stroke="0" extrusionOk="0">
                  <a:moveTo>
                    <a:pt x="-1" y="2923"/>
                  </a:moveTo>
                  <a:cubicBezTo>
                    <a:pt x="3295" y="1008"/>
                    <a:pt x="7040" y="-1"/>
                    <a:pt x="10852" y="0"/>
                  </a:cubicBezTo>
                  <a:cubicBezTo>
                    <a:pt x="14652" y="0"/>
                    <a:pt x="18385" y="1002"/>
                    <a:pt x="21674" y="2906"/>
                  </a:cubicBezTo>
                  <a:lnTo>
                    <a:pt x="10852" y="21600"/>
                  </a:lnTo>
                  <a:lnTo>
                    <a:pt x="-1" y="2923"/>
                  </a:lnTo>
                  <a:close/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5" name="Line 54">
              <a:extLst>
                <a:ext uri="{FF2B5EF4-FFF2-40B4-BE49-F238E27FC236}">
                  <a16:creationId xmlns:a16="http://schemas.microsoft.com/office/drawing/2014/main" id="{BE21911F-0F60-0A95-6460-6A286DE48D6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9903947" y="2767763"/>
              <a:ext cx="273107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96" name="组合 195">
              <a:extLst>
                <a:ext uri="{FF2B5EF4-FFF2-40B4-BE49-F238E27FC236}">
                  <a16:creationId xmlns:a16="http://schemas.microsoft.com/office/drawing/2014/main" id="{0D9EBDC8-4898-1771-8FE7-F7AC6BA7C70E}"/>
                </a:ext>
              </a:extLst>
            </p:cNvPr>
            <p:cNvGrpSpPr/>
            <p:nvPr/>
          </p:nvGrpSpPr>
          <p:grpSpPr>
            <a:xfrm>
              <a:off x="8260518" y="2789194"/>
              <a:ext cx="398463" cy="322167"/>
              <a:chOff x="1278900" y="1804245"/>
              <a:chExt cx="398463" cy="322167"/>
            </a:xfrm>
          </p:grpSpPr>
          <p:sp>
            <p:nvSpPr>
              <p:cNvPr id="199" name="Line 32">
                <a:extLst>
                  <a:ext uri="{FF2B5EF4-FFF2-40B4-BE49-F238E27FC236}">
                    <a16:creationId xmlns:a16="http://schemas.microsoft.com/office/drawing/2014/main" id="{63CFC99E-634E-FE90-6D0A-6BB4F65B376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278900" y="1804245"/>
                <a:ext cx="398463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00" name="Line 33">
                <a:extLst>
                  <a:ext uri="{FF2B5EF4-FFF2-40B4-BE49-F238E27FC236}">
                    <a16:creationId xmlns:a16="http://schemas.microsoft.com/office/drawing/2014/main" id="{0A277138-FD7E-E6B0-EBCB-ED7FAEA49AF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278900" y="2126412"/>
                <a:ext cx="398463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197" name="Arc 52">
              <a:extLst>
                <a:ext uri="{FF2B5EF4-FFF2-40B4-BE49-F238E27FC236}">
                  <a16:creationId xmlns:a16="http://schemas.microsoft.com/office/drawing/2014/main" id="{4C4CF51F-8BF6-57B2-A0DB-7D9FE1C680CA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63528" y="2120061"/>
              <a:ext cx="403649" cy="652463"/>
            </a:xfrm>
            <a:custGeom>
              <a:avLst/>
              <a:gdLst>
                <a:gd name="T0" fmla="*/ 0 w 18607"/>
                <a:gd name="T1" fmla="*/ 0 h 21600"/>
                <a:gd name="T2" fmla="*/ 0 w 18607"/>
                <a:gd name="T3" fmla="*/ 0 h 21600"/>
                <a:gd name="T4" fmla="*/ 0 w 18607"/>
                <a:gd name="T5" fmla="*/ 0 h 21600"/>
                <a:gd name="T6" fmla="*/ 0 60000 65536"/>
                <a:gd name="T7" fmla="*/ 0 60000 65536"/>
                <a:gd name="T8" fmla="*/ 0 60000 65536"/>
                <a:gd name="T9" fmla="*/ 0 w 18607"/>
                <a:gd name="T10" fmla="*/ 0 h 21600"/>
                <a:gd name="T11" fmla="*/ 18607 w 18607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8607" h="21600" fill="none" extrusionOk="0">
                  <a:moveTo>
                    <a:pt x="-1" y="0"/>
                  </a:moveTo>
                  <a:cubicBezTo>
                    <a:pt x="7646" y="0"/>
                    <a:pt x="14724" y="4043"/>
                    <a:pt x="18607" y="10630"/>
                  </a:cubicBezTo>
                </a:path>
                <a:path w="18607" h="21600" stroke="0" extrusionOk="0">
                  <a:moveTo>
                    <a:pt x="-1" y="0"/>
                  </a:moveTo>
                  <a:cubicBezTo>
                    <a:pt x="7646" y="0"/>
                    <a:pt x="14724" y="4043"/>
                    <a:pt x="18607" y="1063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rot="10800000" wrap="none" anchor="ctr"/>
            <a:lstStyle/>
            <a:p>
              <a:endParaRPr lang="zh-CN" altLang="en-US"/>
            </a:p>
          </p:txBody>
        </p:sp>
        <p:sp>
          <p:nvSpPr>
            <p:cNvPr id="198" name="Line 54">
              <a:extLst>
                <a:ext uri="{FF2B5EF4-FFF2-40B4-BE49-F238E27FC236}">
                  <a16:creationId xmlns:a16="http://schemas.microsoft.com/office/drawing/2014/main" id="{DB43030C-9B63-2A13-2903-D9BE400FAFF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9905021" y="2120061"/>
              <a:ext cx="273107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4" name="Oval 71">
              <a:extLst>
                <a:ext uri="{FF2B5EF4-FFF2-40B4-BE49-F238E27FC236}">
                  <a16:creationId xmlns:a16="http://schemas.microsoft.com/office/drawing/2014/main" id="{9450830F-C32C-DFAC-DAB0-582F1AAF6A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08708" y="1885549"/>
              <a:ext cx="129600" cy="129600"/>
            </a:xfrm>
            <a:prstGeom prst="ellipse">
              <a:avLst/>
            </a:prstGeom>
            <a:solidFill>
              <a:srgbClr val="FFFFFF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/>
            </a:p>
          </p:txBody>
        </p:sp>
        <p:sp>
          <p:nvSpPr>
            <p:cNvPr id="201" name="Oval 71">
              <a:extLst>
                <a:ext uri="{FF2B5EF4-FFF2-40B4-BE49-F238E27FC236}">
                  <a16:creationId xmlns:a16="http://schemas.microsoft.com/office/drawing/2014/main" id="{4D51037C-0200-0EB6-28B8-33B970ED4D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08708" y="2881555"/>
              <a:ext cx="129600" cy="129600"/>
            </a:xfrm>
            <a:prstGeom prst="ellipse">
              <a:avLst/>
            </a:prstGeom>
            <a:solidFill>
              <a:srgbClr val="FFFFFF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/>
            </a:p>
          </p:txBody>
        </p:sp>
        <p:sp>
          <p:nvSpPr>
            <p:cNvPr id="202" name="Oval 71">
              <a:extLst>
                <a:ext uri="{FF2B5EF4-FFF2-40B4-BE49-F238E27FC236}">
                  <a16:creationId xmlns:a16="http://schemas.microsoft.com/office/drawing/2014/main" id="{19ED04E2-9655-B242-5CCD-36F148FB4A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849982" y="2525803"/>
              <a:ext cx="129600" cy="129600"/>
            </a:xfrm>
            <a:prstGeom prst="ellipse">
              <a:avLst/>
            </a:prstGeom>
            <a:solidFill>
              <a:srgbClr val="FFFFFF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/>
            </a:p>
          </p:txBody>
        </p:sp>
        <p:sp>
          <p:nvSpPr>
            <p:cNvPr id="203" name="Oval 71">
              <a:extLst>
                <a:ext uri="{FF2B5EF4-FFF2-40B4-BE49-F238E27FC236}">
                  <a16:creationId xmlns:a16="http://schemas.microsoft.com/office/drawing/2014/main" id="{8DEF2239-5D55-D681-98C1-66FC59EF81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849982" y="2223758"/>
              <a:ext cx="129600" cy="129600"/>
            </a:xfrm>
            <a:prstGeom prst="ellipse">
              <a:avLst/>
            </a:prstGeom>
            <a:solidFill>
              <a:srgbClr val="FFFFFF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/>
            </a:p>
          </p:txBody>
        </p:sp>
      </p:grpSp>
      <p:grpSp>
        <p:nvGrpSpPr>
          <p:cNvPr id="234" name="组合 233">
            <a:extLst>
              <a:ext uri="{FF2B5EF4-FFF2-40B4-BE49-F238E27FC236}">
                <a16:creationId xmlns:a16="http://schemas.microsoft.com/office/drawing/2014/main" id="{0793E1BE-B24D-15F5-09B1-AAA4DEB37F6B}"/>
              </a:ext>
            </a:extLst>
          </p:cNvPr>
          <p:cNvGrpSpPr/>
          <p:nvPr/>
        </p:nvGrpSpPr>
        <p:grpSpPr>
          <a:xfrm>
            <a:off x="10440000" y="3600000"/>
            <a:ext cx="1126673" cy="413504"/>
            <a:chOff x="10217336" y="3942991"/>
            <a:chExt cx="1126673" cy="413504"/>
          </a:xfrm>
        </p:grpSpPr>
        <p:sp>
          <p:nvSpPr>
            <p:cNvPr id="210" name="Line 36">
              <a:extLst>
                <a:ext uri="{FF2B5EF4-FFF2-40B4-BE49-F238E27FC236}">
                  <a16:creationId xmlns:a16="http://schemas.microsoft.com/office/drawing/2014/main" id="{F733FEED-4025-ADCC-F41A-B7880A0FD28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529964" y="4034646"/>
              <a:ext cx="269706" cy="0"/>
            </a:xfrm>
            <a:prstGeom prst="line">
              <a:avLst/>
            </a:prstGeom>
            <a:noFill/>
            <a:ln w="25400">
              <a:solidFill>
                <a:srgbClr val="00B0F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211" name="Line 37">
              <a:extLst>
                <a:ext uri="{FF2B5EF4-FFF2-40B4-BE49-F238E27FC236}">
                  <a16:creationId xmlns:a16="http://schemas.microsoft.com/office/drawing/2014/main" id="{0A915261-65C6-9681-31A6-97F63939BEF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527815" y="4265760"/>
              <a:ext cx="269706" cy="0"/>
            </a:xfrm>
            <a:prstGeom prst="line">
              <a:avLst/>
            </a:prstGeom>
            <a:noFill/>
            <a:ln w="25400">
              <a:solidFill>
                <a:srgbClr val="00B0F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2" name="Line 38">
              <a:extLst>
                <a:ext uri="{FF2B5EF4-FFF2-40B4-BE49-F238E27FC236}">
                  <a16:creationId xmlns:a16="http://schemas.microsoft.com/office/drawing/2014/main" id="{B2750304-6EB9-B4C1-F0E7-0E4C2005D1A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174234" y="4148836"/>
              <a:ext cx="169775" cy="0"/>
            </a:xfrm>
            <a:prstGeom prst="line">
              <a:avLst/>
            </a:prstGeom>
            <a:noFill/>
            <a:ln w="25400">
              <a:solidFill>
                <a:srgbClr val="00B0F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2" name="Arc 52">
              <a:extLst>
                <a:ext uri="{FF2B5EF4-FFF2-40B4-BE49-F238E27FC236}">
                  <a16:creationId xmlns:a16="http://schemas.microsoft.com/office/drawing/2014/main" id="{71FBCDE9-817F-2758-D687-775DEABA0D26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10913455" y="3942991"/>
              <a:ext cx="273216" cy="410509"/>
            </a:xfrm>
            <a:custGeom>
              <a:avLst/>
              <a:gdLst>
                <a:gd name="T0" fmla="*/ 0 w 18607"/>
                <a:gd name="T1" fmla="*/ 0 h 21600"/>
                <a:gd name="T2" fmla="*/ 0 w 18607"/>
                <a:gd name="T3" fmla="*/ 0 h 21600"/>
                <a:gd name="T4" fmla="*/ 0 w 18607"/>
                <a:gd name="T5" fmla="*/ 0 h 21600"/>
                <a:gd name="T6" fmla="*/ 0 60000 65536"/>
                <a:gd name="T7" fmla="*/ 0 60000 65536"/>
                <a:gd name="T8" fmla="*/ 0 60000 65536"/>
                <a:gd name="T9" fmla="*/ 0 w 18607"/>
                <a:gd name="T10" fmla="*/ 0 h 21600"/>
                <a:gd name="T11" fmla="*/ 18607 w 18607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8607" h="21600" fill="none" extrusionOk="0">
                  <a:moveTo>
                    <a:pt x="-1" y="0"/>
                  </a:moveTo>
                  <a:cubicBezTo>
                    <a:pt x="7646" y="0"/>
                    <a:pt x="14724" y="4043"/>
                    <a:pt x="18607" y="10630"/>
                  </a:cubicBezTo>
                </a:path>
                <a:path w="18607" h="21600" stroke="0" extrusionOk="0">
                  <a:moveTo>
                    <a:pt x="-1" y="0"/>
                  </a:moveTo>
                  <a:cubicBezTo>
                    <a:pt x="7646" y="0"/>
                    <a:pt x="14724" y="4043"/>
                    <a:pt x="18607" y="1063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25400">
              <a:solidFill>
                <a:srgbClr val="00B0F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rot="10800000" wrap="none" anchor="ctr"/>
            <a:lstStyle/>
            <a:p>
              <a:endParaRPr lang="zh-CN" altLang="en-US"/>
            </a:p>
          </p:txBody>
        </p:sp>
        <p:sp>
          <p:nvSpPr>
            <p:cNvPr id="223" name="Arc 53">
              <a:extLst>
                <a:ext uri="{FF2B5EF4-FFF2-40B4-BE49-F238E27FC236}">
                  <a16:creationId xmlns:a16="http://schemas.microsoft.com/office/drawing/2014/main" id="{AC5AC1AD-41E0-821A-F080-A8643C107EAC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0312663" y="3849226"/>
              <a:ext cx="409259" cy="599913"/>
            </a:xfrm>
            <a:custGeom>
              <a:avLst/>
              <a:gdLst>
                <a:gd name="T0" fmla="*/ 0 w 21674"/>
                <a:gd name="T1" fmla="*/ 0 h 21600"/>
                <a:gd name="T2" fmla="*/ 0 w 21674"/>
                <a:gd name="T3" fmla="*/ 0 h 21600"/>
                <a:gd name="T4" fmla="*/ 0 w 21674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74"/>
                <a:gd name="T10" fmla="*/ 0 h 21600"/>
                <a:gd name="T11" fmla="*/ 21674 w 21674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74" h="21600" fill="none" extrusionOk="0">
                  <a:moveTo>
                    <a:pt x="-1" y="2923"/>
                  </a:moveTo>
                  <a:cubicBezTo>
                    <a:pt x="3295" y="1008"/>
                    <a:pt x="7040" y="-1"/>
                    <a:pt x="10852" y="0"/>
                  </a:cubicBezTo>
                  <a:cubicBezTo>
                    <a:pt x="14652" y="0"/>
                    <a:pt x="18385" y="1002"/>
                    <a:pt x="21674" y="2906"/>
                  </a:cubicBezTo>
                </a:path>
                <a:path w="21674" h="21600" stroke="0" extrusionOk="0">
                  <a:moveTo>
                    <a:pt x="-1" y="2923"/>
                  </a:moveTo>
                  <a:cubicBezTo>
                    <a:pt x="3295" y="1008"/>
                    <a:pt x="7040" y="-1"/>
                    <a:pt x="10852" y="0"/>
                  </a:cubicBezTo>
                  <a:cubicBezTo>
                    <a:pt x="14652" y="0"/>
                    <a:pt x="18385" y="1002"/>
                    <a:pt x="21674" y="2906"/>
                  </a:cubicBezTo>
                  <a:lnTo>
                    <a:pt x="10852" y="21600"/>
                  </a:lnTo>
                  <a:lnTo>
                    <a:pt x="-1" y="2923"/>
                  </a:lnTo>
                  <a:close/>
                </a:path>
              </a:pathLst>
            </a:custGeom>
            <a:noFill/>
            <a:ln w="25400">
              <a:solidFill>
                <a:srgbClr val="00B0F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4" name="Line 54">
              <a:extLst>
                <a:ext uri="{FF2B5EF4-FFF2-40B4-BE49-F238E27FC236}">
                  <a16:creationId xmlns:a16="http://schemas.microsoft.com/office/drawing/2014/main" id="{CA73D018-DB9A-0EA2-546F-2D94DAA4203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738481" y="4353500"/>
              <a:ext cx="184857" cy="0"/>
            </a:xfrm>
            <a:prstGeom prst="line">
              <a:avLst/>
            </a:prstGeom>
            <a:noFill/>
            <a:ln w="25400">
              <a:solidFill>
                <a:srgbClr val="00B0F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6" name="Arc 52">
              <a:extLst>
                <a:ext uri="{FF2B5EF4-FFF2-40B4-BE49-F238E27FC236}">
                  <a16:creationId xmlns:a16="http://schemas.microsoft.com/office/drawing/2014/main" id="{8B9DEBED-CDE8-C57A-EDAF-8E1C34546F9F}"/>
                </a:ext>
              </a:extLst>
            </p:cNvPr>
            <p:cNvSpPr>
              <a:spLocks/>
            </p:cNvSpPr>
            <p:nvPr/>
          </p:nvSpPr>
          <p:spPr bwMode="auto">
            <a:xfrm>
              <a:off x="10914182" y="3945986"/>
              <a:ext cx="273216" cy="410509"/>
            </a:xfrm>
            <a:custGeom>
              <a:avLst/>
              <a:gdLst>
                <a:gd name="T0" fmla="*/ 0 w 18607"/>
                <a:gd name="T1" fmla="*/ 0 h 21600"/>
                <a:gd name="T2" fmla="*/ 0 w 18607"/>
                <a:gd name="T3" fmla="*/ 0 h 21600"/>
                <a:gd name="T4" fmla="*/ 0 w 18607"/>
                <a:gd name="T5" fmla="*/ 0 h 21600"/>
                <a:gd name="T6" fmla="*/ 0 60000 65536"/>
                <a:gd name="T7" fmla="*/ 0 60000 65536"/>
                <a:gd name="T8" fmla="*/ 0 60000 65536"/>
                <a:gd name="T9" fmla="*/ 0 w 18607"/>
                <a:gd name="T10" fmla="*/ 0 h 21600"/>
                <a:gd name="T11" fmla="*/ 18607 w 18607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8607" h="21600" fill="none" extrusionOk="0">
                  <a:moveTo>
                    <a:pt x="-1" y="0"/>
                  </a:moveTo>
                  <a:cubicBezTo>
                    <a:pt x="7646" y="0"/>
                    <a:pt x="14724" y="4043"/>
                    <a:pt x="18607" y="10630"/>
                  </a:cubicBezTo>
                </a:path>
                <a:path w="18607" h="21600" stroke="0" extrusionOk="0">
                  <a:moveTo>
                    <a:pt x="-1" y="0"/>
                  </a:moveTo>
                  <a:cubicBezTo>
                    <a:pt x="7646" y="0"/>
                    <a:pt x="14724" y="4043"/>
                    <a:pt x="18607" y="1063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25400">
              <a:solidFill>
                <a:srgbClr val="00B0F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rot="10800000" wrap="none" anchor="ctr"/>
            <a:lstStyle/>
            <a:p>
              <a:endParaRPr lang="zh-CN" altLang="en-US"/>
            </a:p>
          </p:txBody>
        </p:sp>
        <p:sp>
          <p:nvSpPr>
            <p:cNvPr id="227" name="Line 54">
              <a:extLst>
                <a:ext uri="{FF2B5EF4-FFF2-40B4-BE49-F238E27FC236}">
                  <a16:creationId xmlns:a16="http://schemas.microsoft.com/office/drawing/2014/main" id="{C55C26B5-1B34-F4B0-133E-667033FE169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0739208" y="3945986"/>
              <a:ext cx="184857" cy="0"/>
            </a:xfrm>
            <a:prstGeom prst="line">
              <a:avLst/>
            </a:prstGeom>
            <a:noFill/>
            <a:ln w="25400">
              <a:solidFill>
                <a:srgbClr val="00B0F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2" name="椭圆 231">
              <a:extLst>
                <a:ext uri="{FF2B5EF4-FFF2-40B4-BE49-F238E27FC236}">
                  <a16:creationId xmlns:a16="http://schemas.microsoft.com/office/drawing/2014/main" id="{0FD1CA59-28CC-9ADB-76B4-375FAAE8ECE3}"/>
                </a:ext>
              </a:extLst>
            </p:cNvPr>
            <p:cNvSpPr/>
            <p:nvPr/>
          </p:nvSpPr>
          <p:spPr>
            <a:xfrm>
              <a:off x="10683793" y="3989238"/>
              <a:ext cx="90157" cy="90000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rgbClr val="00B0F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rgbClr val="00B0F0"/>
                </a:solidFill>
              </a:endParaRPr>
            </a:p>
          </p:txBody>
        </p:sp>
        <p:sp>
          <p:nvSpPr>
            <p:cNvPr id="233" name="椭圆 232">
              <a:extLst>
                <a:ext uri="{FF2B5EF4-FFF2-40B4-BE49-F238E27FC236}">
                  <a16:creationId xmlns:a16="http://schemas.microsoft.com/office/drawing/2014/main" id="{0EA47527-50DF-C8B6-AF07-42B064F6BC85}"/>
                </a:ext>
              </a:extLst>
            </p:cNvPr>
            <p:cNvSpPr/>
            <p:nvPr/>
          </p:nvSpPr>
          <p:spPr>
            <a:xfrm>
              <a:off x="10683792" y="4220219"/>
              <a:ext cx="90157" cy="90000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rgbClr val="00B0F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rgbClr val="00B0F0"/>
                </a:solidFill>
              </a:endParaRPr>
            </a:p>
          </p:txBody>
        </p:sp>
      </p:grpSp>
      <p:grpSp>
        <p:nvGrpSpPr>
          <p:cNvPr id="266" name="组合 265">
            <a:extLst>
              <a:ext uri="{FF2B5EF4-FFF2-40B4-BE49-F238E27FC236}">
                <a16:creationId xmlns:a16="http://schemas.microsoft.com/office/drawing/2014/main" id="{EC20E449-BD7C-A470-F593-2EC15C6AE4A4}"/>
              </a:ext>
            </a:extLst>
          </p:cNvPr>
          <p:cNvGrpSpPr/>
          <p:nvPr/>
        </p:nvGrpSpPr>
        <p:grpSpPr>
          <a:xfrm>
            <a:off x="7920000" y="4428000"/>
            <a:ext cx="3154491" cy="1658938"/>
            <a:chOff x="7643739" y="6133668"/>
            <a:chExt cx="3154491" cy="1658938"/>
          </a:xfrm>
        </p:grpSpPr>
        <p:sp>
          <p:nvSpPr>
            <p:cNvPr id="236" name="Line 32">
              <a:extLst>
                <a:ext uri="{FF2B5EF4-FFF2-40B4-BE49-F238E27FC236}">
                  <a16:creationId xmlns:a16="http://schemas.microsoft.com/office/drawing/2014/main" id="{1E39F9B3-4015-F832-D5A4-270DC849322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986638" y="6310288"/>
              <a:ext cx="398463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7" name="Line 33">
              <a:extLst>
                <a:ext uri="{FF2B5EF4-FFF2-40B4-BE49-F238E27FC236}">
                  <a16:creationId xmlns:a16="http://schemas.microsoft.com/office/drawing/2014/main" id="{A253580E-3F0B-B400-56E8-87607677AE4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986638" y="6632455"/>
              <a:ext cx="398463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8" name="Line 34">
              <a:extLst>
                <a:ext uri="{FF2B5EF4-FFF2-40B4-BE49-F238E27FC236}">
                  <a16:creationId xmlns:a16="http://schemas.microsoft.com/office/drawing/2014/main" id="{D3ABF1FA-140A-3453-4130-E45E79EAB85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385100" y="6465456"/>
              <a:ext cx="93980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9" name="AutoShape 35">
              <a:extLst>
                <a:ext uri="{FF2B5EF4-FFF2-40B4-BE49-F238E27FC236}">
                  <a16:creationId xmlns:a16="http://schemas.microsoft.com/office/drawing/2014/main" id="{15A90889-E015-07F0-24E2-9CC3559C8D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85102" y="6170181"/>
              <a:ext cx="539750" cy="593725"/>
            </a:xfrm>
            <a:prstGeom prst="flowChartDelay">
              <a:avLst/>
            </a:prstGeom>
            <a:solidFill>
              <a:srgbClr val="FFFF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/>
            </a:p>
          </p:txBody>
        </p:sp>
        <p:sp>
          <p:nvSpPr>
            <p:cNvPr id="240" name="Line 36">
              <a:extLst>
                <a:ext uri="{FF2B5EF4-FFF2-40B4-BE49-F238E27FC236}">
                  <a16:creationId xmlns:a16="http://schemas.microsoft.com/office/drawing/2014/main" id="{70C44B87-70D5-8053-6538-41470EDC560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324902" y="6803593"/>
              <a:ext cx="398463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41" name="Line 37">
              <a:extLst>
                <a:ext uri="{FF2B5EF4-FFF2-40B4-BE49-F238E27FC236}">
                  <a16:creationId xmlns:a16="http://schemas.microsoft.com/office/drawing/2014/main" id="{950D0617-DD9F-C1B7-B22B-2B847A5B7C4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321727" y="7106806"/>
              <a:ext cx="398463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42" name="Line 38">
              <a:extLst>
                <a:ext uri="{FF2B5EF4-FFF2-40B4-BE49-F238E27FC236}">
                  <a16:creationId xmlns:a16="http://schemas.microsoft.com/office/drawing/2014/main" id="{A914984C-0D9C-8EE6-2752-C60C069B3AE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803739" y="6961364"/>
              <a:ext cx="72383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43" name="Line 41">
              <a:extLst>
                <a:ext uri="{FF2B5EF4-FFF2-40B4-BE49-F238E27FC236}">
                  <a16:creationId xmlns:a16="http://schemas.microsoft.com/office/drawing/2014/main" id="{F11CB4B4-800D-0D5F-F76D-0D5C2D2D120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385100" y="7457652"/>
              <a:ext cx="933451" cy="517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44" name="AutoShape 42">
              <a:extLst>
                <a:ext uri="{FF2B5EF4-FFF2-40B4-BE49-F238E27FC236}">
                  <a16:creationId xmlns:a16="http://schemas.microsoft.com/office/drawing/2014/main" id="{8A8B8D21-A8B2-0C05-FDB8-F7E03F91FF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85102" y="7160781"/>
              <a:ext cx="539750" cy="593725"/>
            </a:xfrm>
            <a:prstGeom prst="flowChartDelay">
              <a:avLst/>
            </a:prstGeom>
            <a:solidFill>
              <a:srgbClr val="FFFF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/>
            </a:p>
          </p:txBody>
        </p:sp>
        <p:sp>
          <p:nvSpPr>
            <p:cNvPr id="245" name="Line 43">
              <a:extLst>
                <a:ext uri="{FF2B5EF4-FFF2-40B4-BE49-F238E27FC236}">
                  <a16:creationId xmlns:a16="http://schemas.microsoft.com/office/drawing/2014/main" id="{8C33B52A-AD8E-D8C6-B1F9-38684800671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9321727" y="7094106"/>
              <a:ext cx="0" cy="37465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6" name="Line 44">
              <a:extLst>
                <a:ext uri="{FF2B5EF4-FFF2-40B4-BE49-F238E27FC236}">
                  <a16:creationId xmlns:a16="http://schemas.microsoft.com/office/drawing/2014/main" id="{7BE990AD-9148-4546-7E61-3FD01499289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9321727" y="6467043"/>
              <a:ext cx="0" cy="34607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dirty="0"/>
            </a:p>
          </p:txBody>
        </p:sp>
        <p:sp>
          <p:nvSpPr>
            <p:cNvPr id="247" name="Text Box 45">
              <a:extLst>
                <a:ext uri="{FF2B5EF4-FFF2-40B4-BE49-F238E27FC236}">
                  <a16:creationId xmlns:a16="http://schemas.microsoft.com/office/drawing/2014/main" id="{76C1DAEA-7095-1D51-1F16-60CCDA670EE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664377" y="6133668"/>
              <a:ext cx="273050" cy="33178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90000"/>
                </a:lnSpc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>
                  <a:latin typeface="Times New Roman" panose="02020603050405020304" pitchFamily="18" charset="0"/>
                  <a:ea typeface="楷体_GB2312" pitchFamily="49" charset="-122"/>
                </a:rPr>
                <a:t>A</a:t>
              </a:r>
              <a:endParaRPr kumimoji="1" lang="en-US" altLang="zh-CN" sz="2400" b="0" baseline="-25000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248" name="Text Box 46">
              <a:extLst>
                <a:ext uri="{FF2B5EF4-FFF2-40B4-BE49-F238E27FC236}">
                  <a16:creationId xmlns:a16="http://schemas.microsoft.com/office/drawing/2014/main" id="{B41E3158-D39A-3629-DD23-E9F6A99C86E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525180" y="6788516"/>
              <a:ext cx="273050" cy="33178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90000"/>
                </a:lnSpc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 dirty="0">
                  <a:latin typeface="Times New Roman" panose="02020603050405020304" pitchFamily="18" charset="0"/>
                  <a:ea typeface="楷体_GB2312" pitchFamily="49" charset="-122"/>
                </a:rPr>
                <a:t>Y</a:t>
              </a:r>
              <a:endParaRPr kumimoji="1" lang="en-US" altLang="zh-CN" sz="2400" b="0" baseline="-25000" dirty="0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249" name="Text Box 47">
              <a:extLst>
                <a:ext uri="{FF2B5EF4-FFF2-40B4-BE49-F238E27FC236}">
                  <a16:creationId xmlns:a16="http://schemas.microsoft.com/office/drawing/2014/main" id="{6DCC9535-93E3-0399-8E3D-D905BDB1348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664377" y="6457518"/>
              <a:ext cx="273050" cy="33178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90000"/>
                </a:lnSpc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>
                  <a:latin typeface="Times New Roman" panose="02020603050405020304" pitchFamily="18" charset="0"/>
                  <a:ea typeface="楷体_GB2312" pitchFamily="49" charset="-122"/>
                </a:rPr>
                <a:t>B</a:t>
              </a:r>
              <a:endParaRPr kumimoji="1" lang="en-US" altLang="zh-CN" sz="2400" b="0" baseline="-25000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250" name="Text Box 48">
              <a:extLst>
                <a:ext uri="{FF2B5EF4-FFF2-40B4-BE49-F238E27FC236}">
                  <a16:creationId xmlns:a16="http://schemas.microsoft.com/office/drawing/2014/main" id="{BE3A7FF0-2C7B-07E1-CEBA-27F910691AD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643739" y="7136968"/>
              <a:ext cx="273050" cy="33178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90000"/>
                </a:lnSpc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 dirty="0">
                  <a:latin typeface="Times New Roman" panose="02020603050405020304" pitchFamily="18" charset="0"/>
                  <a:ea typeface="楷体_GB2312" pitchFamily="49" charset="-122"/>
                </a:rPr>
                <a:t>C</a:t>
              </a:r>
              <a:endParaRPr kumimoji="1" lang="en-US" altLang="zh-CN" sz="2400" b="0" baseline="-25000" dirty="0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251" name="Text Box 49">
              <a:extLst>
                <a:ext uri="{FF2B5EF4-FFF2-40B4-BE49-F238E27FC236}">
                  <a16:creationId xmlns:a16="http://schemas.microsoft.com/office/drawing/2014/main" id="{91E5CE77-C4BE-2F4F-D2FF-E24790CBB85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643739" y="7460818"/>
              <a:ext cx="273050" cy="33178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90000"/>
                </a:lnSpc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>
                  <a:latin typeface="Times New Roman" panose="02020603050405020304" pitchFamily="18" charset="0"/>
                  <a:ea typeface="楷体_GB2312" pitchFamily="49" charset="-122"/>
                </a:rPr>
                <a:t>D</a:t>
              </a:r>
              <a:endParaRPr kumimoji="1" lang="en-US" altLang="zh-CN" sz="2400" b="0" baseline="-25000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grpSp>
          <p:nvGrpSpPr>
            <p:cNvPr id="255" name="组合 254">
              <a:extLst>
                <a:ext uri="{FF2B5EF4-FFF2-40B4-BE49-F238E27FC236}">
                  <a16:creationId xmlns:a16="http://schemas.microsoft.com/office/drawing/2014/main" id="{0EC8BB59-6BBD-7346-F9CC-45F9F34ECC0E}"/>
                </a:ext>
              </a:extLst>
            </p:cNvPr>
            <p:cNvGrpSpPr/>
            <p:nvPr/>
          </p:nvGrpSpPr>
          <p:grpSpPr>
            <a:xfrm>
              <a:off x="7984257" y="7302862"/>
              <a:ext cx="398463" cy="322167"/>
              <a:chOff x="1278900" y="1804245"/>
              <a:chExt cx="398463" cy="322167"/>
            </a:xfrm>
          </p:grpSpPr>
          <p:sp>
            <p:nvSpPr>
              <p:cNvPr id="262" name="Line 32">
                <a:extLst>
                  <a:ext uri="{FF2B5EF4-FFF2-40B4-BE49-F238E27FC236}">
                    <a16:creationId xmlns:a16="http://schemas.microsoft.com/office/drawing/2014/main" id="{823417C1-671C-280E-B1CF-E387211D5A6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278900" y="1804245"/>
                <a:ext cx="398463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63" name="Line 33">
                <a:extLst>
                  <a:ext uri="{FF2B5EF4-FFF2-40B4-BE49-F238E27FC236}">
                    <a16:creationId xmlns:a16="http://schemas.microsoft.com/office/drawing/2014/main" id="{520ECA7F-C8AE-1D1A-801F-AA7C0964D23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278900" y="2126412"/>
                <a:ext cx="398463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258" name="Oval 71">
              <a:extLst>
                <a:ext uri="{FF2B5EF4-FFF2-40B4-BE49-F238E27FC236}">
                  <a16:creationId xmlns:a16="http://schemas.microsoft.com/office/drawing/2014/main" id="{89F3F67A-9568-748A-EA51-2AD5B09D78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32447" y="6399217"/>
              <a:ext cx="129600" cy="129600"/>
            </a:xfrm>
            <a:prstGeom prst="ellipse">
              <a:avLst/>
            </a:prstGeom>
            <a:solidFill>
              <a:srgbClr val="FFFFFF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/>
            </a:p>
          </p:txBody>
        </p:sp>
        <p:sp>
          <p:nvSpPr>
            <p:cNvPr id="259" name="Oval 71">
              <a:extLst>
                <a:ext uri="{FF2B5EF4-FFF2-40B4-BE49-F238E27FC236}">
                  <a16:creationId xmlns:a16="http://schemas.microsoft.com/office/drawing/2014/main" id="{DBA42DA4-401A-870F-F3E4-66274868E5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32447" y="7395223"/>
              <a:ext cx="129600" cy="129600"/>
            </a:xfrm>
            <a:prstGeom prst="ellipse">
              <a:avLst/>
            </a:prstGeom>
            <a:solidFill>
              <a:srgbClr val="FFFFFF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/>
            </a:p>
          </p:txBody>
        </p:sp>
        <p:sp>
          <p:nvSpPr>
            <p:cNvPr id="264" name="AutoShape 35">
              <a:extLst>
                <a:ext uri="{FF2B5EF4-FFF2-40B4-BE49-F238E27FC236}">
                  <a16:creationId xmlns:a16="http://schemas.microsoft.com/office/drawing/2014/main" id="{841DABCF-6512-1CE8-6A51-31F2B372D7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29813" y="6666883"/>
              <a:ext cx="539750" cy="593725"/>
            </a:xfrm>
            <a:prstGeom prst="flowChartDelay">
              <a:avLst/>
            </a:prstGeom>
            <a:solidFill>
              <a:srgbClr val="FFFF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 dirty="0"/>
            </a:p>
          </p:txBody>
        </p:sp>
        <p:sp>
          <p:nvSpPr>
            <p:cNvPr id="265" name="Oval 71">
              <a:extLst>
                <a:ext uri="{FF2B5EF4-FFF2-40B4-BE49-F238E27FC236}">
                  <a16:creationId xmlns:a16="http://schemas.microsoft.com/office/drawing/2014/main" id="{70518510-6D87-B5B9-2451-84D2078770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177158" y="6895919"/>
              <a:ext cx="129600" cy="129600"/>
            </a:xfrm>
            <a:prstGeom prst="ellipse">
              <a:avLst/>
            </a:prstGeom>
            <a:solidFill>
              <a:srgbClr val="FFFFFF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 dirty="0"/>
            </a:p>
          </p:txBody>
        </p:sp>
      </p:grpSp>
    </p:spTree>
    <p:extLst>
      <p:ext uri="{BB962C8B-B14F-4D97-AF65-F5344CB8AC3E}">
        <p14:creationId xmlns:p14="http://schemas.microsoft.com/office/powerpoint/2010/main" val="6514782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1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4" name="组合 373">
            <a:extLst>
              <a:ext uri="{FF2B5EF4-FFF2-40B4-BE49-F238E27FC236}">
                <a16:creationId xmlns:a16="http://schemas.microsoft.com/office/drawing/2014/main" id="{A7C0B22C-219D-1ECE-3EB2-B20950F8B60A}"/>
              </a:ext>
            </a:extLst>
          </p:cNvPr>
          <p:cNvGrpSpPr/>
          <p:nvPr/>
        </p:nvGrpSpPr>
        <p:grpSpPr>
          <a:xfrm>
            <a:off x="720000" y="1080000"/>
            <a:ext cx="3952197" cy="2114251"/>
            <a:chOff x="628017" y="3822537"/>
            <a:chExt cx="2963516" cy="1585353"/>
          </a:xfrm>
        </p:grpSpPr>
        <p:grpSp>
          <p:nvGrpSpPr>
            <p:cNvPr id="375" name="组合 374">
              <a:extLst>
                <a:ext uri="{FF2B5EF4-FFF2-40B4-BE49-F238E27FC236}">
                  <a16:creationId xmlns:a16="http://schemas.microsoft.com/office/drawing/2014/main" id="{7F6DA61B-782E-9175-C205-E4D2108BCFDC}"/>
                </a:ext>
              </a:extLst>
            </p:cNvPr>
            <p:cNvGrpSpPr/>
            <p:nvPr/>
          </p:nvGrpSpPr>
          <p:grpSpPr>
            <a:xfrm>
              <a:off x="890472" y="3889893"/>
              <a:ext cx="1583434" cy="439410"/>
              <a:chOff x="8002758" y="2768378"/>
              <a:chExt cx="1583434" cy="439410"/>
            </a:xfrm>
          </p:grpSpPr>
          <p:sp>
            <p:nvSpPr>
              <p:cNvPr id="407" name="Line 27">
                <a:extLst>
                  <a:ext uri="{FF2B5EF4-FFF2-40B4-BE49-F238E27FC236}">
                    <a16:creationId xmlns:a16="http://schemas.microsoft.com/office/drawing/2014/main" id="{E681095A-6E3B-79F1-F025-FC54476130C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272250" y="2988083"/>
                <a:ext cx="313942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2800"/>
              </a:p>
            </p:txBody>
          </p:sp>
          <p:sp>
            <p:nvSpPr>
              <p:cNvPr id="408" name="流程图: 延期 407">
                <a:extLst>
                  <a:ext uri="{FF2B5EF4-FFF2-40B4-BE49-F238E27FC236}">
                    <a16:creationId xmlns:a16="http://schemas.microsoft.com/office/drawing/2014/main" id="{36F66E0E-53DC-D084-8129-DE32BC4604BA}"/>
                  </a:ext>
                </a:extLst>
              </p:cNvPr>
              <p:cNvSpPr/>
              <p:nvPr/>
            </p:nvSpPr>
            <p:spPr>
              <a:xfrm>
                <a:off x="8855439" y="2768378"/>
                <a:ext cx="416811" cy="439410"/>
              </a:xfrm>
              <a:prstGeom prst="flowChartDelay">
                <a:avLst/>
              </a:prstGeom>
              <a:noFill/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800"/>
              </a:p>
            </p:txBody>
          </p:sp>
          <p:sp>
            <p:nvSpPr>
              <p:cNvPr id="409" name="Line 27">
                <a:extLst>
                  <a:ext uri="{FF2B5EF4-FFF2-40B4-BE49-F238E27FC236}">
                    <a16:creationId xmlns:a16="http://schemas.microsoft.com/office/drawing/2014/main" id="{1080E315-448A-6640-AFA8-6EC13905D81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584058" y="3110465"/>
                <a:ext cx="268122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2800"/>
              </a:p>
            </p:txBody>
          </p:sp>
          <p:sp>
            <p:nvSpPr>
              <p:cNvPr id="410" name="Line 27">
                <a:extLst>
                  <a:ext uri="{FF2B5EF4-FFF2-40B4-BE49-F238E27FC236}">
                    <a16:creationId xmlns:a16="http://schemas.microsoft.com/office/drawing/2014/main" id="{F8B46387-3BCA-12C7-EC2B-4B9005F1FB0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002758" y="2868263"/>
                <a:ext cx="849421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2800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6" name="文本框 375">
                  <a:extLst>
                    <a:ext uri="{FF2B5EF4-FFF2-40B4-BE49-F238E27FC236}">
                      <a16:creationId xmlns:a16="http://schemas.microsoft.com/office/drawing/2014/main" id="{4B82DED7-D5A4-DCB2-DF14-C808022FCFC1}"/>
                    </a:ext>
                  </a:extLst>
                </p:cNvPr>
                <p:cNvSpPr txBox="1"/>
                <p:nvPr/>
              </p:nvSpPr>
              <p:spPr>
                <a:xfrm>
                  <a:off x="628017" y="3822537"/>
                  <a:ext cx="254676" cy="303893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 eaLnBrk="1" hangingPunct="1">
                    <a:lnSpc>
                      <a:spcPct val="90000"/>
                    </a:lnSpc>
                    <a:spcBef>
                      <a:spcPct val="50000"/>
                    </a:spcBef>
                    <a:spcAft>
                      <a:spcPct val="0"/>
                    </a:spcAft>
                    <a:buFontTx/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kumimoji="1" lang="en-US" altLang="zh-CN" sz="2800" b="0" i="0" smtClean="0">
                            <a:latin typeface="Cambria Math" panose="02040503050406030204" pitchFamily="18" charset="0"/>
                            <a:ea typeface="楷体_GB2312" pitchFamily="49" charset="-122"/>
                          </a:rPr>
                          <m:t>A</m:t>
                        </m:r>
                      </m:oMath>
                    </m:oMathPara>
                  </a14:m>
                  <a:endParaRPr kumimoji="1" lang="en-US" altLang="zh-CN" sz="2800" b="0" baseline="-25000" dirty="0">
                    <a:latin typeface="Times New Roman" panose="02020603050405020304" pitchFamily="18" charset="0"/>
                    <a:ea typeface="楷体_GB2312" pitchFamily="49" charset="-122"/>
                  </a:endParaRPr>
                </a:p>
              </p:txBody>
            </p:sp>
          </mc:Choice>
          <mc:Fallback xmlns="">
            <p:sp>
              <p:nvSpPr>
                <p:cNvPr id="376" name="文本框 375">
                  <a:extLst>
                    <a:ext uri="{FF2B5EF4-FFF2-40B4-BE49-F238E27FC236}">
                      <a16:creationId xmlns:a16="http://schemas.microsoft.com/office/drawing/2014/main" id="{4B82DED7-D5A4-DCB2-DF14-C808022FCFC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8017" y="3822537"/>
                  <a:ext cx="254676" cy="303893"/>
                </a:xfrm>
                <a:prstGeom prst="rect">
                  <a:avLst/>
                </a:prstGeom>
                <a:blipFill>
                  <a:blip r:embed="rId3"/>
                  <a:stretch>
                    <a:fillRect l="-27273" r="-10909" b="-14925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377" name="组合 376">
              <a:extLst>
                <a:ext uri="{FF2B5EF4-FFF2-40B4-BE49-F238E27FC236}">
                  <a16:creationId xmlns:a16="http://schemas.microsoft.com/office/drawing/2014/main" id="{BFD69BCD-E45F-FF87-2247-445E704A29F3}"/>
                </a:ext>
              </a:extLst>
            </p:cNvPr>
            <p:cNvGrpSpPr/>
            <p:nvPr/>
          </p:nvGrpSpPr>
          <p:grpSpPr>
            <a:xfrm>
              <a:off x="890472" y="4429187"/>
              <a:ext cx="1868532" cy="439410"/>
              <a:chOff x="8002222" y="2768378"/>
              <a:chExt cx="1868532" cy="439410"/>
            </a:xfrm>
          </p:grpSpPr>
          <p:sp>
            <p:nvSpPr>
              <p:cNvPr id="403" name="Line 27">
                <a:extLst>
                  <a:ext uri="{FF2B5EF4-FFF2-40B4-BE49-F238E27FC236}">
                    <a16:creationId xmlns:a16="http://schemas.microsoft.com/office/drawing/2014/main" id="{CC21A84F-969A-EDC1-69B0-3961D9699AC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272249" y="2988083"/>
                <a:ext cx="598505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2800"/>
              </a:p>
            </p:txBody>
          </p:sp>
          <p:sp>
            <p:nvSpPr>
              <p:cNvPr id="404" name="流程图: 延期 403">
                <a:extLst>
                  <a:ext uri="{FF2B5EF4-FFF2-40B4-BE49-F238E27FC236}">
                    <a16:creationId xmlns:a16="http://schemas.microsoft.com/office/drawing/2014/main" id="{A8E38DC4-3E73-269C-146C-69F660B70161}"/>
                  </a:ext>
                </a:extLst>
              </p:cNvPr>
              <p:cNvSpPr/>
              <p:nvPr/>
            </p:nvSpPr>
            <p:spPr>
              <a:xfrm>
                <a:off x="8855439" y="2768378"/>
                <a:ext cx="416811" cy="439410"/>
              </a:xfrm>
              <a:prstGeom prst="flowChartDelay">
                <a:avLst/>
              </a:prstGeom>
              <a:noFill/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800"/>
              </a:p>
            </p:txBody>
          </p:sp>
          <p:sp>
            <p:nvSpPr>
              <p:cNvPr id="405" name="Line 27">
                <a:extLst>
                  <a:ext uri="{FF2B5EF4-FFF2-40B4-BE49-F238E27FC236}">
                    <a16:creationId xmlns:a16="http://schemas.microsoft.com/office/drawing/2014/main" id="{2C4264F7-8EEA-60B1-4094-4AB95892D97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583521" y="3110465"/>
                <a:ext cx="268658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2800"/>
              </a:p>
            </p:txBody>
          </p:sp>
          <p:sp>
            <p:nvSpPr>
              <p:cNvPr id="406" name="Line 27">
                <a:extLst>
                  <a:ext uri="{FF2B5EF4-FFF2-40B4-BE49-F238E27FC236}">
                    <a16:creationId xmlns:a16="http://schemas.microsoft.com/office/drawing/2014/main" id="{761DE0C7-A042-D806-8408-934DFA38453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002222" y="2868263"/>
                <a:ext cx="849958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2800"/>
              </a:p>
            </p:txBody>
          </p:sp>
        </p:grpSp>
        <p:grpSp>
          <p:nvGrpSpPr>
            <p:cNvPr id="378" name="组合 377">
              <a:extLst>
                <a:ext uri="{FF2B5EF4-FFF2-40B4-BE49-F238E27FC236}">
                  <a16:creationId xmlns:a16="http://schemas.microsoft.com/office/drawing/2014/main" id="{3662EC0E-6E06-905C-E6FC-80A97B8A3210}"/>
                </a:ext>
              </a:extLst>
            </p:cNvPr>
            <p:cNvGrpSpPr/>
            <p:nvPr/>
          </p:nvGrpSpPr>
          <p:grpSpPr>
            <a:xfrm>
              <a:off x="890472" y="4968480"/>
              <a:ext cx="1583434" cy="439410"/>
              <a:chOff x="8002758" y="2768378"/>
              <a:chExt cx="1583434" cy="439410"/>
            </a:xfrm>
          </p:grpSpPr>
          <p:sp>
            <p:nvSpPr>
              <p:cNvPr id="399" name="Line 27">
                <a:extLst>
                  <a:ext uri="{FF2B5EF4-FFF2-40B4-BE49-F238E27FC236}">
                    <a16:creationId xmlns:a16="http://schemas.microsoft.com/office/drawing/2014/main" id="{3D01B49D-2AD3-2825-CFF4-ADADF2FAC4C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272250" y="2988083"/>
                <a:ext cx="313942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2800"/>
              </a:p>
            </p:txBody>
          </p:sp>
          <p:sp>
            <p:nvSpPr>
              <p:cNvPr id="400" name="流程图: 延期 399">
                <a:extLst>
                  <a:ext uri="{FF2B5EF4-FFF2-40B4-BE49-F238E27FC236}">
                    <a16:creationId xmlns:a16="http://schemas.microsoft.com/office/drawing/2014/main" id="{94474DED-76F4-B27E-254C-3B36FE35E607}"/>
                  </a:ext>
                </a:extLst>
              </p:cNvPr>
              <p:cNvSpPr/>
              <p:nvPr/>
            </p:nvSpPr>
            <p:spPr>
              <a:xfrm>
                <a:off x="8855439" y="2768378"/>
                <a:ext cx="416811" cy="439410"/>
              </a:xfrm>
              <a:prstGeom prst="flowChartDelay">
                <a:avLst/>
              </a:prstGeom>
              <a:noFill/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800"/>
              </a:p>
            </p:txBody>
          </p:sp>
          <p:sp>
            <p:nvSpPr>
              <p:cNvPr id="401" name="Line 27">
                <a:extLst>
                  <a:ext uri="{FF2B5EF4-FFF2-40B4-BE49-F238E27FC236}">
                    <a16:creationId xmlns:a16="http://schemas.microsoft.com/office/drawing/2014/main" id="{0CE4F014-794D-9600-707B-59AB3F83E00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255438" y="3110465"/>
                <a:ext cx="596742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2800" dirty="0"/>
              </a:p>
            </p:txBody>
          </p:sp>
          <p:sp>
            <p:nvSpPr>
              <p:cNvPr id="402" name="Line 27">
                <a:extLst>
                  <a:ext uri="{FF2B5EF4-FFF2-40B4-BE49-F238E27FC236}">
                    <a16:creationId xmlns:a16="http://schemas.microsoft.com/office/drawing/2014/main" id="{1ADE40E2-F36E-9F49-A746-32F0D03E4FF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002758" y="2868263"/>
                <a:ext cx="849422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2800"/>
              </a:p>
            </p:txBody>
          </p:sp>
        </p:grpSp>
        <p:sp>
          <p:nvSpPr>
            <p:cNvPr id="379" name="Line 27">
              <a:extLst>
                <a:ext uri="{FF2B5EF4-FFF2-40B4-BE49-F238E27FC236}">
                  <a16:creationId xmlns:a16="http://schemas.microsoft.com/office/drawing/2014/main" id="{0A1DF603-A2E3-6A0B-5C25-D7F58DFC44BF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2260809" y="4321025"/>
              <a:ext cx="42619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800" dirty="0"/>
            </a:p>
          </p:txBody>
        </p:sp>
        <p:sp>
          <p:nvSpPr>
            <p:cNvPr id="380" name="Line 27">
              <a:extLst>
                <a:ext uri="{FF2B5EF4-FFF2-40B4-BE49-F238E27FC236}">
                  <a16:creationId xmlns:a16="http://schemas.microsoft.com/office/drawing/2014/main" id="{74A4D186-BE8D-2011-FE45-260FF5228A15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2262955" y="4975740"/>
              <a:ext cx="421905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800" dirty="0"/>
            </a:p>
          </p:txBody>
        </p:sp>
        <p:sp>
          <p:nvSpPr>
            <p:cNvPr id="381" name="椭圆 380">
              <a:extLst>
                <a:ext uri="{FF2B5EF4-FFF2-40B4-BE49-F238E27FC236}">
                  <a16:creationId xmlns:a16="http://schemas.microsoft.com/office/drawing/2014/main" id="{5E1C077F-A0CA-091A-60F5-DC928D84F8FB}"/>
                </a:ext>
              </a:extLst>
            </p:cNvPr>
            <p:cNvSpPr/>
            <p:nvPr/>
          </p:nvSpPr>
          <p:spPr>
            <a:xfrm>
              <a:off x="1426533" y="4483225"/>
              <a:ext cx="90481" cy="90481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/>
            </a:p>
          </p:txBody>
        </p:sp>
        <p:sp>
          <p:nvSpPr>
            <p:cNvPr id="382" name="Line 27">
              <a:extLst>
                <a:ext uri="{FF2B5EF4-FFF2-40B4-BE49-F238E27FC236}">
                  <a16:creationId xmlns:a16="http://schemas.microsoft.com/office/drawing/2014/main" id="{F632572F-9A07-32D9-5769-309BDE5BF02C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1314231" y="4386155"/>
              <a:ext cx="31508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800"/>
            </a:p>
          </p:txBody>
        </p:sp>
        <p:sp>
          <p:nvSpPr>
            <p:cNvPr id="383" name="椭圆 382">
              <a:extLst>
                <a:ext uri="{FF2B5EF4-FFF2-40B4-BE49-F238E27FC236}">
                  <a16:creationId xmlns:a16="http://schemas.microsoft.com/office/drawing/2014/main" id="{025FD8F7-1316-1EF1-8DFE-6E3B2C4A6394}"/>
                </a:ext>
              </a:extLst>
            </p:cNvPr>
            <p:cNvSpPr/>
            <p:nvPr/>
          </p:nvSpPr>
          <p:spPr>
            <a:xfrm>
              <a:off x="1426533" y="5022940"/>
              <a:ext cx="90481" cy="90481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/>
            </a:p>
          </p:txBody>
        </p:sp>
        <p:sp>
          <p:nvSpPr>
            <p:cNvPr id="384" name="Line 27">
              <a:extLst>
                <a:ext uri="{FF2B5EF4-FFF2-40B4-BE49-F238E27FC236}">
                  <a16:creationId xmlns:a16="http://schemas.microsoft.com/office/drawing/2014/main" id="{7000E639-7F23-D9AD-4727-D56C387A9144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1316800" y="4919760"/>
              <a:ext cx="30994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800"/>
            </a:p>
          </p:txBody>
        </p:sp>
        <p:sp>
          <p:nvSpPr>
            <p:cNvPr id="385" name="Line 27">
              <a:extLst>
                <a:ext uri="{FF2B5EF4-FFF2-40B4-BE49-F238E27FC236}">
                  <a16:creationId xmlns:a16="http://schemas.microsoft.com/office/drawing/2014/main" id="{4F7BD8E2-D97F-F7EA-0650-67674C816BF5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486085" y="4652130"/>
              <a:ext cx="1314135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800" dirty="0"/>
            </a:p>
          </p:txBody>
        </p:sp>
        <p:sp>
          <p:nvSpPr>
            <p:cNvPr id="386" name="椭圆 385">
              <a:extLst>
                <a:ext uri="{FF2B5EF4-FFF2-40B4-BE49-F238E27FC236}">
                  <a16:creationId xmlns:a16="http://schemas.microsoft.com/office/drawing/2014/main" id="{C6B6775F-7B82-5D8A-A759-C262E51B0E2F}"/>
                </a:ext>
              </a:extLst>
            </p:cNvPr>
            <p:cNvSpPr/>
            <p:nvPr/>
          </p:nvSpPr>
          <p:spPr>
            <a:xfrm>
              <a:off x="1097913" y="3943422"/>
              <a:ext cx="90481" cy="90481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/>
            </a:p>
          </p:txBody>
        </p:sp>
        <p:grpSp>
          <p:nvGrpSpPr>
            <p:cNvPr id="387" name="组合 386">
              <a:extLst>
                <a:ext uri="{FF2B5EF4-FFF2-40B4-BE49-F238E27FC236}">
                  <a16:creationId xmlns:a16="http://schemas.microsoft.com/office/drawing/2014/main" id="{472978AD-B514-6681-7A68-F54D4E0CB4C2}"/>
                </a:ext>
              </a:extLst>
            </p:cNvPr>
            <p:cNvGrpSpPr/>
            <p:nvPr/>
          </p:nvGrpSpPr>
          <p:grpSpPr>
            <a:xfrm>
              <a:off x="2095166" y="4436469"/>
              <a:ext cx="1219178" cy="436319"/>
              <a:chOff x="1983474" y="5151034"/>
              <a:chExt cx="1219178" cy="436319"/>
            </a:xfrm>
          </p:grpSpPr>
          <p:sp>
            <p:nvSpPr>
              <p:cNvPr id="391" name="Arc 158">
                <a:extLst>
                  <a:ext uri="{FF2B5EF4-FFF2-40B4-BE49-F238E27FC236}">
                    <a16:creationId xmlns:a16="http://schemas.microsoft.com/office/drawing/2014/main" id="{7C66D6C9-7617-318A-7D1B-0E14F2E830BE}"/>
                  </a:ext>
                </a:extLst>
              </p:cNvPr>
              <p:cNvSpPr>
                <a:spLocks/>
              </p:cNvSpPr>
              <p:nvPr/>
            </p:nvSpPr>
            <p:spPr bwMode="auto">
              <a:xfrm rot="5400000">
                <a:off x="2096817" y="5040034"/>
                <a:ext cx="433976" cy="660661"/>
              </a:xfrm>
              <a:custGeom>
                <a:avLst/>
                <a:gdLst>
                  <a:gd name="T0" fmla="*/ 0 w 21674"/>
                  <a:gd name="T1" fmla="*/ 0 h 21600"/>
                  <a:gd name="T2" fmla="*/ 0 w 21674"/>
                  <a:gd name="T3" fmla="*/ 0 h 21600"/>
                  <a:gd name="T4" fmla="*/ 0 w 21674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21674"/>
                  <a:gd name="T10" fmla="*/ 0 h 21600"/>
                  <a:gd name="T11" fmla="*/ 21674 w 21674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74" h="21600" fill="none" extrusionOk="0">
                    <a:moveTo>
                      <a:pt x="-1" y="2923"/>
                    </a:moveTo>
                    <a:cubicBezTo>
                      <a:pt x="3295" y="1008"/>
                      <a:pt x="7040" y="-1"/>
                      <a:pt x="10852" y="0"/>
                    </a:cubicBezTo>
                    <a:cubicBezTo>
                      <a:pt x="14652" y="0"/>
                      <a:pt x="18385" y="1002"/>
                      <a:pt x="21674" y="2906"/>
                    </a:cubicBezTo>
                  </a:path>
                  <a:path w="21674" h="21600" stroke="0" extrusionOk="0">
                    <a:moveTo>
                      <a:pt x="-1" y="2923"/>
                    </a:moveTo>
                    <a:cubicBezTo>
                      <a:pt x="3295" y="1008"/>
                      <a:pt x="7040" y="-1"/>
                      <a:pt x="10852" y="0"/>
                    </a:cubicBezTo>
                    <a:cubicBezTo>
                      <a:pt x="14652" y="0"/>
                      <a:pt x="18385" y="1002"/>
                      <a:pt x="21674" y="2906"/>
                    </a:cubicBezTo>
                    <a:lnTo>
                      <a:pt x="10852" y="21600"/>
                    </a:lnTo>
                    <a:lnTo>
                      <a:pt x="-1" y="2923"/>
                    </a:lnTo>
                    <a:close/>
                  </a:path>
                </a:pathLst>
              </a:cu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2800"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  <p:sp>
            <p:nvSpPr>
              <p:cNvPr id="392" name="Line 160">
                <a:extLst>
                  <a:ext uri="{FF2B5EF4-FFF2-40B4-BE49-F238E27FC236}">
                    <a16:creationId xmlns:a16="http://schemas.microsoft.com/office/drawing/2014/main" id="{45C21718-9007-34D5-FEDC-0EE2A1C3A5D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547456" y="5151046"/>
                <a:ext cx="203576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2800"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  <p:sp>
            <p:nvSpPr>
              <p:cNvPr id="393" name="Line 160">
                <a:extLst>
                  <a:ext uri="{FF2B5EF4-FFF2-40B4-BE49-F238E27FC236}">
                    <a16:creationId xmlns:a16="http://schemas.microsoft.com/office/drawing/2014/main" id="{B7557FA8-0B5A-D8B3-0E75-8CEB533D276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547456" y="5587353"/>
                <a:ext cx="203576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2800"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  <p:sp>
            <p:nvSpPr>
              <p:cNvPr id="394" name="Arc 156">
                <a:extLst>
                  <a:ext uri="{FF2B5EF4-FFF2-40B4-BE49-F238E27FC236}">
                    <a16:creationId xmlns:a16="http://schemas.microsoft.com/office/drawing/2014/main" id="{A57CA083-502C-B787-0003-B5C0EDD9E664}"/>
                  </a:ext>
                </a:extLst>
              </p:cNvPr>
              <p:cNvSpPr>
                <a:spLocks/>
              </p:cNvSpPr>
              <p:nvPr/>
            </p:nvSpPr>
            <p:spPr bwMode="auto">
              <a:xfrm flipV="1">
                <a:off x="2736308" y="5168117"/>
                <a:ext cx="307284" cy="419236"/>
              </a:xfrm>
              <a:custGeom>
                <a:avLst/>
                <a:gdLst>
                  <a:gd name="T0" fmla="*/ 0 w 19012"/>
                  <a:gd name="T1" fmla="*/ 0 h 21600"/>
                  <a:gd name="T2" fmla="*/ 0 w 19012"/>
                  <a:gd name="T3" fmla="*/ 0 h 21600"/>
                  <a:gd name="T4" fmla="*/ 0 w 19012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19012"/>
                  <a:gd name="T10" fmla="*/ 0 h 21600"/>
                  <a:gd name="T11" fmla="*/ 19012 w 19012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9012" h="21600" fill="none" extrusionOk="0">
                    <a:moveTo>
                      <a:pt x="-1" y="0"/>
                    </a:moveTo>
                    <a:cubicBezTo>
                      <a:pt x="7941" y="0"/>
                      <a:pt x="15242" y="4357"/>
                      <a:pt x="19012" y="11347"/>
                    </a:cubicBezTo>
                  </a:path>
                  <a:path w="19012" h="21600" stroke="0" extrusionOk="0">
                    <a:moveTo>
                      <a:pt x="-1" y="0"/>
                    </a:moveTo>
                    <a:cubicBezTo>
                      <a:pt x="7941" y="0"/>
                      <a:pt x="15242" y="4357"/>
                      <a:pt x="19012" y="11347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2800"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  <p:sp>
            <p:nvSpPr>
              <p:cNvPr id="395" name="Line 27">
                <a:extLst>
                  <a:ext uri="{FF2B5EF4-FFF2-40B4-BE49-F238E27FC236}">
                    <a16:creationId xmlns:a16="http://schemas.microsoft.com/office/drawing/2014/main" id="{81496C36-0CC9-CFB1-2AF0-8FD884CD83C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62214" y="5248726"/>
                <a:ext cx="252860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2800"/>
              </a:p>
            </p:txBody>
          </p:sp>
          <p:sp>
            <p:nvSpPr>
              <p:cNvPr id="396" name="Line 27">
                <a:extLst>
                  <a:ext uri="{FF2B5EF4-FFF2-40B4-BE49-F238E27FC236}">
                    <a16:creationId xmlns:a16="http://schemas.microsoft.com/office/drawing/2014/main" id="{46A97ED6-BBC4-1F12-7F5B-1B02A9663DC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62214" y="5489322"/>
                <a:ext cx="252860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2800"/>
              </a:p>
            </p:txBody>
          </p:sp>
          <p:sp>
            <p:nvSpPr>
              <p:cNvPr id="397" name="Line 27">
                <a:extLst>
                  <a:ext uri="{FF2B5EF4-FFF2-40B4-BE49-F238E27FC236}">
                    <a16:creationId xmlns:a16="http://schemas.microsoft.com/office/drawing/2014/main" id="{BBA36FE4-28E5-85D8-DF94-1DFA5815BB0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33952" y="5369218"/>
                <a:ext cx="168700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2800"/>
              </a:p>
            </p:txBody>
          </p:sp>
          <p:sp>
            <p:nvSpPr>
              <p:cNvPr id="398" name="Arc 156">
                <a:extLst>
                  <a:ext uri="{FF2B5EF4-FFF2-40B4-BE49-F238E27FC236}">
                    <a16:creationId xmlns:a16="http://schemas.microsoft.com/office/drawing/2014/main" id="{1FBFDA72-DFD2-66B0-0815-80958008682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34982" y="5151034"/>
                <a:ext cx="307284" cy="419236"/>
              </a:xfrm>
              <a:custGeom>
                <a:avLst/>
                <a:gdLst>
                  <a:gd name="T0" fmla="*/ 0 w 19012"/>
                  <a:gd name="T1" fmla="*/ 0 h 21600"/>
                  <a:gd name="T2" fmla="*/ 0 w 19012"/>
                  <a:gd name="T3" fmla="*/ 0 h 21600"/>
                  <a:gd name="T4" fmla="*/ 0 w 19012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19012"/>
                  <a:gd name="T10" fmla="*/ 0 h 21600"/>
                  <a:gd name="T11" fmla="*/ 19012 w 19012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9012" h="21600" fill="none" extrusionOk="0">
                    <a:moveTo>
                      <a:pt x="-1" y="0"/>
                    </a:moveTo>
                    <a:cubicBezTo>
                      <a:pt x="7941" y="0"/>
                      <a:pt x="15242" y="4357"/>
                      <a:pt x="19012" y="11347"/>
                    </a:cubicBezTo>
                  </a:path>
                  <a:path w="19012" h="21600" stroke="0" extrusionOk="0">
                    <a:moveTo>
                      <a:pt x="-1" y="0"/>
                    </a:moveTo>
                    <a:cubicBezTo>
                      <a:pt x="7941" y="0"/>
                      <a:pt x="15242" y="4357"/>
                      <a:pt x="19012" y="11347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2800"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8" name="文本框 387">
                  <a:extLst>
                    <a:ext uri="{FF2B5EF4-FFF2-40B4-BE49-F238E27FC236}">
                      <a16:creationId xmlns:a16="http://schemas.microsoft.com/office/drawing/2014/main" id="{4A24264B-098D-9E1D-06EC-7C7E38CB7716}"/>
                    </a:ext>
                  </a:extLst>
                </p:cNvPr>
                <p:cNvSpPr txBox="1"/>
                <p:nvPr/>
              </p:nvSpPr>
              <p:spPr>
                <a:xfrm>
                  <a:off x="628017" y="4363350"/>
                  <a:ext cx="254676" cy="303893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 eaLnBrk="1" hangingPunct="1">
                    <a:lnSpc>
                      <a:spcPct val="90000"/>
                    </a:lnSpc>
                    <a:spcBef>
                      <a:spcPct val="50000"/>
                    </a:spcBef>
                    <a:spcAft>
                      <a:spcPct val="0"/>
                    </a:spcAft>
                    <a:buFontTx/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kumimoji="1" lang="en-US" altLang="zh-CN" sz="2800" b="0" i="0" smtClean="0">
                            <a:latin typeface="Cambria Math" panose="02040503050406030204" pitchFamily="18" charset="0"/>
                            <a:ea typeface="楷体_GB2312" pitchFamily="49" charset="-122"/>
                          </a:rPr>
                          <m:t>B</m:t>
                        </m:r>
                      </m:oMath>
                    </m:oMathPara>
                  </a14:m>
                  <a:endParaRPr kumimoji="1" lang="en-US" altLang="zh-CN" sz="2800" b="0" baseline="-25000" dirty="0">
                    <a:latin typeface="Times New Roman" panose="02020603050405020304" pitchFamily="18" charset="0"/>
                    <a:ea typeface="楷体_GB2312" pitchFamily="49" charset="-122"/>
                  </a:endParaRPr>
                </a:p>
              </p:txBody>
            </p:sp>
          </mc:Choice>
          <mc:Fallback xmlns="">
            <p:sp>
              <p:nvSpPr>
                <p:cNvPr id="388" name="文本框 387">
                  <a:extLst>
                    <a:ext uri="{FF2B5EF4-FFF2-40B4-BE49-F238E27FC236}">
                      <a16:creationId xmlns:a16="http://schemas.microsoft.com/office/drawing/2014/main" id="{4A24264B-098D-9E1D-06EC-7C7E38CB771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8017" y="4363350"/>
                  <a:ext cx="254676" cy="303893"/>
                </a:xfrm>
                <a:prstGeom prst="rect">
                  <a:avLst/>
                </a:prstGeom>
                <a:blipFill>
                  <a:blip r:embed="rId4"/>
                  <a:stretch>
                    <a:fillRect l="-27273" r="-9091" b="-14925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9" name="文本框 388">
                  <a:extLst>
                    <a:ext uri="{FF2B5EF4-FFF2-40B4-BE49-F238E27FC236}">
                      <a16:creationId xmlns:a16="http://schemas.microsoft.com/office/drawing/2014/main" id="{168EA673-58FC-B777-CC34-40978B594CAC}"/>
                    </a:ext>
                  </a:extLst>
                </p:cNvPr>
                <p:cNvSpPr txBox="1"/>
                <p:nvPr/>
              </p:nvSpPr>
              <p:spPr>
                <a:xfrm>
                  <a:off x="628017" y="4903954"/>
                  <a:ext cx="254676" cy="303893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 eaLnBrk="1" hangingPunct="1">
                    <a:lnSpc>
                      <a:spcPct val="90000"/>
                    </a:lnSpc>
                    <a:spcBef>
                      <a:spcPct val="50000"/>
                    </a:spcBef>
                    <a:spcAft>
                      <a:spcPct val="0"/>
                    </a:spcAft>
                    <a:buFontTx/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kumimoji="1" lang="en-US" altLang="zh-CN" sz="2800" b="0" i="0" smtClean="0">
                            <a:latin typeface="Cambria Math" panose="02040503050406030204" pitchFamily="18" charset="0"/>
                            <a:ea typeface="楷体_GB2312" pitchFamily="49" charset="-122"/>
                          </a:rPr>
                          <m:t>C</m:t>
                        </m:r>
                      </m:oMath>
                    </m:oMathPara>
                  </a14:m>
                  <a:endParaRPr kumimoji="1" lang="en-US" altLang="zh-CN" sz="2800" b="0" baseline="-25000" dirty="0">
                    <a:latin typeface="Times New Roman" panose="02020603050405020304" pitchFamily="18" charset="0"/>
                    <a:ea typeface="楷体_GB2312" pitchFamily="49" charset="-122"/>
                  </a:endParaRPr>
                </a:p>
              </p:txBody>
            </p:sp>
          </mc:Choice>
          <mc:Fallback xmlns="">
            <p:sp>
              <p:nvSpPr>
                <p:cNvPr id="389" name="文本框 388">
                  <a:extLst>
                    <a:ext uri="{FF2B5EF4-FFF2-40B4-BE49-F238E27FC236}">
                      <a16:creationId xmlns:a16="http://schemas.microsoft.com/office/drawing/2014/main" id="{168EA673-58FC-B777-CC34-40978B594CA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8017" y="4903954"/>
                  <a:ext cx="254676" cy="303893"/>
                </a:xfrm>
                <a:prstGeom prst="rect">
                  <a:avLst/>
                </a:prstGeom>
                <a:blipFill>
                  <a:blip r:embed="rId5"/>
                  <a:stretch>
                    <a:fillRect l="-25455" r="-7273" b="-1515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0" name="文本框 389">
                  <a:extLst>
                    <a:ext uri="{FF2B5EF4-FFF2-40B4-BE49-F238E27FC236}">
                      <a16:creationId xmlns:a16="http://schemas.microsoft.com/office/drawing/2014/main" id="{5DED5537-937B-7F73-7A1F-C7CC2220C635}"/>
                    </a:ext>
                  </a:extLst>
                </p:cNvPr>
                <p:cNvSpPr txBox="1"/>
                <p:nvPr/>
              </p:nvSpPr>
              <p:spPr>
                <a:xfrm>
                  <a:off x="3336857" y="4484985"/>
                  <a:ext cx="254676" cy="303893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 eaLnBrk="1" hangingPunct="1">
                    <a:lnSpc>
                      <a:spcPct val="90000"/>
                    </a:lnSpc>
                    <a:spcBef>
                      <a:spcPct val="50000"/>
                    </a:spcBef>
                    <a:spcAft>
                      <a:spcPct val="0"/>
                    </a:spcAft>
                    <a:buFontTx/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kumimoji="1" lang="en-US" altLang="zh-CN" sz="2800" b="0" i="0" smtClean="0">
                            <a:latin typeface="Cambria Math" panose="02040503050406030204" pitchFamily="18" charset="0"/>
                            <a:ea typeface="楷体_GB2312" pitchFamily="49" charset="-122"/>
                          </a:rPr>
                          <m:t>Y</m:t>
                        </m:r>
                      </m:oMath>
                    </m:oMathPara>
                  </a14:m>
                  <a:endParaRPr kumimoji="1" lang="en-US" altLang="zh-CN" sz="2800" b="0" baseline="-25000" dirty="0">
                    <a:latin typeface="Times New Roman" panose="02020603050405020304" pitchFamily="18" charset="0"/>
                    <a:ea typeface="楷体_GB2312" pitchFamily="49" charset="-122"/>
                  </a:endParaRPr>
                </a:p>
              </p:txBody>
            </p:sp>
          </mc:Choice>
          <mc:Fallback xmlns="">
            <p:sp>
              <p:nvSpPr>
                <p:cNvPr id="390" name="文本框 389">
                  <a:extLst>
                    <a:ext uri="{FF2B5EF4-FFF2-40B4-BE49-F238E27FC236}">
                      <a16:creationId xmlns:a16="http://schemas.microsoft.com/office/drawing/2014/main" id="{5DED5537-937B-7F73-7A1F-C7CC2220C63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36857" y="4484985"/>
                  <a:ext cx="254676" cy="303893"/>
                </a:xfrm>
                <a:prstGeom prst="rect">
                  <a:avLst/>
                </a:prstGeom>
                <a:blipFill>
                  <a:blip r:embed="rId6"/>
                  <a:stretch>
                    <a:fillRect l="-23214" r="-7143" b="-1515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11" name="组合 410">
            <a:extLst>
              <a:ext uri="{FF2B5EF4-FFF2-40B4-BE49-F238E27FC236}">
                <a16:creationId xmlns:a16="http://schemas.microsoft.com/office/drawing/2014/main" id="{DFBC4190-C524-6B46-6172-A918E2F093E1}"/>
              </a:ext>
            </a:extLst>
          </p:cNvPr>
          <p:cNvGrpSpPr/>
          <p:nvPr/>
        </p:nvGrpSpPr>
        <p:grpSpPr>
          <a:xfrm>
            <a:off x="6696000" y="1080000"/>
            <a:ext cx="3952197" cy="2111861"/>
            <a:chOff x="1125595" y="4005017"/>
            <a:chExt cx="2963516" cy="158355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12" name="文本框 411">
                  <a:extLst>
                    <a:ext uri="{FF2B5EF4-FFF2-40B4-BE49-F238E27FC236}">
                      <a16:creationId xmlns:a16="http://schemas.microsoft.com/office/drawing/2014/main" id="{8C393A37-76F3-A5F8-4CC0-287612D8E2A7}"/>
                    </a:ext>
                  </a:extLst>
                </p:cNvPr>
                <p:cNvSpPr txBox="1"/>
                <p:nvPr/>
              </p:nvSpPr>
              <p:spPr>
                <a:xfrm>
                  <a:off x="1125595" y="4005017"/>
                  <a:ext cx="254676" cy="30389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 eaLnBrk="1" hangingPunct="1">
                    <a:lnSpc>
                      <a:spcPct val="90000"/>
                    </a:lnSpc>
                    <a:spcBef>
                      <a:spcPct val="50000"/>
                    </a:spcBef>
                    <a:spcAft>
                      <a:spcPct val="0"/>
                    </a:spcAft>
                    <a:buFontTx/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kumimoji="1" lang="en-US" altLang="zh-CN" sz="2800" b="0" i="0" smtClean="0">
                            <a:latin typeface="Cambria Math" panose="02040503050406030204" pitchFamily="18" charset="0"/>
                            <a:ea typeface="楷体_GB2312" pitchFamily="49" charset="-122"/>
                          </a:rPr>
                          <m:t>A</m:t>
                        </m:r>
                      </m:oMath>
                    </m:oMathPara>
                  </a14:m>
                  <a:endParaRPr kumimoji="1" lang="en-US" altLang="zh-CN" sz="2800" b="0" baseline="-25000" dirty="0">
                    <a:latin typeface="Times New Roman" panose="02020603050405020304" pitchFamily="18" charset="0"/>
                    <a:ea typeface="楷体_GB2312" pitchFamily="49" charset="-122"/>
                  </a:endParaRPr>
                </a:p>
              </p:txBody>
            </p:sp>
          </mc:Choice>
          <mc:Fallback xmlns="">
            <p:sp>
              <p:nvSpPr>
                <p:cNvPr id="412" name="文本框 411">
                  <a:extLst>
                    <a:ext uri="{FF2B5EF4-FFF2-40B4-BE49-F238E27FC236}">
                      <a16:creationId xmlns:a16="http://schemas.microsoft.com/office/drawing/2014/main" id="{8C393A37-76F3-A5F8-4CC0-287612D8E2A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25595" y="4005017"/>
                  <a:ext cx="254676" cy="303892"/>
                </a:xfrm>
                <a:prstGeom prst="rect">
                  <a:avLst/>
                </a:prstGeom>
                <a:blipFill>
                  <a:blip r:embed="rId7"/>
                  <a:stretch>
                    <a:fillRect l="-29091" r="-9091" b="-14925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13" name="Line 27">
              <a:extLst>
                <a:ext uri="{FF2B5EF4-FFF2-40B4-BE49-F238E27FC236}">
                  <a16:creationId xmlns:a16="http://schemas.microsoft.com/office/drawing/2014/main" id="{F4304BBC-A1DC-A6CA-0D38-E554275BC0BD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2759769" y="4504883"/>
              <a:ext cx="42895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800"/>
            </a:p>
          </p:txBody>
        </p:sp>
        <p:sp>
          <p:nvSpPr>
            <p:cNvPr id="414" name="Line 27">
              <a:extLst>
                <a:ext uri="{FF2B5EF4-FFF2-40B4-BE49-F238E27FC236}">
                  <a16:creationId xmlns:a16="http://schemas.microsoft.com/office/drawing/2014/main" id="{735F4ED7-044B-7090-B7A5-2F58EA9E2F88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2766089" y="5161013"/>
              <a:ext cx="41631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800" dirty="0"/>
            </a:p>
          </p:txBody>
        </p:sp>
        <p:sp>
          <p:nvSpPr>
            <p:cNvPr id="415" name="椭圆 414">
              <a:extLst>
                <a:ext uri="{FF2B5EF4-FFF2-40B4-BE49-F238E27FC236}">
                  <a16:creationId xmlns:a16="http://schemas.microsoft.com/office/drawing/2014/main" id="{15B4E4FD-0275-E823-E252-6BE7FE57B985}"/>
                </a:ext>
              </a:extLst>
            </p:cNvPr>
            <p:cNvSpPr/>
            <p:nvPr/>
          </p:nvSpPr>
          <p:spPr>
            <a:xfrm>
              <a:off x="1924111" y="4665714"/>
              <a:ext cx="90481" cy="90481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/>
            </a:p>
          </p:txBody>
        </p:sp>
        <p:sp>
          <p:nvSpPr>
            <p:cNvPr id="416" name="Line 27">
              <a:extLst>
                <a:ext uri="{FF2B5EF4-FFF2-40B4-BE49-F238E27FC236}">
                  <a16:creationId xmlns:a16="http://schemas.microsoft.com/office/drawing/2014/main" id="{DD12CAA8-C879-C2FE-1474-59AAE04B9264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1815829" y="4564616"/>
              <a:ext cx="30704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800"/>
            </a:p>
          </p:txBody>
        </p:sp>
        <p:sp>
          <p:nvSpPr>
            <p:cNvPr id="417" name="椭圆 416">
              <a:extLst>
                <a:ext uri="{FF2B5EF4-FFF2-40B4-BE49-F238E27FC236}">
                  <a16:creationId xmlns:a16="http://schemas.microsoft.com/office/drawing/2014/main" id="{457DB1E5-16CC-3157-FE90-8735C6C90BBF}"/>
                </a:ext>
              </a:extLst>
            </p:cNvPr>
            <p:cNvSpPr/>
            <p:nvPr/>
          </p:nvSpPr>
          <p:spPr>
            <a:xfrm>
              <a:off x="1924111" y="5204508"/>
              <a:ext cx="90481" cy="90481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/>
            </a:p>
          </p:txBody>
        </p:sp>
        <p:sp>
          <p:nvSpPr>
            <p:cNvPr id="418" name="Line 27">
              <a:extLst>
                <a:ext uri="{FF2B5EF4-FFF2-40B4-BE49-F238E27FC236}">
                  <a16:creationId xmlns:a16="http://schemas.microsoft.com/office/drawing/2014/main" id="{9C5475F6-401E-3556-0E6D-F1379FFE96E9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1817175" y="5105033"/>
              <a:ext cx="304355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800"/>
            </a:p>
          </p:txBody>
        </p:sp>
        <p:sp>
          <p:nvSpPr>
            <p:cNvPr id="419" name="Line 27">
              <a:extLst>
                <a:ext uri="{FF2B5EF4-FFF2-40B4-BE49-F238E27FC236}">
                  <a16:creationId xmlns:a16="http://schemas.microsoft.com/office/drawing/2014/main" id="{CD726E52-6DAE-F491-E526-C99E6F293F36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983664" y="4834606"/>
              <a:ext cx="131413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800"/>
            </a:p>
          </p:txBody>
        </p:sp>
        <p:sp>
          <p:nvSpPr>
            <p:cNvPr id="420" name="椭圆 419">
              <a:extLst>
                <a:ext uri="{FF2B5EF4-FFF2-40B4-BE49-F238E27FC236}">
                  <a16:creationId xmlns:a16="http://schemas.microsoft.com/office/drawing/2014/main" id="{7F5DB7FE-C945-340A-4C74-348DA7909CE7}"/>
                </a:ext>
              </a:extLst>
            </p:cNvPr>
            <p:cNvSpPr/>
            <p:nvPr/>
          </p:nvSpPr>
          <p:spPr>
            <a:xfrm>
              <a:off x="1594584" y="4125868"/>
              <a:ext cx="90481" cy="90481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21" name="文本框 420">
                  <a:extLst>
                    <a:ext uri="{FF2B5EF4-FFF2-40B4-BE49-F238E27FC236}">
                      <a16:creationId xmlns:a16="http://schemas.microsoft.com/office/drawing/2014/main" id="{245A43D0-51DA-C1F8-7E99-0B6693232321}"/>
                    </a:ext>
                  </a:extLst>
                </p:cNvPr>
                <p:cNvSpPr txBox="1"/>
                <p:nvPr/>
              </p:nvSpPr>
              <p:spPr>
                <a:xfrm>
                  <a:off x="1125595" y="4545824"/>
                  <a:ext cx="254676" cy="30389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 eaLnBrk="1" hangingPunct="1">
                    <a:lnSpc>
                      <a:spcPct val="90000"/>
                    </a:lnSpc>
                    <a:spcBef>
                      <a:spcPct val="50000"/>
                    </a:spcBef>
                    <a:spcAft>
                      <a:spcPct val="0"/>
                    </a:spcAft>
                    <a:buFontTx/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kumimoji="1" lang="en-US" altLang="zh-CN" sz="2800" b="0" i="0" smtClean="0">
                            <a:latin typeface="Cambria Math" panose="02040503050406030204" pitchFamily="18" charset="0"/>
                            <a:ea typeface="楷体_GB2312" pitchFamily="49" charset="-122"/>
                          </a:rPr>
                          <m:t>B</m:t>
                        </m:r>
                      </m:oMath>
                    </m:oMathPara>
                  </a14:m>
                  <a:endParaRPr kumimoji="1" lang="en-US" altLang="zh-CN" sz="2800" b="0" baseline="-25000" dirty="0">
                    <a:latin typeface="Times New Roman" panose="02020603050405020304" pitchFamily="18" charset="0"/>
                    <a:ea typeface="楷体_GB2312" pitchFamily="49" charset="-122"/>
                  </a:endParaRPr>
                </a:p>
              </p:txBody>
            </p:sp>
          </mc:Choice>
          <mc:Fallback xmlns="">
            <p:sp>
              <p:nvSpPr>
                <p:cNvPr id="421" name="文本框 420">
                  <a:extLst>
                    <a:ext uri="{FF2B5EF4-FFF2-40B4-BE49-F238E27FC236}">
                      <a16:creationId xmlns:a16="http://schemas.microsoft.com/office/drawing/2014/main" id="{245A43D0-51DA-C1F8-7E99-0B669323232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25595" y="4545824"/>
                  <a:ext cx="254676" cy="303892"/>
                </a:xfrm>
                <a:prstGeom prst="rect">
                  <a:avLst/>
                </a:prstGeom>
                <a:blipFill>
                  <a:blip r:embed="rId8"/>
                  <a:stretch>
                    <a:fillRect l="-27273" r="-9091" b="-1515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22" name="文本框 421">
                  <a:extLst>
                    <a:ext uri="{FF2B5EF4-FFF2-40B4-BE49-F238E27FC236}">
                      <a16:creationId xmlns:a16="http://schemas.microsoft.com/office/drawing/2014/main" id="{B3B8EE48-882D-21BC-EE71-9E2F7F85EE9D}"/>
                    </a:ext>
                  </a:extLst>
                </p:cNvPr>
                <p:cNvSpPr txBox="1"/>
                <p:nvPr/>
              </p:nvSpPr>
              <p:spPr>
                <a:xfrm>
                  <a:off x="1125595" y="5086435"/>
                  <a:ext cx="254676" cy="30389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 eaLnBrk="1" hangingPunct="1">
                    <a:lnSpc>
                      <a:spcPct val="90000"/>
                    </a:lnSpc>
                    <a:spcBef>
                      <a:spcPct val="50000"/>
                    </a:spcBef>
                    <a:spcAft>
                      <a:spcPct val="0"/>
                    </a:spcAft>
                    <a:buFontTx/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kumimoji="1" lang="en-US" altLang="zh-CN" sz="2800" b="0" i="0" smtClean="0">
                            <a:latin typeface="Cambria Math" panose="02040503050406030204" pitchFamily="18" charset="0"/>
                            <a:ea typeface="楷体_GB2312" pitchFamily="49" charset="-122"/>
                          </a:rPr>
                          <m:t>C</m:t>
                        </m:r>
                      </m:oMath>
                    </m:oMathPara>
                  </a14:m>
                  <a:endParaRPr kumimoji="1" lang="en-US" altLang="zh-CN" sz="2800" b="0" baseline="-25000" dirty="0">
                    <a:latin typeface="Times New Roman" panose="02020603050405020304" pitchFamily="18" charset="0"/>
                    <a:ea typeface="楷体_GB2312" pitchFamily="49" charset="-122"/>
                  </a:endParaRPr>
                </a:p>
              </p:txBody>
            </p:sp>
          </mc:Choice>
          <mc:Fallback xmlns="">
            <p:sp>
              <p:nvSpPr>
                <p:cNvPr id="422" name="文本框 421">
                  <a:extLst>
                    <a:ext uri="{FF2B5EF4-FFF2-40B4-BE49-F238E27FC236}">
                      <a16:creationId xmlns:a16="http://schemas.microsoft.com/office/drawing/2014/main" id="{B3B8EE48-882D-21BC-EE71-9E2F7F85EE9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25595" y="5086435"/>
                  <a:ext cx="254676" cy="303892"/>
                </a:xfrm>
                <a:prstGeom prst="rect">
                  <a:avLst/>
                </a:prstGeom>
                <a:blipFill>
                  <a:blip r:embed="rId9"/>
                  <a:stretch>
                    <a:fillRect l="-25455" r="-7273" b="-14925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23" name="文本框 422">
                  <a:extLst>
                    <a:ext uri="{FF2B5EF4-FFF2-40B4-BE49-F238E27FC236}">
                      <a16:creationId xmlns:a16="http://schemas.microsoft.com/office/drawing/2014/main" id="{7D3C11FF-C503-207E-79C4-00AF674A3873}"/>
                    </a:ext>
                  </a:extLst>
                </p:cNvPr>
                <p:cNvSpPr txBox="1"/>
                <p:nvPr/>
              </p:nvSpPr>
              <p:spPr>
                <a:xfrm>
                  <a:off x="3834435" y="4667466"/>
                  <a:ext cx="254676" cy="30389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 eaLnBrk="1" hangingPunct="1">
                    <a:lnSpc>
                      <a:spcPct val="90000"/>
                    </a:lnSpc>
                    <a:spcBef>
                      <a:spcPct val="50000"/>
                    </a:spcBef>
                    <a:spcAft>
                      <a:spcPct val="0"/>
                    </a:spcAft>
                    <a:buFontTx/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kumimoji="1" lang="en-US" altLang="zh-CN" sz="2800" b="0" i="0" smtClean="0">
                            <a:latin typeface="Cambria Math" panose="02040503050406030204" pitchFamily="18" charset="0"/>
                            <a:ea typeface="楷体_GB2312" pitchFamily="49" charset="-122"/>
                          </a:rPr>
                          <m:t>Y</m:t>
                        </m:r>
                      </m:oMath>
                    </m:oMathPara>
                  </a14:m>
                  <a:endParaRPr kumimoji="1" lang="en-US" altLang="zh-CN" sz="2800" b="0" baseline="-25000" dirty="0">
                    <a:latin typeface="Times New Roman" panose="02020603050405020304" pitchFamily="18" charset="0"/>
                    <a:ea typeface="楷体_GB2312" pitchFamily="49" charset="-122"/>
                  </a:endParaRPr>
                </a:p>
              </p:txBody>
            </p:sp>
          </mc:Choice>
          <mc:Fallback xmlns="">
            <p:sp>
              <p:nvSpPr>
                <p:cNvPr id="423" name="文本框 422">
                  <a:extLst>
                    <a:ext uri="{FF2B5EF4-FFF2-40B4-BE49-F238E27FC236}">
                      <a16:creationId xmlns:a16="http://schemas.microsoft.com/office/drawing/2014/main" id="{7D3C11FF-C503-207E-79C4-00AF674A387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34435" y="4667466"/>
                  <a:ext cx="254676" cy="303892"/>
                </a:xfrm>
                <a:prstGeom prst="rect">
                  <a:avLst/>
                </a:prstGeom>
                <a:blipFill>
                  <a:blip r:embed="rId10"/>
                  <a:stretch>
                    <a:fillRect l="-23214" r="-7143" b="-14925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424" name="组合 423">
              <a:extLst>
                <a:ext uri="{FF2B5EF4-FFF2-40B4-BE49-F238E27FC236}">
                  <a16:creationId xmlns:a16="http://schemas.microsoft.com/office/drawing/2014/main" id="{DC65B76A-9860-5D93-BC62-3673996EB5D3}"/>
                </a:ext>
              </a:extLst>
            </p:cNvPr>
            <p:cNvGrpSpPr/>
            <p:nvPr/>
          </p:nvGrpSpPr>
          <p:grpSpPr>
            <a:xfrm>
              <a:off x="1379227" y="4074611"/>
              <a:ext cx="1595017" cy="436319"/>
              <a:chOff x="1743937" y="5151034"/>
              <a:chExt cx="1595017" cy="436319"/>
            </a:xfrm>
          </p:grpSpPr>
          <p:sp>
            <p:nvSpPr>
              <p:cNvPr id="448" name="Arc 158">
                <a:extLst>
                  <a:ext uri="{FF2B5EF4-FFF2-40B4-BE49-F238E27FC236}">
                    <a16:creationId xmlns:a16="http://schemas.microsoft.com/office/drawing/2014/main" id="{DC41C415-16A6-9F66-2E23-84750C0359C9}"/>
                  </a:ext>
                </a:extLst>
              </p:cNvPr>
              <p:cNvSpPr>
                <a:spLocks/>
              </p:cNvSpPr>
              <p:nvPr/>
            </p:nvSpPr>
            <p:spPr bwMode="auto">
              <a:xfrm rot="5400000">
                <a:off x="2096817" y="5040034"/>
                <a:ext cx="433976" cy="660661"/>
              </a:xfrm>
              <a:custGeom>
                <a:avLst/>
                <a:gdLst>
                  <a:gd name="T0" fmla="*/ 0 w 21674"/>
                  <a:gd name="T1" fmla="*/ 0 h 21600"/>
                  <a:gd name="T2" fmla="*/ 0 w 21674"/>
                  <a:gd name="T3" fmla="*/ 0 h 21600"/>
                  <a:gd name="T4" fmla="*/ 0 w 21674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21674"/>
                  <a:gd name="T10" fmla="*/ 0 h 21600"/>
                  <a:gd name="T11" fmla="*/ 21674 w 21674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74" h="21600" fill="none" extrusionOk="0">
                    <a:moveTo>
                      <a:pt x="-1" y="2923"/>
                    </a:moveTo>
                    <a:cubicBezTo>
                      <a:pt x="3295" y="1008"/>
                      <a:pt x="7040" y="-1"/>
                      <a:pt x="10852" y="0"/>
                    </a:cubicBezTo>
                    <a:cubicBezTo>
                      <a:pt x="14652" y="0"/>
                      <a:pt x="18385" y="1002"/>
                      <a:pt x="21674" y="2906"/>
                    </a:cubicBezTo>
                  </a:path>
                  <a:path w="21674" h="21600" stroke="0" extrusionOk="0">
                    <a:moveTo>
                      <a:pt x="-1" y="2923"/>
                    </a:moveTo>
                    <a:cubicBezTo>
                      <a:pt x="3295" y="1008"/>
                      <a:pt x="7040" y="-1"/>
                      <a:pt x="10852" y="0"/>
                    </a:cubicBezTo>
                    <a:cubicBezTo>
                      <a:pt x="14652" y="0"/>
                      <a:pt x="18385" y="1002"/>
                      <a:pt x="21674" y="2906"/>
                    </a:cubicBezTo>
                    <a:lnTo>
                      <a:pt x="10852" y="21600"/>
                    </a:lnTo>
                    <a:lnTo>
                      <a:pt x="-1" y="2923"/>
                    </a:lnTo>
                    <a:close/>
                  </a:path>
                </a:pathLst>
              </a:cu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2800"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  <p:sp>
            <p:nvSpPr>
              <p:cNvPr id="449" name="Line 160">
                <a:extLst>
                  <a:ext uri="{FF2B5EF4-FFF2-40B4-BE49-F238E27FC236}">
                    <a16:creationId xmlns:a16="http://schemas.microsoft.com/office/drawing/2014/main" id="{5A8EFE06-84B0-548E-87B8-EE07D41A492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547456" y="5151046"/>
                <a:ext cx="203576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2800"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  <p:sp>
            <p:nvSpPr>
              <p:cNvPr id="450" name="Line 160">
                <a:extLst>
                  <a:ext uri="{FF2B5EF4-FFF2-40B4-BE49-F238E27FC236}">
                    <a16:creationId xmlns:a16="http://schemas.microsoft.com/office/drawing/2014/main" id="{3C04B704-0947-A121-BC01-4F0CB77D176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547456" y="5587353"/>
                <a:ext cx="203576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2800"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  <p:sp>
            <p:nvSpPr>
              <p:cNvPr id="451" name="Arc 156">
                <a:extLst>
                  <a:ext uri="{FF2B5EF4-FFF2-40B4-BE49-F238E27FC236}">
                    <a16:creationId xmlns:a16="http://schemas.microsoft.com/office/drawing/2014/main" id="{D10DD250-3651-C61D-A3C7-78B8DF218BFD}"/>
                  </a:ext>
                </a:extLst>
              </p:cNvPr>
              <p:cNvSpPr>
                <a:spLocks/>
              </p:cNvSpPr>
              <p:nvPr/>
            </p:nvSpPr>
            <p:spPr bwMode="auto">
              <a:xfrm flipV="1">
                <a:off x="2736308" y="5168117"/>
                <a:ext cx="307284" cy="419236"/>
              </a:xfrm>
              <a:custGeom>
                <a:avLst/>
                <a:gdLst>
                  <a:gd name="T0" fmla="*/ 0 w 19012"/>
                  <a:gd name="T1" fmla="*/ 0 h 21600"/>
                  <a:gd name="T2" fmla="*/ 0 w 19012"/>
                  <a:gd name="T3" fmla="*/ 0 h 21600"/>
                  <a:gd name="T4" fmla="*/ 0 w 19012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19012"/>
                  <a:gd name="T10" fmla="*/ 0 h 21600"/>
                  <a:gd name="T11" fmla="*/ 19012 w 19012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9012" h="21600" fill="none" extrusionOk="0">
                    <a:moveTo>
                      <a:pt x="-1" y="0"/>
                    </a:moveTo>
                    <a:cubicBezTo>
                      <a:pt x="7941" y="0"/>
                      <a:pt x="15242" y="4357"/>
                      <a:pt x="19012" y="11347"/>
                    </a:cubicBezTo>
                  </a:path>
                  <a:path w="19012" h="21600" stroke="0" extrusionOk="0">
                    <a:moveTo>
                      <a:pt x="-1" y="0"/>
                    </a:moveTo>
                    <a:cubicBezTo>
                      <a:pt x="7941" y="0"/>
                      <a:pt x="15242" y="4357"/>
                      <a:pt x="19012" y="11347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2800"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  <p:sp>
            <p:nvSpPr>
              <p:cNvPr id="452" name="Line 27">
                <a:extLst>
                  <a:ext uri="{FF2B5EF4-FFF2-40B4-BE49-F238E27FC236}">
                    <a16:creationId xmlns:a16="http://schemas.microsoft.com/office/drawing/2014/main" id="{ACBEA317-3A39-A150-D105-81227D9C3BD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43937" y="5248726"/>
                <a:ext cx="871136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2800"/>
              </a:p>
            </p:txBody>
          </p:sp>
          <p:sp>
            <p:nvSpPr>
              <p:cNvPr id="453" name="Line 27">
                <a:extLst>
                  <a:ext uri="{FF2B5EF4-FFF2-40B4-BE49-F238E27FC236}">
                    <a16:creationId xmlns:a16="http://schemas.microsoft.com/office/drawing/2014/main" id="{18B1CCB7-C5E5-C5B1-C344-2DDD311C3CE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34062" y="5489322"/>
                <a:ext cx="281012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2800"/>
              </a:p>
            </p:txBody>
          </p:sp>
          <p:sp>
            <p:nvSpPr>
              <p:cNvPr id="454" name="Line 27">
                <a:extLst>
                  <a:ext uri="{FF2B5EF4-FFF2-40B4-BE49-F238E27FC236}">
                    <a16:creationId xmlns:a16="http://schemas.microsoft.com/office/drawing/2014/main" id="{097A09B2-30BA-0E8E-FBD4-60612E7D9A4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33952" y="5369218"/>
                <a:ext cx="305002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2800"/>
              </a:p>
            </p:txBody>
          </p:sp>
          <p:sp>
            <p:nvSpPr>
              <p:cNvPr id="455" name="Arc 156">
                <a:extLst>
                  <a:ext uri="{FF2B5EF4-FFF2-40B4-BE49-F238E27FC236}">
                    <a16:creationId xmlns:a16="http://schemas.microsoft.com/office/drawing/2014/main" id="{D8BF82E3-F1DE-7433-564C-06AA074A2DC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34982" y="5151034"/>
                <a:ext cx="307284" cy="419236"/>
              </a:xfrm>
              <a:custGeom>
                <a:avLst/>
                <a:gdLst>
                  <a:gd name="T0" fmla="*/ 0 w 19012"/>
                  <a:gd name="T1" fmla="*/ 0 h 21600"/>
                  <a:gd name="T2" fmla="*/ 0 w 19012"/>
                  <a:gd name="T3" fmla="*/ 0 h 21600"/>
                  <a:gd name="T4" fmla="*/ 0 w 19012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19012"/>
                  <a:gd name="T10" fmla="*/ 0 h 21600"/>
                  <a:gd name="T11" fmla="*/ 19012 w 19012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9012" h="21600" fill="none" extrusionOk="0">
                    <a:moveTo>
                      <a:pt x="-1" y="0"/>
                    </a:moveTo>
                    <a:cubicBezTo>
                      <a:pt x="7941" y="0"/>
                      <a:pt x="15242" y="4357"/>
                      <a:pt x="19012" y="11347"/>
                    </a:cubicBezTo>
                  </a:path>
                  <a:path w="19012" h="21600" stroke="0" extrusionOk="0">
                    <a:moveTo>
                      <a:pt x="-1" y="0"/>
                    </a:moveTo>
                    <a:cubicBezTo>
                      <a:pt x="7941" y="0"/>
                      <a:pt x="15242" y="4357"/>
                      <a:pt x="19012" y="11347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2800"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</p:grpSp>
        <p:grpSp>
          <p:nvGrpSpPr>
            <p:cNvPr id="425" name="组合 424">
              <a:extLst>
                <a:ext uri="{FF2B5EF4-FFF2-40B4-BE49-F238E27FC236}">
                  <a16:creationId xmlns:a16="http://schemas.microsoft.com/office/drawing/2014/main" id="{9CFBDFB1-0B69-373A-13C6-92B95358A8F7}"/>
                </a:ext>
              </a:extLst>
            </p:cNvPr>
            <p:cNvGrpSpPr/>
            <p:nvPr/>
          </p:nvGrpSpPr>
          <p:grpSpPr>
            <a:xfrm>
              <a:off x="1379227" y="4614045"/>
              <a:ext cx="1794860" cy="436319"/>
              <a:chOff x="1743937" y="5151034"/>
              <a:chExt cx="1794860" cy="436319"/>
            </a:xfrm>
          </p:grpSpPr>
          <p:sp>
            <p:nvSpPr>
              <p:cNvPr id="440" name="Arc 158">
                <a:extLst>
                  <a:ext uri="{FF2B5EF4-FFF2-40B4-BE49-F238E27FC236}">
                    <a16:creationId xmlns:a16="http://schemas.microsoft.com/office/drawing/2014/main" id="{DB962EC1-EC1C-172D-BB30-198A09805E8A}"/>
                  </a:ext>
                </a:extLst>
              </p:cNvPr>
              <p:cNvSpPr>
                <a:spLocks/>
              </p:cNvSpPr>
              <p:nvPr/>
            </p:nvSpPr>
            <p:spPr bwMode="auto">
              <a:xfrm rot="5400000">
                <a:off x="2096817" y="5040034"/>
                <a:ext cx="433976" cy="660661"/>
              </a:xfrm>
              <a:custGeom>
                <a:avLst/>
                <a:gdLst>
                  <a:gd name="T0" fmla="*/ 0 w 21674"/>
                  <a:gd name="T1" fmla="*/ 0 h 21600"/>
                  <a:gd name="T2" fmla="*/ 0 w 21674"/>
                  <a:gd name="T3" fmla="*/ 0 h 21600"/>
                  <a:gd name="T4" fmla="*/ 0 w 21674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21674"/>
                  <a:gd name="T10" fmla="*/ 0 h 21600"/>
                  <a:gd name="T11" fmla="*/ 21674 w 21674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74" h="21600" fill="none" extrusionOk="0">
                    <a:moveTo>
                      <a:pt x="-1" y="2923"/>
                    </a:moveTo>
                    <a:cubicBezTo>
                      <a:pt x="3295" y="1008"/>
                      <a:pt x="7040" y="-1"/>
                      <a:pt x="10852" y="0"/>
                    </a:cubicBezTo>
                    <a:cubicBezTo>
                      <a:pt x="14652" y="0"/>
                      <a:pt x="18385" y="1002"/>
                      <a:pt x="21674" y="2906"/>
                    </a:cubicBezTo>
                  </a:path>
                  <a:path w="21674" h="21600" stroke="0" extrusionOk="0">
                    <a:moveTo>
                      <a:pt x="-1" y="2923"/>
                    </a:moveTo>
                    <a:cubicBezTo>
                      <a:pt x="3295" y="1008"/>
                      <a:pt x="7040" y="-1"/>
                      <a:pt x="10852" y="0"/>
                    </a:cubicBezTo>
                    <a:cubicBezTo>
                      <a:pt x="14652" y="0"/>
                      <a:pt x="18385" y="1002"/>
                      <a:pt x="21674" y="2906"/>
                    </a:cubicBezTo>
                    <a:lnTo>
                      <a:pt x="10852" y="21600"/>
                    </a:lnTo>
                    <a:lnTo>
                      <a:pt x="-1" y="2923"/>
                    </a:lnTo>
                    <a:close/>
                  </a:path>
                </a:pathLst>
              </a:cu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2800"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  <p:sp>
            <p:nvSpPr>
              <p:cNvPr id="441" name="Line 160">
                <a:extLst>
                  <a:ext uri="{FF2B5EF4-FFF2-40B4-BE49-F238E27FC236}">
                    <a16:creationId xmlns:a16="http://schemas.microsoft.com/office/drawing/2014/main" id="{1FB4B81C-2334-F606-E9D9-95C11C411C4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547456" y="5151046"/>
                <a:ext cx="203576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2800"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  <p:sp>
            <p:nvSpPr>
              <p:cNvPr id="442" name="Line 160">
                <a:extLst>
                  <a:ext uri="{FF2B5EF4-FFF2-40B4-BE49-F238E27FC236}">
                    <a16:creationId xmlns:a16="http://schemas.microsoft.com/office/drawing/2014/main" id="{45E1523F-1D75-966B-CE71-1E46AF74C2A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547456" y="5587353"/>
                <a:ext cx="203576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2800"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  <p:sp>
            <p:nvSpPr>
              <p:cNvPr id="443" name="Arc 156">
                <a:extLst>
                  <a:ext uri="{FF2B5EF4-FFF2-40B4-BE49-F238E27FC236}">
                    <a16:creationId xmlns:a16="http://schemas.microsoft.com/office/drawing/2014/main" id="{8FD51913-FB1D-E0E7-C668-EA8593C9AEBC}"/>
                  </a:ext>
                </a:extLst>
              </p:cNvPr>
              <p:cNvSpPr>
                <a:spLocks/>
              </p:cNvSpPr>
              <p:nvPr/>
            </p:nvSpPr>
            <p:spPr bwMode="auto">
              <a:xfrm flipV="1">
                <a:off x="2736308" y="5168117"/>
                <a:ext cx="307284" cy="419236"/>
              </a:xfrm>
              <a:custGeom>
                <a:avLst/>
                <a:gdLst>
                  <a:gd name="T0" fmla="*/ 0 w 19012"/>
                  <a:gd name="T1" fmla="*/ 0 h 21600"/>
                  <a:gd name="T2" fmla="*/ 0 w 19012"/>
                  <a:gd name="T3" fmla="*/ 0 h 21600"/>
                  <a:gd name="T4" fmla="*/ 0 w 19012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19012"/>
                  <a:gd name="T10" fmla="*/ 0 h 21600"/>
                  <a:gd name="T11" fmla="*/ 19012 w 19012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9012" h="21600" fill="none" extrusionOk="0">
                    <a:moveTo>
                      <a:pt x="-1" y="0"/>
                    </a:moveTo>
                    <a:cubicBezTo>
                      <a:pt x="7941" y="0"/>
                      <a:pt x="15242" y="4357"/>
                      <a:pt x="19012" y="11347"/>
                    </a:cubicBezTo>
                  </a:path>
                  <a:path w="19012" h="21600" stroke="0" extrusionOk="0">
                    <a:moveTo>
                      <a:pt x="-1" y="0"/>
                    </a:moveTo>
                    <a:cubicBezTo>
                      <a:pt x="7941" y="0"/>
                      <a:pt x="15242" y="4357"/>
                      <a:pt x="19012" y="11347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2800"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  <p:sp>
            <p:nvSpPr>
              <p:cNvPr id="444" name="Line 27">
                <a:extLst>
                  <a:ext uri="{FF2B5EF4-FFF2-40B4-BE49-F238E27FC236}">
                    <a16:creationId xmlns:a16="http://schemas.microsoft.com/office/drawing/2014/main" id="{8BA3DEC0-D0DE-C5B2-DDF9-AB77DBCC683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43937" y="5248726"/>
                <a:ext cx="871136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2800"/>
              </a:p>
            </p:txBody>
          </p:sp>
          <p:sp>
            <p:nvSpPr>
              <p:cNvPr id="445" name="Line 27">
                <a:extLst>
                  <a:ext uri="{FF2B5EF4-FFF2-40B4-BE49-F238E27FC236}">
                    <a16:creationId xmlns:a16="http://schemas.microsoft.com/office/drawing/2014/main" id="{7B7F633C-E7DE-206D-17D5-F853CAE94A4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34062" y="5489322"/>
                <a:ext cx="281012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2800"/>
              </a:p>
            </p:txBody>
          </p:sp>
          <p:sp>
            <p:nvSpPr>
              <p:cNvPr id="446" name="Line 27">
                <a:extLst>
                  <a:ext uri="{FF2B5EF4-FFF2-40B4-BE49-F238E27FC236}">
                    <a16:creationId xmlns:a16="http://schemas.microsoft.com/office/drawing/2014/main" id="{D43C43E6-6250-DF5F-1F16-1F5754E5623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33952" y="5369218"/>
                <a:ext cx="504845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2800"/>
              </a:p>
            </p:txBody>
          </p:sp>
          <p:sp>
            <p:nvSpPr>
              <p:cNvPr id="447" name="Arc 156">
                <a:extLst>
                  <a:ext uri="{FF2B5EF4-FFF2-40B4-BE49-F238E27FC236}">
                    <a16:creationId xmlns:a16="http://schemas.microsoft.com/office/drawing/2014/main" id="{67F5AF0E-A6C3-817C-2275-52763B646CC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34982" y="5151034"/>
                <a:ext cx="307284" cy="419236"/>
              </a:xfrm>
              <a:custGeom>
                <a:avLst/>
                <a:gdLst>
                  <a:gd name="T0" fmla="*/ 0 w 19012"/>
                  <a:gd name="T1" fmla="*/ 0 h 21600"/>
                  <a:gd name="T2" fmla="*/ 0 w 19012"/>
                  <a:gd name="T3" fmla="*/ 0 h 21600"/>
                  <a:gd name="T4" fmla="*/ 0 w 19012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19012"/>
                  <a:gd name="T10" fmla="*/ 0 h 21600"/>
                  <a:gd name="T11" fmla="*/ 19012 w 19012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9012" h="21600" fill="none" extrusionOk="0">
                    <a:moveTo>
                      <a:pt x="-1" y="0"/>
                    </a:moveTo>
                    <a:cubicBezTo>
                      <a:pt x="7941" y="0"/>
                      <a:pt x="15242" y="4357"/>
                      <a:pt x="19012" y="11347"/>
                    </a:cubicBezTo>
                  </a:path>
                  <a:path w="19012" h="21600" stroke="0" extrusionOk="0">
                    <a:moveTo>
                      <a:pt x="-1" y="0"/>
                    </a:moveTo>
                    <a:cubicBezTo>
                      <a:pt x="7941" y="0"/>
                      <a:pt x="15242" y="4357"/>
                      <a:pt x="19012" y="11347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2800"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</p:grpSp>
        <p:grpSp>
          <p:nvGrpSpPr>
            <p:cNvPr id="426" name="组合 425">
              <a:extLst>
                <a:ext uri="{FF2B5EF4-FFF2-40B4-BE49-F238E27FC236}">
                  <a16:creationId xmlns:a16="http://schemas.microsoft.com/office/drawing/2014/main" id="{6E46B470-548C-4731-4A0C-91618724B523}"/>
                </a:ext>
              </a:extLst>
            </p:cNvPr>
            <p:cNvGrpSpPr/>
            <p:nvPr/>
          </p:nvGrpSpPr>
          <p:grpSpPr>
            <a:xfrm>
              <a:off x="1379227" y="5152253"/>
              <a:ext cx="1595016" cy="436319"/>
              <a:chOff x="1743937" y="5151034"/>
              <a:chExt cx="1595016" cy="436319"/>
            </a:xfrm>
          </p:grpSpPr>
          <p:sp>
            <p:nvSpPr>
              <p:cNvPr id="432" name="Arc 158">
                <a:extLst>
                  <a:ext uri="{FF2B5EF4-FFF2-40B4-BE49-F238E27FC236}">
                    <a16:creationId xmlns:a16="http://schemas.microsoft.com/office/drawing/2014/main" id="{2C314998-D8F7-CC34-5BC7-27D3B5B62D2F}"/>
                  </a:ext>
                </a:extLst>
              </p:cNvPr>
              <p:cNvSpPr>
                <a:spLocks/>
              </p:cNvSpPr>
              <p:nvPr/>
            </p:nvSpPr>
            <p:spPr bwMode="auto">
              <a:xfrm rot="5400000">
                <a:off x="2096817" y="5040034"/>
                <a:ext cx="433976" cy="660661"/>
              </a:xfrm>
              <a:custGeom>
                <a:avLst/>
                <a:gdLst>
                  <a:gd name="T0" fmla="*/ 0 w 21674"/>
                  <a:gd name="T1" fmla="*/ 0 h 21600"/>
                  <a:gd name="T2" fmla="*/ 0 w 21674"/>
                  <a:gd name="T3" fmla="*/ 0 h 21600"/>
                  <a:gd name="T4" fmla="*/ 0 w 21674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21674"/>
                  <a:gd name="T10" fmla="*/ 0 h 21600"/>
                  <a:gd name="T11" fmla="*/ 21674 w 21674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74" h="21600" fill="none" extrusionOk="0">
                    <a:moveTo>
                      <a:pt x="-1" y="2923"/>
                    </a:moveTo>
                    <a:cubicBezTo>
                      <a:pt x="3295" y="1008"/>
                      <a:pt x="7040" y="-1"/>
                      <a:pt x="10852" y="0"/>
                    </a:cubicBezTo>
                    <a:cubicBezTo>
                      <a:pt x="14652" y="0"/>
                      <a:pt x="18385" y="1002"/>
                      <a:pt x="21674" y="2906"/>
                    </a:cubicBezTo>
                  </a:path>
                  <a:path w="21674" h="21600" stroke="0" extrusionOk="0">
                    <a:moveTo>
                      <a:pt x="-1" y="2923"/>
                    </a:moveTo>
                    <a:cubicBezTo>
                      <a:pt x="3295" y="1008"/>
                      <a:pt x="7040" y="-1"/>
                      <a:pt x="10852" y="0"/>
                    </a:cubicBezTo>
                    <a:cubicBezTo>
                      <a:pt x="14652" y="0"/>
                      <a:pt x="18385" y="1002"/>
                      <a:pt x="21674" y="2906"/>
                    </a:cubicBezTo>
                    <a:lnTo>
                      <a:pt x="10852" y="21600"/>
                    </a:lnTo>
                    <a:lnTo>
                      <a:pt x="-1" y="2923"/>
                    </a:lnTo>
                    <a:close/>
                  </a:path>
                </a:pathLst>
              </a:cu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2800"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  <p:sp>
            <p:nvSpPr>
              <p:cNvPr id="433" name="Line 160">
                <a:extLst>
                  <a:ext uri="{FF2B5EF4-FFF2-40B4-BE49-F238E27FC236}">
                    <a16:creationId xmlns:a16="http://schemas.microsoft.com/office/drawing/2014/main" id="{42027EA5-C6CE-4BE7-35A7-97D40681AC0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547456" y="5151046"/>
                <a:ext cx="203576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2800"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  <p:sp>
            <p:nvSpPr>
              <p:cNvPr id="434" name="Line 160">
                <a:extLst>
                  <a:ext uri="{FF2B5EF4-FFF2-40B4-BE49-F238E27FC236}">
                    <a16:creationId xmlns:a16="http://schemas.microsoft.com/office/drawing/2014/main" id="{C8C57489-3720-9136-C2CA-991B802F987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547456" y="5587353"/>
                <a:ext cx="203576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2800"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  <p:sp>
            <p:nvSpPr>
              <p:cNvPr id="435" name="Arc 156">
                <a:extLst>
                  <a:ext uri="{FF2B5EF4-FFF2-40B4-BE49-F238E27FC236}">
                    <a16:creationId xmlns:a16="http://schemas.microsoft.com/office/drawing/2014/main" id="{5BB3B9B6-332E-E9E4-4C88-566185220BE2}"/>
                  </a:ext>
                </a:extLst>
              </p:cNvPr>
              <p:cNvSpPr>
                <a:spLocks/>
              </p:cNvSpPr>
              <p:nvPr/>
            </p:nvSpPr>
            <p:spPr bwMode="auto">
              <a:xfrm flipV="1">
                <a:off x="2736308" y="5168117"/>
                <a:ext cx="307284" cy="419236"/>
              </a:xfrm>
              <a:custGeom>
                <a:avLst/>
                <a:gdLst>
                  <a:gd name="T0" fmla="*/ 0 w 19012"/>
                  <a:gd name="T1" fmla="*/ 0 h 21600"/>
                  <a:gd name="T2" fmla="*/ 0 w 19012"/>
                  <a:gd name="T3" fmla="*/ 0 h 21600"/>
                  <a:gd name="T4" fmla="*/ 0 w 19012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19012"/>
                  <a:gd name="T10" fmla="*/ 0 h 21600"/>
                  <a:gd name="T11" fmla="*/ 19012 w 19012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9012" h="21600" fill="none" extrusionOk="0">
                    <a:moveTo>
                      <a:pt x="-1" y="0"/>
                    </a:moveTo>
                    <a:cubicBezTo>
                      <a:pt x="7941" y="0"/>
                      <a:pt x="15242" y="4357"/>
                      <a:pt x="19012" y="11347"/>
                    </a:cubicBezTo>
                  </a:path>
                  <a:path w="19012" h="21600" stroke="0" extrusionOk="0">
                    <a:moveTo>
                      <a:pt x="-1" y="0"/>
                    </a:moveTo>
                    <a:cubicBezTo>
                      <a:pt x="7941" y="0"/>
                      <a:pt x="15242" y="4357"/>
                      <a:pt x="19012" y="11347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2800"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  <p:sp>
            <p:nvSpPr>
              <p:cNvPr id="436" name="Line 27">
                <a:extLst>
                  <a:ext uri="{FF2B5EF4-FFF2-40B4-BE49-F238E27FC236}">
                    <a16:creationId xmlns:a16="http://schemas.microsoft.com/office/drawing/2014/main" id="{889CD0DA-7CD1-C385-D555-962D0959480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43937" y="5248726"/>
                <a:ext cx="871136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2800"/>
              </a:p>
            </p:txBody>
          </p:sp>
          <p:sp>
            <p:nvSpPr>
              <p:cNvPr id="437" name="Line 27">
                <a:extLst>
                  <a:ext uri="{FF2B5EF4-FFF2-40B4-BE49-F238E27FC236}">
                    <a16:creationId xmlns:a16="http://schemas.microsoft.com/office/drawing/2014/main" id="{76FB4E66-B74B-368C-72CB-DF050505B54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05442" y="5489322"/>
                <a:ext cx="609632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2800"/>
              </a:p>
            </p:txBody>
          </p:sp>
          <p:sp>
            <p:nvSpPr>
              <p:cNvPr id="438" name="Line 27">
                <a:extLst>
                  <a:ext uri="{FF2B5EF4-FFF2-40B4-BE49-F238E27FC236}">
                    <a16:creationId xmlns:a16="http://schemas.microsoft.com/office/drawing/2014/main" id="{CA925519-CBF9-50A3-CEE1-1681BE1E9D7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33952" y="5369218"/>
                <a:ext cx="305001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2800"/>
              </a:p>
            </p:txBody>
          </p:sp>
          <p:sp>
            <p:nvSpPr>
              <p:cNvPr id="439" name="Arc 156">
                <a:extLst>
                  <a:ext uri="{FF2B5EF4-FFF2-40B4-BE49-F238E27FC236}">
                    <a16:creationId xmlns:a16="http://schemas.microsoft.com/office/drawing/2014/main" id="{A9DBC4DD-18E3-DA6D-4ECD-C7E450C2C79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34982" y="5151034"/>
                <a:ext cx="307284" cy="419236"/>
              </a:xfrm>
              <a:custGeom>
                <a:avLst/>
                <a:gdLst>
                  <a:gd name="T0" fmla="*/ 0 w 19012"/>
                  <a:gd name="T1" fmla="*/ 0 h 21600"/>
                  <a:gd name="T2" fmla="*/ 0 w 19012"/>
                  <a:gd name="T3" fmla="*/ 0 h 21600"/>
                  <a:gd name="T4" fmla="*/ 0 w 19012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19012"/>
                  <a:gd name="T10" fmla="*/ 0 h 21600"/>
                  <a:gd name="T11" fmla="*/ 19012 w 19012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9012" h="21600" fill="none" extrusionOk="0">
                    <a:moveTo>
                      <a:pt x="-1" y="0"/>
                    </a:moveTo>
                    <a:cubicBezTo>
                      <a:pt x="7941" y="0"/>
                      <a:pt x="15242" y="4357"/>
                      <a:pt x="19012" y="11347"/>
                    </a:cubicBezTo>
                  </a:path>
                  <a:path w="19012" h="21600" stroke="0" extrusionOk="0">
                    <a:moveTo>
                      <a:pt x="-1" y="0"/>
                    </a:moveTo>
                    <a:cubicBezTo>
                      <a:pt x="7941" y="0"/>
                      <a:pt x="15242" y="4357"/>
                      <a:pt x="19012" y="11347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2800"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</p:grpSp>
        <p:grpSp>
          <p:nvGrpSpPr>
            <p:cNvPr id="427" name="组合 426">
              <a:extLst>
                <a:ext uri="{FF2B5EF4-FFF2-40B4-BE49-F238E27FC236}">
                  <a16:creationId xmlns:a16="http://schemas.microsoft.com/office/drawing/2014/main" id="{D7DC17A0-655B-08E1-CCBC-F3B25E34C879}"/>
                </a:ext>
              </a:extLst>
            </p:cNvPr>
            <p:cNvGrpSpPr/>
            <p:nvPr/>
          </p:nvGrpSpPr>
          <p:grpSpPr>
            <a:xfrm>
              <a:off x="2974243" y="4615807"/>
              <a:ext cx="834137" cy="439410"/>
              <a:chOff x="8652334" y="2768378"/>
              <a:chExt cx="834137" cy="439410"/>
            </a:xfrm>
          </p:grpSpPr>
          <p:sp>
            <p:nvSpPr>
              <p:cNvPr id="428" name="Line 27">
                <a:extLst>
                  <a:ext uri="{FF2B5EF4-FFF2-40B4-BE49-F238E27FC236}">
                    <a16:creationId xmlns:a16="http://schemas.microsoft.com/office/drawing/2014/main" id="{F1229B7A-33E9-AE84-4B8C-4A9B08B8B86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272250" y="2988083"/>
                <a:ext cx="214221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2800"/>
              </a:p>
            </p:txBody>
          </p:sp>
          <p:sp>
            <p:nvSpPr>
              <p:cNvPr id="429" name="流程图: 延期 428">
                <a:extLst>
                  <a:ext uri="{FF2B5EF4-FFF2-40B4-BE49-F238E27FC236}">
                    <a16:creationId xmlns:a16="http://schemas.microsoft.com/office/drawing/2014/main" id="{BB261E88-4344-66C6-EB8A-604FFE4CDC4B}"/>
                  </a:ext>
                </a:extLst>
              </p:cNvPr>
              <p:cNvSpPr/>
              <p:nvPr/>
            </p:nvSpPr>
            <p:spPr>
              <a:xfrm>
                <a:off x="8855439" y="2768378"/>
                <a:ext cx="416811" cy="439410"/>
              </a:xfrm>
              <a:prstGeom prst="flowChartDelay">
                <a:avLst/>
              </a:prstGeom>
              <a:noFill/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800"/>
              </a:p>
            </p:txBody>
          </p:sp>
          <p:sp>
            <p:nvSpPr>
              <p:cNvPr id="430" name="Line 27">
                <a:extLst>
                  <a:ext uri="{FF2B5EF4-FFF2-40B4-BE49-F238E27FC236}">
                    <a16:creationId xmlns:a16="http://schemas.microsoft.com/office/drawing/2014/main" id="{4CC7BC31-9B88-BF39-CF57-204556E248C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652334" y="3110465"/>
                <a:ext cx="199844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2800"/>
              </a:p>
            </p:txBody>
          </p:sp>
          <p:sp>
            <p:nvSpPr>
              <p:cNvPr id="431" name="Line 27">
                <a:extLst>
                  <a:ext uri="{FF2B5EF4-FFF2-40B4-BE49-F238E27FC236}">
                    <a16:creationId xmlns:a16="http://schemas.microsoft.com/office/drawing/2014/main" id="{8F876688-7F8F-C7D0-3EA7-37FF9B0C6C4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652334" y="2868263"/>
                <a:ext cx="199844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2800"/>
              </a:p>
            </p:txBody>
          </p: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56" name="文本框 455">
                <a:extLst>
                  <a:ext uri="{FF2B5EF4-FFF2-40B4-BE49-F238E27FC236}">
                    <a16:creationId xmlns:a16="http://schemas.microsoft.com/office/drawing/2014/main" id="{FBB1904F-4D0B-1C3B-42D4-3835AE974329}"/>
                  </a:ext>
                </a:extLst>
              </p:cNvPr>
              <p:cNvSpPr txBox="1"/>
              <p:nvPr/>
            </p:nvSpPr>
            <p:spPr>
              <a:xfrm>
                <a:off x="596054" y="612761"/>
                <a:ext cx="3688992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>
                  <a:spcAft>
                    <a:spcPts val="600"/>
                  </a:spcAft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kumimoji="1" lang="en-US" altLang="zh-CN" sz="3200" b="0" i="0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楷体_GB2312" pitchFamily="49" charset="-122"/>
                      </a:rPr>
                      <m:t>Y</m:t>
                    </m:r>
                    <m:r>
                      <a:rPr kumimoji="1" lang="en-US" altLang="zh-CN" sz="3200" b="0" i="0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楷体_GB2312" pitchFamily="49" charset="-122"/>
                      </a:rPr>
                      <m:t>=</m:t>
                    </m:r>
                    <m:r>
                      <m:rPr>
                        <m:sty m:val="p"/>
                      </m:rPr>
                      <a:rPr kumimoji="1" lang="en-US" altLang="zh-CN" sz="3200" b="0" i="0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楷体_GB2312" pitchFamily="49" charset="-122"/>
                      </a:rPr>
                      <m:t>AB</m:t>
                    </m:r>
                    <m:r>
                      <a:rPr kumimoji="1" lang="en-US" altLang="zh-CN" sz="3200" b="0" i="0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楷体_GB2312" pitchFamily="49" charset="-122"/>
                      </a:rPr>
                      <m:t>+</m:t>
                    </m:r>
                    <m:r>
                      <m:rPr>
                        <m:sty m:val="p"/>
                      </m:rPr>
                      <a:rPr kumimoji="1" lang="en-US" altLang="zh-CN" sz="3200" b="0" i="0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楷体_GB2312" pitchFamily="49" charset="-122"/>
                      </a:rPr>
                      <m:t>AC</m:t>
                    </m:r>
                    <m:r>
                      <a:rPr kumimoji="1" lang="en-US" altLang="zh-CN" sz="3200" b="0" i="0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楷体_GB2312" pitchFamily="49" charset="-122"/>
                      </a:rPr>
                      <m:t>+</m:t>
                    </m:r>
                    <m:r>
                      <m:rPr>
                        <m:sty m:val="p"/>
                      </m:rPr>
                      <a:rPr kumimoji="1" lang="en-US" altLang="zh-CN" sz="3200" b="0" i="0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楷体_GB2312" pitchFamily="49" charset="-122"/>
                      </a:rPr>
                      <m:t>BC</m:t>
                    </m:r>
                  </m:oMath>
                </a14:m>
                <a:r>
                  <a:rPr lang="en-US" altLang="zh-CN" sz="32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</a:p>
            </p:txBody>
          </p:sp>
        </mc:Choice>
        <mc:Fallback xmlns="">
          <p:sp>
            <p:nvSpPr>
              <p:cNvPr id="456" name="文本框 455">
                <a:extLst>
                  <a:ext uri="{FF2B5EF4-FFF2-40B4-BE49-F238E27FC236}">
                    <a16:creationId xmlns:a16="http://schemas.microsoft.com/office/drawing/2014/main" id="{FBB1904F-4D0B-1C3B-42D4-3835AE9743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6054" y="612761"/>
                <a:ext cx="3688992" cy="584775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7" name="文本框 456">
                <a:extLst>
                  <a:ext uri="{FF2B5EF4-FFF2-40B4-BE49-F238E27FC236}">
                    <a16:creationId xmlns:a16="http://schemas.microsoft.com/office/drawing/2014/main" id="{F9948044-48B8-DC17-93D4-BE42D642CBEC}"/>
                  </a:ext>
                </a:extLst>
              </p:cNvPr>
              <p:cNvSpPr txBox="1"/>
              <p:nvPr/>
            </p:nvSpPr>
            <p:spPr>
              <a:xfrm>
                <a:off x="6696000" y="612000"/>
                <a:ext cx="5013835" cy="6617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kumimoji="1" lang="en-US" altLang="zh-CN" sz="3200" b="0" i="0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楷体_GB2312" pitchFamily="49" charset="-122"/>
                        </a:rPr>
                        <m:t>Y</m:t>
                      </m:r>
                      <m:r>
                        <a:rPr kumimoji="1" lang="en-US" altLang="zh-CN" sz="3200" i="0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楷体_GB2312" pitchFamily="49" charset="-122"/>
                        </a:rPr>
                        <m:t>=(</m:t>
                      </m:r>
                      <m:r>
                        <m:rPr>
                          <m:sty m:val="p"/>
                        </m:rPr>
                        <a:rPr kumimoji="1" lang="en-US" altLang="zh-CN" sz="3200" i="0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楷体_GB2312" pitchFamily="49" charset="-122"/>
                        </a:rPr>
                        <m:t>A</m:t>
                      </m:r>
                      <m:r>
                        <a:rPr kumimoji="1" lang="en-US" altLang="zh-CN" sz="3200" i="0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楷体_GB2312" pitchFamily="49" charset="-122"/>
                        </a:rPr>
                        <m:t>+</m:t>
                      </m:r>
                      <m:r>
                        <m:rPr>
                          <m:sty m:val="p"/>
                        </m:rPr>
                        <a:rPr kumimoji="1" lang="en-US" altLang="zh-CN" sz="3200" i="0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楷体_GB2312" pitchFamily="49" charset="-122"/>
                        </a:rPr>
                        <m:t>B</m:t>
                      </m:r>
                      <m:r>
                        <a:rPr kumimoji="1" lang="en-US" altLang="zh-CN" sz="3200" i="0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楷体_GB2312" pitchFamily="49" charset="-122"/>
                        </a:rPr>
                        <m:t>)(</m:t>
                      </m:r>
                      <m:r>
                        <m:rPr>
                          <m:sty m:val="p"/>
                        </m:rPr>
                        <a:rPr kumimoji="1" lang="en-US" altLang="zh-CN" sz="3200" i="0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楷体_GB2312" pitchFamily="49" charset="-122"/>
                        </a:rPr>
                        <m:t>A</m:t>
                      </m:r>
                      <m:r>
                        <a:rPr kumimoji="1" lang="en-US" altLang="zh-CN" sz="3200" i="0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楷体_GB2312" pitchFamily="49" charset="-122"/>
                        </a:rPr>
                        <m:t>+</m:t>
                      </m:r>
                      <m:r>
                        <m:rPr>
                          <m:sty m:val="p"/>
                        </m:rPr>
                        <a:rPr kumimoji="1" lang="en-US" altLang="zh-CN" sz="3200" i="0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楷体_GB2312" pitchFamily="49" charset="-122"/>
                        </a:rPr>
                        <m:t>C</m:t>
                      </m:r>
                      <m:r>
                        <a:rPr kumimoji="1" lang="en-US" altLang="zh-CN" sz="3200" i="0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楷体_GB2312" pitchFamily="49" charset="-122"/>
                        </a:rPr>
                        <m:t>)(</m:t>
                      </m:r>
                      <m:r>
                        <m:rPr>
                          <m:sty m:val="p"/>
                        </m:rPr>
                        <a:rPr kumimoji="1" lang="en-US" altLang="zh-CN" sz="3200" i="0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楷体_GB2312" pitchFamily="49" charset="-122"/>
                        </a:rPr>
                        <m:t>B</m:t>
                      </m:r>
                      <m:r>
                        <a:rPr kumimoji="1" lang="en-US" altLang="zh-CN" sz="3200" i="0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楷体_GB2312" pitchFamily="49" charset="-122"/>
                        </a:rPr>
                        <m:t>+</m:t>
                      </m:r>
                      <m:r>
                        <m:rPr>
                          <m:sty m:val="p"/>
                        </m:rPr>
                        <a:rPr kumimoji="1" lang="en-US" altLang="zh-CN" sz="3200" i="0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楷体_GB2312" pitchFamily="49" charset="-122"/>
                        </a:rPr>
                        <m:t>C</m:t>
                      </m:r>
                      <m:r>
                        <a:rPr kumimoji="1" lang="en-US" altLang="zh-CN" sz="3200" i="0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楷体_GB2312" pitchFamily="49" charset="-122"/>
                        </a:rPr>
                        <m:t>)</m:t>
                      </m:r>
                      <m:r>
                        <m:rPr>
                          <m:nor/>
                        </m:rPr>
                        <a:rPr lang="en-US" altLang="zh-CN" sz="3200" dirty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m:t> </m:t>
                      </m:r>
                    </m:oMath>
                  </m:oMathPara>
                </a14:m>
                <a:endParaRPr lang="en-US" altLang="zh-CN" sz="32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457" name="文本框 456">
                <a:extLst>
                  <a:ext uri="{FF2B5EF4-FFF2-40B4-BE49-F238E27FC236}">
                    <a16:creationId xmlns:a16="http://schemas.microsoft.com/office/drawing/2014/main" id="{F9948044-48B8-DC17-93D4-BE42D642CB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96000" y="612000"/>
                <a:ext cx="5013835" cy="66172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61" name="文本框 460">
            <a:extLst>
              <a:ext uri="{FF2B5EF4-FFF2-40B4-BE49-F238E27FC236}">
                <a16:creationId xmlns:a16="http://schemas.microsoft.com/office/drawing/2014/main" id="{BB7F0738-9267-5BBF-B606-0627EF81A398}"/>
              </a:ext>
            </a:extLst>
          </p:cNvPr>
          <p:cNvSpPr txBox="1"/>
          <p:nvPr/>
        </p:nvSpPr>
        <p:spPr>
          <a:xfrm>
            <a:off x="1440000" y="3295998"/>
            <a:ext cx="1961242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zh-CN" altLang="en-US" sz="26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与或式实现</a:t>
            </a:r>
            <a:endParaRPr lang="en-US" altLang="zh-CN" sz="2600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62" name="文本框 461">
            <a:extLst>
              <a:ext uri="{FF2B5EF4-FFF2-40B4-BE49-F238E27FC236}">
                <a16:creationId xmlns:a16="http://schemas.microsoft.com/office/drawing/2014/main" id="{EC59C680-5970-97AA-C30D-E4151515855E}"/>
              </a:ext>
            </a:extLst>
          </p:cNvPr>
          <p:cNvSpPr txBox="1"/>
          <p:nvPr/>
        </p:nvSpPr>
        <p:spPr>
          <a:xfrm>
            <a:off x="7437600" y="3297600"/>
            <a:ext cx="196124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zh-CN" altLang="en-US" sz="26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或与式实现</a:t>
            </a:r>
            <a:endParaRPr lang="en-US" altLang="zh-CN" sz="2600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40" name="文本框 539">
            <a:extLst>
              <a:ext uri="{FF2B5EF4-FFF2-40B4-BE49-F238E27FC236}">
                <a16:creationId xmlns:a16="http://schemas.microsoft.com/office/drawing/2014/main" id="{6ADF620F-23EA-92B4-4A6B-6C4C877CB881}"/>
              </a:ext>
            </a:extLst>
          </p:cNvPr>
          <p:cNvSpPr txBox="1"/>
          <p:nvPr/>
        </p:nvSpPr>
        <p:spPr>
          <a:xfrm>
            <a:off x="1440000" y="6177600"/>
            <a:ext cx="1961242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zh-CN" altLang="en-US" sz="26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与非式实现</a:t>
            </a:r>
            <a:endParaRPr lang="en-US" altLang="zh-CN" sz="2600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585" name="组合 584">
            <a:extLst>
              <a:ext uri="{FF2B5EF4-FFF2-40B4-BE49-F238E27FC236}">
                <a16:creationId xmlns:a16="http://schemas.microsoft.com/office/drawing/2014/main" id="{662D21CD-55B4-88D1-606F-8AE7EB7CF819}"/>
              </a:ext>
            </a:extLst>
          </p:cNvPr>
          <p:cNvGrpSpPr/>
          <p:nvPr/>
        </p:nvGrpSpPr>
        <p:grpSpPr>
          <a:xfrm>
            <a:off x="720000" y="3960000"/>
            <a:ext cx="3952197" cy="2114251"/>
            <a:chOff x="1206888" y="3810057"/>
            <a:chExt cx="3952197" cy="2114251"/>
          </a:xfrm>
        </p:grpSpPr>
        <p:grpSp>
          <p:nvGrpSpPr>
            <p:cNvPr id="504" name="组合 503">
              <a:extLst>
                <a:ext uri="{FF2B5EF4-FFF2-40B4-BE49-F238E27FC236}">
                  <a16:creationId xmlns:a16="http://schemas.microsoft.com/office/drawing/2014/main" id="{31BCACBD-63C6-D590-06DA-522ACB70B201}"/>
                </a:ext>
              </a:extLst>
            </p:cNvPr>
            <p:cNvGrpSpPr/>
            <p:nvPr/>
          </p:nvGrpSpPr>
          <p:grpSpPr>
            <a:xfrm>
              <a:off x="1556901" y="3899884"/>
              <a:ext cx="2111695" cy="586004"/>
              <a:chOff x="8002758" y="2768378"/>
              <a:chExt cx="1583434" cy="439410"/>
            </a:xfrm>
          </p:grpSpPr>
          <p:sp>
            <p:nvSpPr>
              <p:cNvPr id="536" name="Line 27">
                <a:extLst>
                  <a:ext uri="{FF2B5EF4-FFF2-40B4-BE49-F238E27FC236}">
                    <a16:creationId xmlns:a16="http://schemas.microsoft.com/office/drawing/2014/main" id="{F75B0606-8ED2-06FE-E9A5-4FD1C0686DE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272250" y="2988083"/>
                <a:ext cx="313942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2800"/>
              </a:p>
            </p:txBody>
          </p:sp>
          <p:sp>
            <p:nvSpPr>
              <p:cNvPr id="537" name="流程图: 延期 536">
                <a:extLst>
                  <a:ext uri="{FF2B5EF4-FFF2-40B4-BE49-F238E27FC236}">
                    <a16:creationId xmlns:a16="http://schemas.microsoft.com/office/drawing/2014/main" id="{47DDE200-19C7-D216-1B44-ACC5CDF52589}"/>
                  </a:ext>
                </a:extLst>
              </p:cNvPr>
              <p:cNvSpPr/>
              <p:nvPr/>
            </p:nvSpPr>
            <p:spPr>
              <a:xfrm>
                <a:off x="8855439" y="2768378"/>
                <a:ext cx="416811" cy="439410"/>
              </a:xfrm>
              <a:prstGeom prst="flowChartDelay">
                <a:avLst/>
              </a:prstGeom>
              <a:noFill/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800"/>
              </a:p>
            </p:txBody>
          </p:sp>
          <p:sp>
            <p:nvSpPr>
              <p:cNvPr id="538" name="Line 27">
                <a:extLst>
                  <a:ext uri="{FF2B5EF4-FFF2-40B4-BE49-F238E27FC236}">
                    <a16:creationId xmlns:a16="http://schemas.microsoft.com/office/drawing/2014/main" id="{7D6CD959-1432-AB23-C11A-CBA8B6E2A48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584060" y="3110465"/>
                <a:ext cx="268120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2800"/>
              </a:p>
            </p:txBody>
          </p:sp>
          <p:sp>
            <p:nvSpPr>
              <p:cNvPr id="539" name="Line 27">
                <a:extLst>
                  <a:ext uri="{FF2B5EF4-FFF2-40B4-BE49-F238E27FC236}">
                    <a16:creationId xmlns:a16="http://schemas.microsoft.com/office/drawing/2014/main" id="{7F214886-255B-5A85-2018-2755500E262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002758" y="2868263"/>
                <a:ext cx="849421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2800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5" name="文本框 504">
                  <a:extLst>
                    <a:ext uri="{FF2B5EF4-FFF2-40B4-BE49-F238E27FC236}">
                      <a16:creationId xmlns:a16="http://schemas.microsoft.com/office/drawing/2014/main" id="{E63B3FEC-0C21-4081-C4CC-47D668AE4680}"/>
                    </a:ext>
                  </a:extLst>
                </p:cNvPr>
                <p:cNvSpPr txBox="1"/>
                <p:nvPr/>
              </p:nvSpPr>
              <p:spPr>
                <a:xfrm>
                  <a:off x="1206888" y="3810057"/>
                  <a:ext cx="339640" cy="405276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 eaLnBrk="1" hangingPunct="1">
                    <a:lnSpc>
                      <a:spcPct val="90000"/>
                    </a:lnSpc>
                    <a:spcBef>
                      <a:spcPct val="50000"/>
                    </a:spcBef>
                    <a:spcAft>
                      <a:spcPct val="0"/>
                    </a:spcAft>
                    <a:buFontTx/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kumimoji="1" lang="en-US" altLang="zh-CN" sz="2800" b="0" i="0" smtClean="0">
                            <a:latin typeface="Cambria Math" panose="02040503050406030204" pitchFamily="18" charset="0"/>
                            <a:ea typeface="楷体_GB2312" pitchFamily="49" charset="-122"/>
                          </a:rPr>
                          <m:t>A</m:t>
                        </m:r>
                      </m:oMath>
                    </m:oMathPara>
                  </a14:m>
                  <a:endParaRPr kumimoji="1" lang="en-US" altLang="zh-CN" sz="2800" b="0" baseline="-25000" dirty="0">
                    <a:latin typeface="Times New Roman" panose="02020603050405020304" pitchFamily="18" charset="0"/>
                    <a:ea typeface="楷体_GB2312" pitchFamily="49" charset="-122"/>
                  </a:endParaRPr>
                </a:p>
              </p:txBody>
            </p:sp>
          </mc:Choice>
          <mc:Fallback xmlns="">
            <p:sp>
              <p:nvSpPr>
                <p:cNvPr id="505" name="文本框 504">
                  <a:extLst>
                    <a:ext uri="{FF2B5EF4-FFF2-40B4-BE49-F238E27FC236}">
                      <a16:creationId xmlns:a16="http://schemas.microsoft.com/office/drawing/2014/main" id="{E63B3FEC-0C21-4081-C4CC-47D668AE468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06888" y="3810057"/>
                  <a:ext cx="339640" cy="405276"/>
                </a:xfrm>
                <a:prstGeom prst="rect">
                  <a:avLst/>
                </a:prstGeom>
                <a:blipFill>
                  <a:blip r:embed="rId13"/>
                  <a:stretch>
                    <a:fillRect l="-27273" r="-10909" b="-1515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506" name="组合 505">
              <a:extLst>
                <a:ext uri="{FF2B5EF4-FFF2-40B4-BE49-F238E27FC236}">
                  <a16:creationId xmlns:a16="http://schemas.microsoft.com/office/drawing/2014/main" id="{EFA9308C-75CB-6ED1-37EC-641B8DD66300}"/>
                </a:ext>
              </a:extLst>
            </p:cNvPr>
            <p:cNvGrpSpPr/>
            <p:nvPr/>
          </p:nvGrpSpPr>
          <p:grpSpPr>
            <a:xfrm>
              <a:off x="1556903" y="4619095"/>
              <a:ext cx="2449285" cy="586004"/>
              <a:chOff x="8002222" y="2768378"/>
              <a:chExt cx="1836572" cy="439410"/>
            </a:xfrm>
          </p:grpSpPr>
          <p:sp>
            <p:nvSpPr>
              <p:cNvPr id="532" name="Line 27">
                <a:extLst>
                  <a:ext uri="{FF2B5EF4-FFF2-40B4-BE49-F238E27FC236}">
                    <a16:creationId xmlns:a16="http://schemas.microsoft.com/office/drawing/2014/main" id="{5977B2BC-F5C4-779D-BD60-659319EE29F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272249" y="2988083"/>
                <a:ext cx="566545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2800"/>
              </a:p>
            </p:txBody>
          </p:sp>
          <p:sp>
            <p:nvSpPr>
              <p:cNvPr id="533" name="流程图: 延期 532">
                <a:extLst>
                  <a:ext uri="{FF2B5EF4-FFF2-40B4-BE49-F238E27FC236}">
                    <a16:creationId xmlns:a16="http://schemas.microsoft.com/office/drawing/2014/main" id="{1DB4456A-73D2-E4BC-0047-AB8A081769E6}"/>
                  </a:ext>
                </a:extLst>
              </p:cNvPr>
              <p:cNvSpPr/>
              <p:nvPr/>
            </p:nvSpPr>
            <p:spPr>
              <a:xfrm>
                <a:off x="8855439" y="2768378"/>
                <a:ext cx="416811" cy="439410"/>
              </a:xfrm>
              <a:prstGeom prst="flowChartDelay">
                <a:avLst/>
              </a:prstGeom>
              <a:noFill/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800"/>
              </a:p>
            </p:txBody>
          </p:sp>
          <p:sp>
            <p:nvSpPr>
              <p:cNvPr id="534" name="Line 27">
                <a:extLst>
                  <a:ext uri="{FF2B5EF4-FFF2-40B4-BE49-F238E27FC236}">
                    <a16:creationId xmlns:a16="http://schemas.microsoft.com/office/drawing/2014/main" id="{B8D32DF3-06B3-C83E-2578-7710EE1277F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583523" y="3110465"/>
                <a:ext cx="268657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2800"/>
              </a:p>
            </p:txBody>
          </p:sp>
          <p:sp>
            <p:nvSpPr>
              <p:cNvPr id="535" name="Line 27">
                <a:extLst>
                  <a:ext uri="{FF2B5EF4-FFF2-40B4-BE49-F238E27FC236}">
                    <a16:creationId xmlns:a16="http://schemas.microsoft.com/office/drawing/2014/main" id="{20719852-25E5-9CEE-4804-964A7DFA791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002222" y="2868263"/>
                <a:ext cx="849958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2800"/>
              </a:p>
            </p:txBody>
          </p:sp>
        </p:grpSp>
        <p:grpSp>
          <p:nvGrpSpPr>
            <p:cNvPr id="507" name="组合 506">
              <a:extLst>
                <a:ext uri="{FF2B5EF4-FFF2-40B4-BE49-F238E27FC236}">
                  <a16:creationId xmlns:a16="http://schemas.microsoft.com/office/drawing/2014/main" id="{4DAFEBF0-3A27-9904-3CD9-6EB31F9171CB}"/>
                </a:ext>
              </a:extLst>
            </p:cNvPr>
            <p:cNvGrpSpPr/>
            <p:nvPr/>
          </p:nvGrpSpPr>
          <p:grpSpPr>
            <a:xfrm>
              <a:off x="1556901" y="5338304"/>
              <a:ext cx="2111695" cy="586004"/>
              <a:chOff x="8002758" y="2768378"/>
              <a:chExt cx="1583434" cy="439410"/>
            </a:xfrm>
          </p:grpSpPr>
          <p:sp>
            <p:nvSpPr>
              <p:cNvPr id="528" name="Line 27">
                <a:extLst>
                  <a:ext uri="{FF2B5EF4-FFF2-40B4-BE49-F238E27FC236}">
                    <a16:creationId xmlns:a16="http://schemas.microsoft.com/office/drawing/2014/main" id="{E27F8E04-59ED-DC96-3CA9-6D3DB22F13E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272250" y="2988083"/>
                <a:ext cx="313942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2800"/>
              </a:p>
            </p:txBody>
          </p:sp>
          <p:sp>
            <p:nvSpPr>
              <p:cNvPr id="529" name="流程图: 延期 528">
                <a:extLst>
                  <a:ext uri="{FF2B5EF4-FFF2-40B4-BE49-F238E27FC236}">
                    <a16:creationId xmlns:a16="http://schemas.microsoft.com/office/drawing/2014/main" id="{3FF19BBC-1CF6-F44F-1221-4526945B9E57}"/>
                  </a:ext>
                </a:extLst>
              </p:cNvPr>
              <p:cNvSpPr/>
              <p:nvPr/>
            </p:nvSpPr>
            <p:spPr>
              <a:xfrm>
                <a:off x="8855439" y="2768378"/>
                <a:ext cx="416811" cy="439410"/>
              </a:xfrm>
              <a:prstGeom prst="flowChartDelay">
                <a:avLst/>
              </a:prstGeom>
              <a:noFill/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800"/>
              </a:p>
            </p:txBody>
          </p:sp>
          <p:sp>
            <p:nvSpPr>
              <p:cNvPr id="530" name="Line 27">
                <a:extLst>
                  <a:ext uri="{FF2B5EF4-FFF2-40B4-BE49-F238E27FC236}">
                    <a16:creationId xmlns:a16="http://schemas.microsoft.com/office/drawing/2014/main" id="{01304191-E6B2-8743-B1D3-5320A2A4AC6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255439" y="3110465"/>
                <a:ext cx="596740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2800"/>
              </a:p>
            </p:txBody>
          </p:sp>
          <p:sp>
            <p:nvSpPr>
              <p:cNvPr id="531" name="Line 27">
                <a:extLst>
                  <a:ext uri="{FF2B5EF4-FFF2-40B4-BE49-F238E27FC236}">
                    <a16:creationId xmlns:a16="http://schemas.microsoft.com/office/drawing/2014/main" id="{FBC10E59-61FA-580A-704D-EA8C1B37C1F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002758" y="2868263"/>
                <a:ext cx="849422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2800"/>
              </a:p>
            </p:txBody>
          </p:sp>
        </p:grpSp>
        <p:sp>
          <p:nvSpPr>
            <p:cNvPr id="508" name="Line 27">
              <a:extLst>
                <a:ext uri="{FF2B5EF4-FFF2-40B4-BE49-F238E27FC236}">
                  <a16:creationId xmlns:a16="http://schemas.microsoft.com/office/drawing/2014/main" id="{DF2F9785-2936-F56C-8D14-23C8D4692011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3384893" y="4475333"/>
              <a:ext cx="56741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800"/>
            </a:p>
          </p:txBody>
        </p:sp>
        <p:sp>
          <p:nvSpPr>
            <p:cNvPr id="509" name="Line 27">
              <a:extLst>
                <a:ext uri="{FF2B5EF4-FFF2-40B4-BE49-F238E27FC236}">
                  <a16:creationId xmlns:a16="http://schemas.microsoft.com/office/drawing/2014/main" id="{080FEC44-4DD9-B559-4269-67596DC2B36A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3390620" y="5354747"/>
              <a:ext cx="555959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800" dirty="0"/>
            </a:p>
          </p:txBody>
        </p:sp>
        <p:sp>
          <p:nvSpPr>
            <p:cNvPr id="510" name="椭圆 509">
              <a:extLst>
                <a:ext uri="{FF2B5EF4-FFF2-40B4-BE49-F238E27FC236}">
                  <a16:creationId xmlns:a16="http://schemas.microsoft.com/office/drawing/2014/main" id="{5350EB19-455A-5E84-E760-3B42A0A41353}"/>
                </a:ext>
              </a:extLst>
            </p:cNvPr>
            <p:cNvSpPr/>
            <p:nvPr/>
          </p:nvSpPr>
          <p:spPr>
            <a:xfrm>
              <a:off x="2272994" y="4691161"/>
              <a:ext cx="120667" cy="120667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/>
            </a:p>
          </p:txBody>
        </p:sp>
        <p:sp>
          <p:nvSpPr>
            <p:cNvPr id="511" name="Line 27">
              <a:extLst>
                <a:ext uri="{FF2B5EF4-FFF2-40B4-BE49-F238E27FC236}">
                  <a16:creationId xmlns:a16="http://schemas.microsoft.com/office/drawing/2014/main" id="{2774C0DB-FA91-69E5-8A7D-998AF79461EE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2126306" y="4555258"/>
              <a:ext cx="411659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800"/>
            </a:p>
          </p:txBody>
        </p:sp>
        <p:sp>
          <p:nvSpPr>
            <p:cNvPr id="512" name="椭圆 511">
              <a:extLst>
                <a:ext uri="{FF2B5EF4-FFF2-40B4-BE49-F238E27FC236}">
                  <a16:creationId xmlns:a16="http://schemas.microsoft.com/office/drawing/2014/main" id="{B1C5933E-283F-0206-C976-42140C833A8B}"/>
                </a:ext>
              </a:extLst>
            </p:cNvPr>
            <p:cNvSpPr/>
            <p:nvPr/>
          </p:nvSpPr>
          <p:spPr>
            <a:xfrm>
              <a:off x="2272994" y="5410933"/>
              <a:ext cx="120667" cy="120667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/>
            </a:p>
          </p:txBody>
        </p:sp>
        <p:sp>
          <p:nvSpPr>
            <p:cNvPr id="513" name="Line 27">
              <a:extLst>
                <a:ext uri="{FF2B5EF4-FFF2-40B4-BE49-F238E27FC236}">
                  <a16:creationId xmlns:a16="http://schemas.microsoft.com/office/drawing/2014/main" id="{98300E98-8E89-0540-8CAC-FCF5F0BA6F4B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2130517" y="5278386"/>
              <a:ext cx="403239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800"/>
            </a:p>
          </p:txBody>
        </p:sp>
        <p:sp>
          <p:nvSpPr>
            <p:cNvPr id="514" name="Line 27">
              <a:extLst>
                <a:ext uri="{FF2B5EF4-FFF2-40B4-BE49-F238E27FC236}">
                  <a16:creationId xmlns:a16="http://schemas.microsoft.com/office/drawing/2014/main" id="{DBF49BD7-F18E-7E48-E06F-D9BB5877D6F3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1016526" y="4917495"/>
              <a:ext cx="1754713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800"/>
            </a:p>
          </p:txBody>
        </p:sp>
        <p:sp>
          <p:nvSpPr>
            <p:cNvPr id="515" name="椭圆 514">
              <a:extLst>
                <a:ext uri="{FF2B5EF4-FFF2-40B4-BE49-F238E27FC236}">
                  <a16:creationId xmlns:a16="http://schemas.microsoft.com/office/drawing/2014/main" id="{DDC0A9E1-270B-D202-E481-ECF604AB07D5}"/>
                </a:ext>
              </a:extLst>
            </p:cNvPr>
            <p:cNvSpPr/>
            <p:nvPr/>
          </p:nvSpPr>
          <p:spPr>
            <a:xfrm>
              <a:off x="1833550" y="3971271"/>
              <a:ext cx="120667" cy="120667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 dirty="0"/>
            </a:p>
          </p:txBody>
        </p:sp>
        <p:grpSp>
          <p:nvGrpSpPr>
            <p:cNvPr id="516" name="组合 515">
              <a:extLst>
                <a:ext uri="{FF2B5EF4-FFF2-40B4-BE49-F238E27FC236}">
                  <a16:creationId xmlns:a16="http://schemas.microsoft.com/office/drawing/2014/main" id="{529AE31B-02B4-B0B9-169F-EF2CF618C521}"/>
                </a:ext>
              </a:extLst>
            </p:cNvPr>
            <p:cNvGrpSpPr/>
            <p:nvPr/>
          </p:nvGrpSpPr>
          <p:grpSpPr>
            <a:xfrm>
              <a:off x="3668600" y="4759097"/>
              <a:ext cx="1188355" cy="320863"/>
              <a:chOff x="2362214" y="5248726"/>
              <a:chExt cx="891076" cy="240596"/>
            </a:xfrm>
          </p:grpSpPr>
          <p:sp>
            <p:nvSpPr>
              <p:cNvPr id="524" name="Line 27">
                <a:extLst>
                  <a:ext uri="{FF2B5EF4-FFF2-40B4-BE49-F238E27FC236}">
                    <a16:creationId xmlns:a16="http://schemas.microsoft.com/office/drawing/2014/main" id="{CF675FDB-1C45-4B1F-3B24-1CF22DA46B4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62214" y="5248726"/>
                <a:ext cx="252860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2800"/>
              </a:p>
            </p:txBody>
          </p:sp>
          <p:sp>
            <p:nvSpPr>
              <p:cNvPr id="525" name="Line 27">
                <a:extLst>
                  <a:ext uri="{FF2B5EF4-FFF2-40B4-BE49-F238E27FC236}">
                    <a16:creationId xmlns:a16="http://schemas.microsoft.com/office/drawing/2014/main" id="{5D55CFC5-380F-1C9D-B917-C16597C6043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62214" y="5489322"/>
                <a:ext cx="252860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2800"/>
              </a:p>
            </p:txBody>
          </p:sp>
          <p:sp>
            <p:nvSpPr>
              <p:cNvPr id="526" name="Line 27">
                <a:extLst>
                  <a:ext uri="{FF2B5EF4-FFF2-40B4-BE49-F238E27FC236}">
                    <a16:creationId xmlns:a16="http://schemas.microsoft.com/office/drawing/2014/main" id="{DEB0F4B6-3D98-0C42-31BE-4D4B9EA76F1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33952" y="5356462"/>
                <a:ext cx="219338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2800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17" name="文本框 516">
                  <a:extLst>
                    <a:ext uri="{FF2B5EF4-FFF2-40B4-BE49-F238E27FC236}">
                      <a16:creationId xmlns:a16="http://schemas.microsoft.com/office/drawing/2014/main" id="{5515603F-A9BC-58F4-2DB4-1111F0F32F3A}"/>
                    </a:ext>
                  </a:extLst>
                </p:cNvPr>
                <p:cNvSpPr txBox="1"/>
                <p:nvPr/>
              </p:nvSpPr>
              <p:spPr>
                <a:xfrm>
                  <a:off x="1206888" y="4531293"/>
                  <a:ext cx="339640" cy="405276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 eaLnBrk="1" hangingPunct="1">
                    <a:lnSpc>
                      <a:spcPct val="90000"/>
                    </a:lnSpc>
                    <a:spcBef>
                      <a:spcPct val="50000"/>
                    </a:spcBef>
                    <a:spcAft>
                      <a:spcPct val="0"/>
                    </a:spcAft>
                    <a:buFontTx/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kumimoji="1" lang="en-US" altLang="zh-CN" sz="2800" b="0" i="0" smtClean="0">
                            <a:latin typeface="Cambria Math" panose="02040503050406030204" pitchFamily="18" charset="0"/>
                            <a:ea typeface="楷体_GB2312" pitchFamily="49" charset="-122"/>
                          </a:rPr>
                          <m:t>B</m:t>
                        </m:r>
                      </m:oMath>
                    </m:oMathPara>
                  </a14:m>
                  <a:endParaRPr kumimoji="1" lang="en-US" altLang="zh-CN" sz="2800" b="0" baseline="-25000" dirty="0">
                    <a:latin typeface="Times New Roman" panose="02020603050405020304" pitchFamily="18" charset="0"/>
                    <a:ea typeface="楷体_GB2312" pitchFamily="49" charset="-122"/>
                  </a:endParaRPr>
                </a:p>
              </p:txBody>
            </p:sp>
          </mc:Choice>
          <mc:Fallback xmlns="">
            <p:sp>
              <p:nvSpPr>
                <p:cNvPr id="517" name="文本框 516">
                  <a:extLst>
                    <a:ext uri="{FF2B5EF4-FFF2-40B4-BE49-F238E27FC236}">
                      <a16:creationId xmlns:a16="http://schemas.microsoft.com/office/drawing/2014/main" id="{5515603F-A9BC-58F4-2DB4-1111F0F32F3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06888" y="4531293"/>
                  <a:ext cx="339640" cy="405276"/>
                </a:xfrm>
                <a:prstGeom prst="rect">
                  <a:avLst/>
                </a:prstGeom>
                <a:blipFill>
                  <a:blip r:embed="rId14"/>
                  <a:stretch>
                    <a:fillRect l="-27273" r="-9091" b="-14925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18" name="文本框 517">
                  <a:extLst>
                    <a:ext uri="{FF2B5EF4-FFF2-40B4-BE49-F238E27FC236}">
                      <a16:creationId xmlns:a16="http://schemas.microsoft.com/office/drawing/2014/main" id="{5586A5EB-F65A-E472-F475-B1D456805EC3}"/>
                    </a:ext>
                  </a:extLst>
                </p:cNvPr>
                <p:cNvSpPr txBox="1"/>
                <p:nvPr/>
              </p:nvSpPr>
              <p:spPr>
                <a:xfrm>
                  <a:off x="1206888" y="5252251"/>
                  <a:ext cx="339640" cy="405276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 eaLnBrk="1" hangingPunct="1">
                    <a:lnSpc>
                      <a:spcPct val="90000"/>
                    </a:lnSpc>
                    <a:spcBef>
                      <a:spcPct val="50000"/>
                    </a:spcBef>
                    <a:spcAft>
                      <a:spcPct val="0"/>
                    </a:spcAft>
                    <a:buFontTx/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kumimoji="1" lang="en-US" altLang="zh-CN" sz="2800" b="0" i="0" smtClean="0">
                            <a:latin typeface="Cambria Math" panose="02040503050406030204" pitchFamily="18" charset="0"/>
                            <a:ea typeface="楷体_GB2312" pitchFamily="49" charset="-122"/>
                          </a:rPr>
                          <m:t>C</m:t>
                        </m:r>
                      </m:oMath>
                    </m:oMathPara>
                  </a14:m>
                  <a:endParaRPr kumimoji="1" lang="en-US" altLang="zh-CN" sz="2800" b="0" baseline="-25000" dirty="0">
                    <a:latin typeface="Times New Roman" panose="02020603050405020304" pitchFamily="18" charset="0"/>
                    <a:ea typeface="楷体_GB2312" pitchFamily="49" charset="-122"/>
                  </a:endParaRPr>
                </a:p>
              </p:txBody>
            </p:sp>
          </mc:Choice>
          <mc:Fallback xmlns="">
            <p:sp>
              <p:nvSpPr>
                <p:cNvPr id="518" name="文本框 517">
                  <a:extLst>
                    <a:ext uri="{FF2B5EF4-FFF2-40B4-BE49-F238E27FC236}">
                      <a16:creationId xmlns:a16="http://schemas.microsoft.com/office/drawing/2014/main" id="{5586A5EB-F65A-E472-F475-B1D456805EC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06888" y="5252251"/>
                  <a:ext cx="339640" cy="405276"/>
                </a:xfrm>
                <a:prstGeom prst="rect">
                  <a:avLst/>
                </a:prstGeom>
                <a:blipFill>
                  <a:blip r:embed="rId15"/>
                  <a:stretch>
                    <a:fillRect l="-25455" r="-7273" b="-1515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19" name="文本框 518">
                  <a:extLst>
                    <a:ext uri="{FF2B5EF4-FFF2-40B4-BE49-F238E27FC236}">
                      <a16:creationId xmlns:a16="http://schemas.microsoft.com/office/drawing/2014/main" id="{7C834E64-504B-4AE9-12AF-8D5CE2AFBA02}"/>
                    </a:ext>
                  </a:extLst>
                </p:cNvPr>
                <p:cNvSpPr txBox="1"/>
                <p:nvPr/>
              </p:nvSpPr>
              <p:spPr>
                <a:xfrm>
                  <a:off x="4819445" y="4693508"/>
                  <a:ext cx="339640" cy="405276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 eaLnBrk="1" hangingPunct="1">
                    <a:lnSpc>
                      <a:spcPct val="90000"/>
                    </a:lnSpc>
                    <a:spcBef>
                      <a:spcPct val="50000"/>
                    </a:spcBef>
                    <a:spcAft>
                      <a:spcPct val="0"/>
                    </a:spcAft>
                    <a:buFontTx/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kumimoji="1" lang="en-US" altLang="zh-CN" sz="2800" b="0" i="0" smtClean="0">
                            <a:latin typeface="Cambria Math" panose="02040503050406030204" pitchFamily="18" charset="0"/>
                            <a:ea typeface="楷体_GB2312" pitchFamily="49" charset="-122"/>
                          </a:rPr>
                          <m:t>Y</m:t>
                        </m:r>
                      </m:oMath>
                    </m:oMathPara>
                  </a14:m>
                  <a:endParaRPr kumimoji="1" lang="en-US" altLang="zh-CN" sz="2800" b="0" baseline="-25000" dirty="0">
                    <a:latin typeface="Times New Roman" panose="02020603050405020304" pitchFamily="18" charset="0"/>
                    <a:ea typeface="楷体_GB2312" pitchFamily="49" charset="-122"/>
                  </a:endParaRPr>
                </a:p>
              </p:txBody>
            </p:sp>
          </mc:Choice>
          <mc:Fallback xmlns="">
            <p:sp>
              <p:nvSpPr>
                <p:cNvPr id="519" name="文本框 518">
                  <a:extLst>
                    <a:ext uri="{FF2B5EF4-FFF2-40B4-BE49-F238E27FC236}">
                      <a16:creationId xmlns:a16="http://schemas.microsoft.com/office/drawing/2014/main" id="{7C834E64-504B-4AE9-12AF-8D5CE2AFBA0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19445" y="4693508"/>
                  <a:ext cx="339640" cy="405276"/>
                </a:xfrm>
                <a:prstGeom prst="rect">
                  <a:avLst/>
                </a:prstGeom>
                <a:blipFill>
                  <a:blip r:embed="rId16"/>
                  <a:stretch>
                    <a:fillRect l="-23214" r="-7143" b="-1515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79" name="椭圆 578">
              <a:extLst>
                <a:ext uri="{FF2B5EF4-FFF2-40B4-BE49-F238E27FC236}">
                  <a16:creationId xmlns:a16="http://schemas.microsoft.com/office/drawing/2014/main" id="{313B256F-55E8-E57E-67BD-87E3087EEBD4}"/>
                </a:ext>
              </a:extLst>
            </p:cNvPr>
            <p:cNvSpPr/>
            <p:nvPr/>
          </p:nvSpPr>
          <p:spPr>
            <a:xfrm>
              <a:off x="3269226" y="4147648"/>
              <a:ext cx="111395" cy="111395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80" name="椭圆 579">
              <a:extLst>
                <a:ext uri="{FF2B5EF4-FFF2-40B4-BE49-F238E27FC236}">
                  <a16:creationId xmlns:a16="http://schemas.microsoft.com/office/drawing/2014/main" id="{6794F4C2-0D33-6E6A-9501-2CAC6FFA9753}"/>
                </a:ext>
              </a:extLst>
            </p:cNvPr>
            <p:cNvSpPr/>
            <p:nvPr/>
          </p:nvSpPr>
          <p:spPr>
            <a:xfrm>
              <a:off x="3269226" y="4852863"/>
              <a:ext cx="111395" cy="111395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81" name="椭圆 580">
              <a:extLst>
                <a:ext uri="{FF2B5EF4-FFF2-40B4-BE49-F238E27FC236}">
                  <a16:creationId xmlns:a16="http://schemas.microsoft.com/office/drawing/2014/main" id="{B222EBEC-3236-8722-3EEA-A015DB2B652A}"/>
                </a:ext>
              </a:extLst>
            </p:cNvPr>
            <p:cNvSpPr/>
            <p:nvPr/>
          </p:nvSpPr>
          <p:spPr>
            <a:xfrm>
              <a:off x="3269226" y="5574064"/>
              <a:ext cx="111395" cy="111395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82" name="椭圆 581">
              <a:extLst>
                <a:ext uri="{FF2B5EF4-FFF2-40B4-BE49-F238E27FC236}">
                  <a16:creationId xmlns:a16="http://schemas.microsoft.com/office/drawing/2014/main" id="{7613DD3F-7DEE-CC4F-E6BC-474C343004EA}"/>
                </a:ext>
              </a:extLst>
            </p:cNvPr>
            <p:cNvSpPr/>
            <p:nvPr/>
          </p:nvSpPr>
          <p:spPr>
            <a:xfrm>
              <a:off x="4579354" y="4852862"/>
              <a:ext cx="111395" cy="111395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84" name="流程图: 延期 583">
              <a:extLst>
                <a:ext uri="{FF2B5EF4-FFF2-40B4-BE49-F238E27FC236}">
                  <a16:creationId xmlns:a16="http://schemas.microsoft.com/office/drawing/2014/main" id="{DF5EA986-C71F-E2B6-C406-02767AC598F1}"/>
                </a:ext>
              </a:extLst>
            </p:cNvPr>
            <p:cNvSpPr/>
            <p:nvPr/>
          </p:nvSpPr>
          <p:spPr>
            <a:xfrm>
              <a:off x="4006188" y="4620008"/>
              <a:ext cx="555866" cy="586004"/>
            </a:xfrm>
            <a:prstGeom prst="flowChartDelay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/>
            </a:p>
          </p:txBody>
        </p:sp>
      </p:grpSp>
      <p:sp>
        <p:nvSpPr>
          <p:cNvPr id="631" name="文本框 630">
            <a:extLst>
              <a:ext uri="{FF2B5EF4-FFF2-40B4-BE49-F238E27FC236}">
                <a16:creationId xmlns:a16="http://schemas.microsoft.com/office/drawing/2014/main" id="{CD392901-41BB-DA6D-2E1B-45A97C59CAD0}"/>
              </a:ext>
            </a:extLst>
          </p:cNvPr>
          <p:cNvSpPr txBox="1"/>
          <p:nvPr/>
        </p:nvSpPr>
        <p:spPr>
          <a:xfrm>
            <a:off x="7437600" y="6177600"/>
            <a:ext cx="196124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zh-CN" altLang="en-US" sz="26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或非式实现</a:t>
            </a:r>
            <a:endParaRPr lang="en-US" altLang="zh-CN" sz="2600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646" name="组合 645">
            <a:extLst>
              <a:ext uri="{FF2B5EF4-FFF2-40B4-BE49-F238E27FC236}">
                <a16:creationId xmlns:a16="http://schemas.microsoft.com/office/drawing/2014/main" id="{4AE03E15-3B84-6317-66C3-D1A973C77A52}"/>
              </a:ext>
            </a:extLst>
          </p:cNvPr>
          <p:cNvGrpSpPr/>
          <p:nvPr/>
        </p:nvGrpSpPr>
        <p:grpSpPr>
          <a:xfrm>
            <a:off x="6696000" y="3960000"/>
            <a:ext cx="3952197" cy="2111861"/>
            <a:chOff x="6800255" y="3929353"/>
            <a:chExt cx="3952197" cy="211186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87" name="文本框 586">
                  <a:extLst>
                    <a:ext uri="{FF2B5EF4-FFF2-40B4-BE49-F238E27FC236}">
                      <a16:creationId xmlns:a16="http://schemas.microsoft.com/office/drawing/2014/main" id="{8B01B9EF-5D29-9117-9866-1A2E6B7168F8}"/>
                    </a:ext>
                  </a:extLst>
                </p:cNvPr>
                <p:cNvSpPr txBox="1"/>
                <p:nvPr/>
              </p:nvSpPr>
              <p:spPr>
                <a:xfrm>
                  <a:off x="6800255" y="3929353"/>
                  <a:ext cx="339640" cy="40527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 eaLnBrk="1" hangingPunct="1">
                    <a:lnSpc>
                      <a:spcPct val="90000"/>
                    </a:lnSpc>
                    <a:spcBef>
                      <a:spcPct val="50000"/>
                    </a:spcBef>
                    <a:spcAft>
                      <a:spcPct val="0"/>
                    </a:spcAft>
                    <a:buFontTx/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kumimoji="1" lang="en-US" altLang="zh-CN" sz="2800" b="0" i="0" smtClean="0">
                            <a:latin typeface="Cambria Math" panose="02040503050406030204" pitchFamily="18" charset="0"/>
                            <a:ea typeface="楷体_GB2312" pitchFamily="49" charset="-122"/>
                          </a:rPr>
                          <m:t>A</m:t>
                        </m:r>
                      </m:oMath>
                    </m:oMathPara>
                  </a14:m>
                  <a:endParaRPr kumimoji="1" lang="en-US" altLang="zh-CN" sz="2800" b="0" baseline="-25000" dirty="0">
                    <a:latin typeface="Times New Roman" panose="02020603050405020304" pitchFamily="18" charset="0"/>
                    <a:ea typeface="楷体_GB2312" pitchFamily="49" charset="-122"/>
                  </a:endParaRPr>
                </a:p>
              </p:txBody>
            </p:sp>
          </mc:Choice>
          <mc:Fallback xmlns="">
            <p:sp>
              <p:nvSpPr>
                <p:cNvPr id="587" name="文本框 586">
                  <a:extLst>
                    <a:ext uri="{FF2B5EF4-FFF2-40B4-BE49-F238E27FC236}">
                      <a16:creationId xmlns:a16="http://schemas.microsoft.com/office/drawing/2014/main" id="{8B01B9EF-5D29-9117-9866-1A2E6B7168F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00255" y="3929353"/>
                  <a:ext cx="339640" cy="405277"/>
                </a:xfrm>
                <a:prstGeom prst="rect">
                  <a:avLst/>
                </a:prstGeom>
                <a:blipFill>
                  <a:blip r:embed="rId17"/>
                  <a:stretch>
                    <a:fillRect l="-29091" r="-9091" b="-1515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88" name="Line 27">
              <a:extLst>
                <a:ext uri="{FF2B5EF4-FFF2-40B4-BE49-F238E27FC236}">
                  <a16:creationId xmlns:a16="http://schemas.microsoft.com/office/drawing/2014/main" id="{FB49361E-7611-6E71-12FF-B296B8B692A2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8974579" y="4590945"/>
              <a:ext cx="582135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800"/>
            </a:p>
          </p:txBody>
        </p:sp>
        <p:sp>
          <p:nvSpPr>
            <p:cNvPr id="589" name="Line 27">
              <a:extLst>
                <a:ext uri="{FF2B5EF4-FFF2-40B4-BE49-F238E27FC236}">
                  <a16:creationId xmlns:a16="http://schemas.microsoft.com/office/drawing/2014/main" id="{39767EBF-C06E-4219-72F4-652F00FF468F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8987666" y="5474044"/>
              <a:ext cx="555959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800" dirty="0"/>
            </a:p>
          </p:txBody>
        </p:sp>
        <p:sp>
          <p:nvSpPr>
            <p:cNvPr id="590" name="椭圆 589">
              <a:extLst>
                <a:ext uri="{FF2B5EF4-FFF2-40B4-BE49-F238E27FC236}">
                  <a16:creationId xmlns:a16="http://schemas.microsoft.com/office/drawing/2014/main" id="{1D1FB4D2-7A4C-E1AE-6733-57FA4E6DEA94}"/>
                </a:ext>
              </a:extLst>
            </p:cNvPr>
            <p:cNvSpPr/>
            <p:nvPr/>
          </p:nvSpPr>
          <p:spPr>
            <a:xfrm>
              <a:off x="7866399" y="4810491"/>
              <a:ext cx="120667" cy="120667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/>
            </a:p>
          </p:txBody>
        </p:sp>
        <p:sp>
          <p:nvSpPr>
            <p:cNvPr id="591" name="Line 27">
              <a:extLst>
                <a:ext uri="{FF2B5EF4-FFF2-40B4-BE49-F238E27FC236}">
                  <a16:creationId xmlns:a16="http://schemas.microsoft.com/office/drawing/2014/main" id="{8EF1F382-E514-5C92-1F1D-59E3350E870C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7719675" y="4674556"/>
              <a:ext cx="41166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800"/>
            </a:p>
          </p:txBody>
        </p:sp>
        <p:sp>
          <p:nvSpPr>
            <p:cNvPr id="592" name="椭圆 591">
              <a:extLst>
                <a:ext uri="{FF2B5EF4-FFF2-40B4-BE49-F238E27FC236}">
                  <a16:creationId xmlns:a16="http://schemas.microsoft.com/office/drawing/2014/main" id="{52A66B67-F114-780E-1CF3-77F418BB2D62}"/>
                </a:ext>
              </a:extLst>
            </p:cNvPr>
            <p:cNvSpPr/>
            <p:nvPr/>
          </p:nvSpPr>
          <p:spPr>
            <a:xfrm>
              <a:off x="7866399" y="5528999"/>
              <a:ext cx="120667" cy="120667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/>
            </a:p>
          </p:txBody>
        </p:sp>
        <p:sp>
          <p:nvSpPr>
            <p:cNvPr id="593" name="Line 27">
              <a:extLst>
                <a:ext uri="{FF2B5EF4-FFF2-40B4-BE49-F238E27FC236}">
                  <a16:creationId xmlns:a16="http://schemas.microsoft.com/office/drawing/2014/main" id="{217A316A-E95F-ACF9-4FBC-31C39C2FF94A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7723886" y="5397683"/>
              <a:ext cx="40323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800"/>
            </a:p>
          </p:txBody>
        </p:sp>
        <p:sp>
          <p:nvSpPr>
            <p:cNvPr id="594" name="Line 27">
              <a:extLst>
                <a:ext uri="{FF2B5EF4-FFF2-40B4-BE49-F238E27FC236}">
                  <a16:creationId xmlns:a16="http://schemas.microsoft.com/office/drawing/2014/main" id="{D36278B0-01F4-077A-EE9F-C1116F1D27BE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6609891" y="5036791"/>
              <a:ext cx="175472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800"/>
            </a:p>
          </p:txBody>
        </p:sp>
        <p:sp>
          <p:nvSpPr>
            <p:cNvPr id="595" name="椭圆 594">
              <a:extLst>
                <a:ext uri="{FF2B5EF4-FFF2-40B4-BE49-F238E27FC236}">
                  <a16:creationId xmlns:a16="http://schemas.microsoft.com/office/drawing/2014/main" id="{BA409CE0-C58B-0E16-53AF-F9CA04EB1752}"/>
                </a:ext>
              </a:extLst>
            </p:cNvPr>
            <p:cNvSpPr/>
            <p:nvPr/>
          </p:nvSpPr>
          <p:spPr>
            <a:xfrm>
              <a:off x="7426917" y="4091714"/>
              <a:ext cx="120667" cy="120667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96" name="文本框 595">
                  <a:extLst>
                    <a:ext uri="{FF2B5EF4-FFF2-40B4-BE49-F238E27FC236}">
                      <a16:creationId xmlns:a16="http://schemas.microsoft.com/office/drawing/2014/main" id="{9F7F6691-7EE5-FF71-33B7-4767A2DD605C}"/>
                    </a:ext>
                  </a:extLst>
                </p:cNvPr>
                <p:cNvSpPr txBox="1"/>
                <p:nvPr/>
              </p:nvSpPr>
              <p:spPr>
                <a:xfrm>
                  <a:off x="6800255" y="4650584"/>
                  <a:ext cx="339640" cy="40527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 eaLnBrk="1" hangingPunct="1">
                    <a:lnSpc>
                      <a:spcPct val="90000"/>
                    </a:lnSpc>
                    <a:spcBef>
                      <a:spcPct val="50000"/>
                    </a:spcBef>
                    <a:spcAft>
                      <a:spcPct val="0"/>
                    </a:spcAft>
                    <a:buFontTx/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kumimoji="1" lang="en-US" altLang="zh-CN" sz="2800" b="0" i="0" smtClean="0">
                            <a:latin typeface="Cambria Math" panose="02040503050406030204" pitchFamily="18" charset="0"/>
                            <a:ea typeface="楷体_GB2312" pitchFamily="49" charset="-122"/>
                          </a:rPr>
                          <m:t>B</m:t>
                        </m:r>
                      </m:oMath>
                    </m:oMathPara>
                  </a14:m>
                  <a:endParaRPr kumimoji="1" lang="en-US" altLang="zh-CN" sz="2800" b="0" baseline="-25000" dirty="0">
                    <a:latin typeface="Times New Roman" panose="02020603050405020304" pitchFamily="18" charset="0"/>
                    <a:ea typeface="楷体_GB2312" pitchFamily="49" charset="-122"/>
                  </a:endParaRPr>
                </a:p>
              </p:txBody>
            </p:sp>
          </mc:Choice>
          <mc:Fallback xmlns="">
            <p:sp>
              <p:nvSpPr>
                <p:cNvPr id="596" name="文本框 595">
                  <a:extLst>
                    <a:ext uri="{FF2B5EF4-FFF2-40B4-BE49-F238E27FC236}">
                      <a16:creationId xmlns:a16="http://schemas.microsoft.com/office/drawing/2014/main" id="{9F7F6691-7EE5-FF71-33B7-4767A2DD605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00255" y="4650584"/>
                  <a:ext cx="339640" cy="405277"/>
                </a:xfrm>
                <a:prstGeom prst="rect">
                  <a:avLst/>
                </a:prstGeom>
                <a:blipFill>
                  <a:blip r:embed="rId18"/>
                  <a:stretch>
                    <a:fillRect l="-27273" r="-9091" b="-14925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97" name="文本框 596">
                  <a:extLst>
                    <a:ext uri="{FF2B5EF4-FFF2-40B4-BE49-F238E27FC236}">
                      <a16:creationId xmlns:a16="http://schemas.microsoft.com/office/drawing/2014/main" id="{D60ECA4D-A26F-C19B-7737-2AEFC4494AC3}"/>
                    </a:ext>
                  </a:extLst>
                </p:cNvPr>
                <p:cNvSpPr txBox="1"/>
                <p:nvPr/>
              </p:nvSpPr>
              <p:spPr>
                <a:xfrm>
                  <a:off x="6800255" y="5371554"/>
                  <a:ext cx="339640" cy="40527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 eaLnBrk="1" hangingPunct="1">
                    <a:lnSpc>
                      <a:spcPct val="90000"/>
                    </a:lnSpc>
                    <a:spcBef>
                      <a:spcPct val="50000"/>
                    </a:spcBef>
                    <a:spcAft>
                      <a:spcPct val="0"/>
                    </a:spcAft>
                    <a:buFontTx/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kumimoji="1" lang="en-US" altLang="zh-CN" sz="2800" b="0" i="0" smtClean="0">
                            <a:latin typeface="Cambria Math" panose="02040503050406030204" pitchFamily="18" charset="0"/>
                            <a:ea typeface="楷体_GB2312" pitchFamily="49" charset="-122"/>
                          </a:rPr>
                          <m:t>C</m:t>
                        </m:r>
                      </m:oMath>
                    </m:oMathPara>
                  </a14:m>
                  <a:endParaRPr kumimoji="1" lang="en-US" altLang="zh-CN" sz="2800" b="0" baseline="-25000" dirty="0">
                    <a:latin typeface="Times New Roman" panose="02020603050405020304" pitchFamily="18" charset="0"/>
                    <a:ea typeface="楷体_GB2312" pitchFamily="49" charset="-122"/>
                  </a:endParaRPr>
                </a:p>
              </p:txBody>
            </p:sp>
          </mc:Choice>
          <mc:Fallback xmlns="">
            <p:sp>
              <p:nvSpPr>
                <p:cNvPr id="597" name="文本框 596">
                  <a:extLst>
                    <a:ext uri="{FF2B5EF4-FFF2-40B4-BE49-F238E27FC236}">
                      <a16:creationId xmlns:a16="http://schemas.microsoft.com/office/drawing/2014/main" id="{D60ECA4D-A26F-C19B-7737-2AEFC4494AC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00255" y="5371554"/>
                  <a:ext cx="339640" cy="405277"/>
                </a:xfrm>
                <a:prstGeom prst="rect">
                  <a:avLst/>
                </a:prstGeom>
                <a:blipFill>
                  <a:blip r:embed="rId19"/>
                  <a:stretch>
                    <a:fillRect l="-25455" r="-7273" b="-14925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98" name="文本框 597">
                  <a:extLst>
                    <a:ext uri="{FF2B5EF4-FFF2-40B4-BE49-F238E27FC236}">
                      <a16:creationId xmlns:a16="http://schemas.microsoft.com/office/drawing/2014/main" id="{351D0E91-42C0-2878-8268-76BCD228246A}"/>
                    </a:ext>
                  </a:extLst>
                </p:cNvPr>
                <p:cNvSpPr txBox="1"/>
                <p:nvPr/>
              </p:nvSpPr>
              <p:spPr>
                <a:xfrm>
                  <a:off x="10412812" y="4812808"/>
                  <a:ext cx="339640" cy="40527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 eaLnBrk="1" hangingPunct="1">
                    <a:lnSpc>
                      <a:spcPct val="90000"/>
                    </a:lnSpc>
                    <a:spcBef>
                      <a:spcPct val="50000"/>
                    </a:spcBef>
                    <a:spcAft>
                      <a:spcPct val="0"/>
                    </a:spcAft>
                    <a:buFontTx/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kumimoji="1" lang="en-US" altLang="zh-CN" sz="2800" b="0" i="0" smtClean="0">
                            <a:latin typeface="Cambria Math" panose="02040503050406030204" pitchFamily="18" charset="0"/>
                            <a:ea typeface="楷体_GB2312" pitchFamily="49" charset="-122"/>
                          </a:rPr>
                          <m:t>Y</m:t>
                        </m:r>
                      </m:oMath>
                    </m:oMathPara>
                  </a14:m>
                  <a:endParaRPr kumimoji="1" lang="en-US" altLang="zh-CN" sz="2800" b="0" baseline="-25000" dirty="0">
                    <a:latin typeface="Times New Roman" panose="02020603050405020304" pitchFamily="18" charset="0"/>
                    <a:ea typeface="楷体_GB2312" pitchFamily="49" charset="-122"/>
                  </a:endParaRPr>
                </a:p>
              </p:txBody>
            </p:sp>
          </mc:Choice>
          <mc:Fallback xmlns="">
            <p:sp>
              <p:nvSpPr>
                <p:cNvPr id="598" name="文本框 597">
                  <a:extLst>
                    <a:ext uri="{FF2B5EF4-FFF2-40B4-BE49-F238E27FC236}">
                      <a16:creationId xmlns:a16="http://schemas.microsoft.com/office/drawing/2014/main" id="{351D0E91-42C0-2878-8268-76BCD228246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412812" y="4812808"/>
                  <a:ext cx="339640" cy="405277"/>
                </a:xfrm>
                <a:prstGeom prst="rect">
                  <a:avLst/>
                </a:prstGeom>
                <a:blipFill>
                  <a:blip r:embed="rId20"/>
                  <a:stretch>
                    <a:fillRect l="-23214" r="-7143" b="-1515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599" name="组合 598">
              <a:extLst>
                <a:ext uri="{FF2B5EF4-FFF2-40B4-BE49-F238E27FC236}">
                  <a16:creationId xmlns:a16="http://schemas.microsoft.com/office/drawing/2014/main" id="{48AA567B-8717-397F-2635-B4C044CD7F4E}"/>
                </a:ext>
              </a:extLst>
            </p:cNvPr>
            <p:cNvGrpSpPr/>
            <p:nvPr/>
          </p:nvGrpSpPr>
          <p:grpSpPr>
            <a:xfrm>
              <a:off x="7138503" y="4022165"/>
              <a:ext cx="2127143" cy="581884"/>
              <a:chOff x="1743937" y="5151034"/>
              <a:chExt cx="1595017" cy="436319"/>
            </a:xfrm>
          </p:grpSpPr>
          <p:sp>
            <p:nvSpPr>
              <p:cNvPr id="623" name="Arc 158">
                <a:extLst>
                  <a:ext uri="{FF2B5EF4-FFF2-40B4-BE49-F238E27FC236}">
                    <a16:creationId xmlns:a16="http://schemas.microsoft.com/office/drawing/2014/main" id="{5ED0C6FC-F824-186E-30B3-CEBFCEFB50A8}"/>
                  </a:ext>
                </a:extLst>
              </p:cNvPr>
              <p:cNvSpPr>
                <a:spLocks/>
              </p:cNvSpPr>
              <p:nvPr/>
            </p:nvSpPr>
            <p:spPr bwMode="auto">
              <a:xfrm rot="5400000">
                <a:off x="2096817" y="5040034"/>
                <a:ext cx="433976" cy="660661"/>
              </a:xfrm>
              <a:custGeom>
                <a:avLst/>
                <a:gdLst>
                  <a:gd name="T0" fmla="*/ 0 w 21674"/>
                  <a:gd name="T1" fmla="*/ 0 h 21600"/>
                  <a:gd name="T2" fmla="*/ 0 w 21674"/>
                  <a:gd name="T3" fmla="*/ 0 h 21600"/>
                  <a:gd name="T4" fmla="*/ 0 w 21674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21674"/>
                  <a:gd name="T10" fmla="*/ 0 h 21600"/>
                  <a:gd name="T11" fmla="*/ 21674 w 21674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74" h="21600" fill="none" extrusionOk="0">
                    <a:moveTo>
                      <a:pt x="-1" y="2923"/>
                    </a:moveTo>
                    <a:cubicBezTo>
                      <a:pt x="3295" y="1008"/>
                      <a:pt x="7040" y="-1"/>
                      <a:pt x="10852" y="0"/>
                    </a:cubicBezTo>
                    <a:cubicBezTo>
                      <a:pt x="14652" y="0"/>
                      <a:pt x="18385" y="1002"/>
                      <a:pt x="21674" y="2906"/>
                    </a:cubicBezTo>
                  </a:path>
                  <a:path w="21674" h="21600" stroke="0" extrusionOk="0">
                    <a:moveTo>
                      <a:pt x="-1" y="2923"/>
                    </a:moveTo>
                    <a:cubicBezTo>
                      <a:pt x="3295" y="1008"/>
                      <a:pt x="7040" y="-1"/>
                      <a:pt x="10852" y="0"/>
                    </a:cubicBezTo>
                    <a:cubicBezTo>
                      <a:pt x="14652" y="0"/>
                      <a:pt x="18385" y="1002"/>
                      <a:pt x="21674" y="2906"/>
                    </a:cubicBezTo>
                    <a:lnTo>
                      <a:pt x="10852" y="21600"/>
                    </a:lnTo>
                    <a:lnTo>
                      <a:pt x="-1" y="2923"/>
                    </a:lnTo>
                    <a:close/>
                  </a:path>
                </a:pathLst>
              </a:cu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2800"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  <p:sp>
            <p:nvSpPr>
              <p:cNvPr id="624" name="Line 160">
                <a:extLst>
                  <a:ext uri="{FF2B5EF4-FFF2-40B4-BE49-F238E27FC236}">
                    <a16:creationId xmlns:a16="http://schemas.microsoft.com/office/drawing/2014/main" id="{E58CE14D-01F5-08C8-58F9-F3455BA550D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547456" y="5151046"/>
                <a:ext cx="203576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2800"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  <p:sp>
            <p:nvSpPr>
              <p:cNvPr id="625" name="Line 160">
                <a:extLst>
                  <a:ext uri="{FF2B5EF4-FFF2-40B4-BE49-F238E27FC236}">
                    <a16:creationId xmlns:a16="http://schemas.microsoft.com/office/drawing/2014/main" id="{06281B4A-A1EB-7A0A-24E9-DD29577FD99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547456" y="5587353"/>
                <a:ext cx="203576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2800"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  <p:sp>
            <p:nvSpPr>
              <p:cNvPr id="626" name="Arc 156">
                <a:extLst>
                  <a:ext uri="{FF2B5EF4-FFF2-40B4-BE49-F238E27FC236}">
                    <a16:creationId xmlns:a16="http://schemas.microsoft.com/office/drawing/2014/main" id="{49578036-D886-E124-79CD-215FDBE04E0B}"/>
                  </a:ext>
                </a:extLst>
              </p:cNvPr>
              <p:cNvSpPr>
                <a:spLocks/>
              </p:cNvSpPr>
              <p:nvPr/>
            </p:nvSpPr>
            <p:spPr bwMode="auto">
              <a:xfrm flipV="1">
                <a:off x="2736308" y="5168117"/>
                <a:ext cx="307284" cy="419236"/>
              </a:xfrm>
              <a:custGeom>
                <a:avLst/>
                <a:gdLst>
                  <a:gd name="T0" fmla="*/ 0 w 19012"/>
                  <a:gd name="T1" fmla="*/ 0 h 21600"/>
                  <a:gd name="T2" fmla="*/ 0 w 19012"/>
                  <a:gd name="T3" fmla="*/ 0 h 21600"/>
                  <a:gd name="T4" fmla="*/ 0 w 19012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19012"/>
                  <a:gd name="T10" fmla="*/ 0 h 21600"/>
                  <a:gd name="T11" fmla="*/ 19012 w 19012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9012" h="21600" fill="none" extrusionOk="0">
                    <a:moveTo>
                      <a:pt x="-1" y="0"/>
                    </a:moveTo>
                    <a:cubicBezTo>
                      <a:pt x="7941" y="0"/>
                      <a:pt x="15242" y="4357"/>
                      <a:pt x="19012" y="11347"/>
                    </a:cubicBezTo>
                  </a:path>
                  <a:path w="19012" h="21600" stroke="0" extrusionOk="0">
                    <a:moveTo>
                      <a:pt x="-1" y="0"/>
                    </a:moveTo>
                    <a:cubicBezTo>
                      <a:pt x="7941" y="0"/>
                      <a:pt x="15242" y="4357"/>
                      <a:pt x="19012" y="11347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2800"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  <p:sp>
            <p:nvSpPr>
              <p:cNvPr id="627" name="Line 27">
                <a:extLst>
                  <a:ext uri="{FF2B5EF4-FFF2-40B4-BE49-F238E27FC236}">
                    <a16:creationId xmlns:a16="http://schemas.microsoft.com/office/drawing/2014/main" id="{1B926EB4-E719-28F4-6D05-DD572C6FAD7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43937" y="5248726"/>
                <a:ext cx="871136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2800"/>
              </a:p>
            </p:txBody>
          </p:sp>
          <p:sp>
            <p:nvSpPr>
              <p:cNvPr id="628" name="Line 27">
                <a:extLst>
                  <a:ext uri="{FF2B5EF4-FFF2-40B4-BE49-F238E27FC236}">
                    <a16:creationId xmlns:a16="http://schemas.microsoft.com/office/drawing/2014/main" id="{3F40B9A1-0CC1-6A33-D99E-37C6570FAFB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34062" y="5489322"/>
                <a:ext cx="281012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2800"/>
              </a:p>
            </p:txBody>
          </p:sp>
          <p:sp>
            <p:nvSpPr>
              <p:cNvPr id="629" name="Line 27">
                <a:extLst>
                  <a:ext uri="{FF2B5EF4-FFF2-40B4-BE49-F238E27FC236}">
                    <a16:creationId xmlns:a16="http://schemas.microsoft.com/office/drawing/2014/main" id="{AE47E070-1348-BA93-1B48-53E7102A1DF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33952" y="5369218"/>
                <a:ext cx="305002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2800"/>
              </a:p>
            </p:txBody>
          </p:sp>
          <p:sp>
            <p:nvSpPr>
              <p:cNvPr id="630" name="Arc 156">
                <a:extLst>
                  <a:ext uri="{FF2B5EF4-FFF2-40B4-BE49-F238E27FC236}">
                    <a16:creationId xmlns:a16="http://schemas.microsoft.com/office/drawing/2014/main" id="{14CDCBDA-D988-D28E-25AD-506130993DE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34982" y="5151034"/>
                <a:ext cx="307284" cy="419236"/>
              </a:xfrm>
              <a:custGeom>
                <a:avLst/>
                <a:gdLst>
                  <a:gd name="T0" fmla="*/ 0 w 19012"/>
                  <a:gd name="T1" fmla="*/ 0 h 21600"/>
                  <a:gd name="T2" fmla="*/ 0 w 19012"/>
                  <a:gd name="T3" fmla="*/ 0 h 21600"/>
                  <a:gd name="T4" fmla="*/ 0 w 19012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19012"/>
                  <a:gd name="T10" fmla="*/ 0 h 21600"/>
                  <a:gd name="T11" fmla="*/ 19012 w 19012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9012" h="21600" fill="none" extrusionOk="0">
                    <a:moveTo>
                      <a:pt x="-1" y="0"/>
                    </a:moveTo>
                    <a:cubicBezTo>
                      <a:pt x="7941" y="0"/>
                      <a:pt x="15242" y="4357"/>
                      <a:pt x="19012" y="11347"/>
                    </a:cubicBezTo>
                  </a:path>
                  <a:path w="19012" h="21600" stroke="0" extrusionOk="0">
                    <a:moveTo>
                      <a:pt x="-1" y="0"/>
                    </a:moveTo>
                    <a:cubicBezTo>
                      <a:pt x="7941" y="0"/>
                      <a:pt x="15242" y="4357"/>
                      <a:pt x="19012" y="11347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2800"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</p:grpSp>
        <p:grpSp>
          <p:nvGrpSpPr>
            <p:cNvPr id="600" name="组合 599">
              <a:extLst>
                <a:ext uri="{FF2B5EF4-FFF2-40B4-BE49-F238E27FC236}">
                  <a16:creationId xmlns:a16="http://schemas.microsoft.com/office/drawing/2014/main" id="{1CA98795-240F-CBE0-18A7-BECFA2BD01D5}"/>
                </a:ext>
              </a:extLst>
            </p:cNvPr>
            <p:cNvGrpSpPr/>
            <p:nvPr/>
          </p:nvGrpSpPr>
          <p:grpSpPr>
            <a:xfrm>
              <a:off x="7138503" y="4741565"/>
              <a:ext cx="2454029" cy="581884"/>
              <a:chOff x="1743937" y="5151034"/>
              <a:chExt cx="1840129" cy="436319"/>
            </a:xfrm>
          </p:grpSpPr>
          <p:sp>
            <p:nvSpPr>
              <p:cNvPr id="615" name="Arc 158">
                <a:extLst>
                  <a:ext uri="{FF2B5EF4-FFF2-40B4-BE49-F238E27FC236}">
                    <a16:creationId xmlns:a16="http://schemas.microsoft.com/office/drawing/2014/main" id="{A98B7809-1478-19E5-D0BA-301BC121BEE2}"/>
                  </a:ext>
                </a:extLst>
              </p:cNvPr>
              <p:cNvSpPr>
                <a:spLocks/>
              </p:cNvSpPr>
              <p:nvPr/>
            </p:nvSpPr>
            <p:spPr bwMode="auto">
              <a:xfrm rot="5400000">
                <a:off x="2096817" y="5040034"/>
                <a:ext cx="433976" cy="660661"/>
              </a:xfrm>
              <a:custGeom>
                <a:avLst/>
                <a:gdLst>
                  <a:gd name="T0" fmla="*/ 0 w 21674"/>
                  <a:gd name="T1" fmla="*/ 0 h 21600"/>
                  <a:gd name="T2" fmla="*/ 0 w 21674"/>
                  <a:gd name="T3" fmla="*/ 0 h 21600"/>
                  <a:gd name="T4" fmla="*/ 0 w 21674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21674"/>
                  <a:gd name="T10" fmla="*/ 0 h 21600"/>
                  <a:gd name="T11" fmla="*/ 21674 w 21674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74" h="21600" fill="none" extrusionOk="0">
                    <a:moveTo>
                      <a:pt x="-1" y="2923"/>
                    </a:moveTo>
                    <a:cubicBezTo>
                      <a:pt x="3295" y="1008"/>
                      <a:pt x="7040" y="-1"/>
                      <a:pt x="10852" y="0"/>
                    </a:cubicBezTo>
                    <a:cubicBezTo>
                      <a:pt x="14652" y="0"/>
                      <a:pt x="18385" y="1002"/>
                      <a:pt x="21674" y="2906"/>
                    </a:cubicBezTo>
                  </a:path>
                  <a:path w="21674" h="21600" stroke="0" extrusionOk="0">
                    <a:moveTo>
                      <a:pt x="-1" y="2923"/>
                    </a:moveTo>
                    <a:cubicBezTo>
                      <a:pt x="3295" y="1008"/>
                      <a:pt x="7040" y="-1"/>
                      <a:pt x="10852" y="0"/>
                    </a:cubicBezTo>
                    <a:cubicBezTo>
                      <a:pt x="14652" y="0"/>
                      <a:pt x="18385" y="1002"/>
                      <a:pt x="21674" y="2906"/>
                    </a:cubicBezTo>
                    <a:lnTo>
                      <a:pt x="10852" y="21600"/>
                    </a:lnTo>
                    <a:lnTo>
                      <a:pt x="-1" y="2923"/>
                    </a:lnTo>
                    <a:close/>
                  </a:path>
                </a:pathLst>
              </a:cu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2800"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  <p:sp>
            <p:nvSpPr>
              <p:cNvPr id="616" name="Line 160">
                <a:extLst>
                  <a:ext uri="{FF2B5EF4-FFF2-40B4-BE49-F238E27FC236}">
                    <a16:creationId xmlns:a16="http://schemas.microsoft.com/office/drawing/2014/main" id="{94401DC6-2F9B-2EEC-4949-F4F9A6AF697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547456" y="5151046"/>
                <a:ext cx="203576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2800"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  <p:sp>
            <p:nvSpPr>
              <p:cNvPr id="617" name="Line 160">
                <a:extLst>
                  <a:ext uri="{FF2B5EF4-FFF2-40B4-BE49-F238E27FC236}">
                    <a16:creationId xmlns:a16="http://schemas.microsoft.com/office/drawing/2014/main" id="{821265F7-508E-1FCB-736D-72A8D5A86F9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547456" y="5587353"/>
                <a:ext cx="203576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2800"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  <p:sp>
            <p:nvSpPr>
              <p:cNvPr id="618" name="Arc 156">
                <a:extLst>
                  <a:ext uri="{FF2B5EF4-FFF2-40B4-BE49-F238E27FC236}">
                    <a16:creationId xmlns:a16="http://schemas.microsoft.com/office/drawing/2014/main" id="{076E1147-FEA6-C374-CC43-FEA34EA775C0}"/>
                  </a:ext>
                </a:extLst>
              </p:cNvPr>
              <p:cNvSpPr>
                <a:spLocks/>
              </p:cNvSpPr>
              <p:nvPr/>
            </p:nvSpPr>
            <p:spPr bwMode="auto">
              <a:xfrm flipV="1">
                <a:off x="2736308" y="5168117"/>
                <a:ext cx="307284" cy="419236"/>
              </a:xfrm>
              <a:custGeom>
                <a:avLst/>
                <a:gdLst>
                  <a:gd name="T0" fmla="*/ 0 w 19012"/>
                  <a:gd name="T1" fmla="*/ 0 h 21600"/>
                  <a:gd name="T2" fmla="*/ 0 w 19012"/>
                  <a:gd name="T3" fmla="*/ 0 h 21600"/>
                  <a:gd name="T4" fmla="*/ 0 w 19012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19012"/>
                  <a:gd name="T10" fmla="*/ 0 h 21600"/>
                  <a:gd name="T11" fmla="*/ 19012 w 19012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9012" h="21600" fill="none" extrusionOk="0">
                    <a:moveTo>
                      <a:pt x="-1" y="0"/>
                    </a:moveTo>
                    <a:cubicBezTo>
                      <a:pt x="7941" y="0"/>
                      <a:pt x="15242" y="4357"/>
                      <a:pt x="19012" y="11347"/>
                    </a:cubicBezTo>
                  </a:path>
                  <a:path w="19012" h="21600" stroke="0" extrusionOk="0">
                    <a:moveTo>
                      <a:pt x="-1" y="0"/>
                    </a:moveTo>
                    <a:cubicBezTo>
                      <a:pt x="7941" y="0"/>
                      <a:pt x="15242" y="4357"/>
                      <a:pt x="19012" y="11347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2800"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  <p:sp>
            <p:nvSpPr>
              <p:cNvPr id="619" name="Line 27">
                <a:extLst>
                  <a:ext uri="{FF2B5EF4-FFF2-40B4-BE49-F238E27FC236}">
                    <a16:creationId xmlns:a16="http://schemas.microsoft.com/office/drawing/2014/main" id="{058B03E8-B4AE-4D96-C66A-EC8A53C485B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43937" y="5248726"/>
                <a:ext cx="871136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2800"/>
              </a:p>
            </p:txBody>
          </p:sp>
          <p:sp>
            <p:nvSpPr>
              <p:cNvPr id="620" name="Line 27">
                <a:extLst>
                  <a:ext uri="{FF2B5EF4-FFF2-40B4-BE49-F238E27FC236}">
                    <a16:creationId xmlns:a16="http://schemas.microsoft.com/office/drawing/2014/main" id="{E9C8F22D-AB78-1D6F-4985-BFBF30F78E1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34062" y="5489322"/>
                <a:ext cx="281012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2800"/>
              </a:p>
            </p:txBody>
          </p:sp>
          <p:sp>
            <p:nvSpPr>
              <p:cNvPr id="621" name="Line 27">
                <a:extLst>
                  <a:ext uri="{FF2B5EF4-FFF2-40B4-BE49-F238E27FC236}">
                    <a16:creationId xmlns:a16="http://schemas.microsoft.com/office/drawing/2014/main" id="{DF735E49-4614-E479-242E-BD080DCA1AF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33951" y="5369218"/>
                <a:ext cx="550115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2800"/>
              </a:p>
            </p:txBody>
          </p:sp>
          <p:sp>
            <p:nvSpPr>
              <p:cNvPr id="622" name="Arc 156">
                <a:extLst>
                  <a:ext uri="{FF2B5EF4-FFF2-40B4-BE49-F238E27FC236}">
                    <a16:creationId xmlns:a16="http://schemas.microsoft.com/office/drawing/2014/main" id="{0552880E-0870-CAC2-ABF2-2B7C23C5D4E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34982" y="5151034"/>
                <a:ext cx="307284" cy="419236"/>
              </a:xfrm>
              <a:custGeom>
                <a:avLst/>
                <a:gdLst>
                  <a:gd name="T0" fmla="*/ 0 w 19012"/>
                  <a:gd name="T1" fmla="*/ 0 h 21600"/>
                  <a:gd name="T2" fmla="*/ 0 w 19012"/>
                  <a:gd name="T3" fmla="*/ 0 h 21600"/>
                  <a:gd name="T4" fmla="*/ 0 w 19012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19012"/>
                  <a:gd name="T10" fmla="*/ 0 h 21600"/>
                  <a:gd name="T11" fmla="*/ 19012 w 19012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9012" h="21600" fill="none" extrusionOk="0">
                    <a:moveTo>
                      <a:pt x="-1" y="0"/>
                    </a:moveTo>
                    <a:cubicBezTo>
                      <a:pt x="7941" y="0"/>
                      <a:pt x="15242" y="4357"/>
                      <a:pt x="19012" y="11347"/>
                    </a:cubicBezTo>
                  </a:path>
                  <a:path w="19012" h="21600" stroke="0" extrusionOk="0">
                    <a:moveTo>
                      <a:pt x="-1" y="0"/>
                    </a:moveTo>
                    <a:cubicBezTo>
                      <a:pt x="7941" y="0"/>
                      <a:pt x="15242" y="4357"/>
                      <a:pt x="19012" y="11347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2800"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</p:grpSp>
        <p:grpSp>
          <p:nvGrpSpPr>
            <p:cNvPr id="601" name="组合 600">
              <a:extLst>
                <a:ext uri="{FF2B5EF4-FFF2-40B4-BE49-F238E27FC236}">
                  <a16:creationId xmlns:a16="http://schemas.microsoft.com/office/drawing/2014/main" id="{137CEC86-2311-3532-3AF4-134F83943165}"/>
                </a:ext>
              </a:extLst>
            </p:cNvPr>
            <p:cNvGrpSpPr/>
            <p:nvPr/>
          </p:nvGrpSpPr>
          <p:grpSpPr>
            <a:xfrm>
              <a:off x="7138503" y="5459330"/>
              <a:ext cx="2127142" cy="581884"/>
              <a:chOff x="1743937" y="5151034"/>
              <a:chExt cx="1595016" cy="436319"/>
            </a:xfrm>
          </p:grpSpPr>
          <p:sp>
            <p:nvSpPr>
              <p:cNvPr id="607" name="Arc 158">
                <a:extLst>
                  <a:ext uri="{FF2B5EF4-FFF2-40B4-BE49-F238E27FC236}">
                    <a16:creationId xmlns:a16="http://schemas.microsoft.com/office/drawing/2014/main" id="{F44E3C59-56CD-E6F7-C3F8-B8C439C2620E}"/>
                  </a:ext>
                </a:extLst>
              </p:cNvPr>
              <p:cNvSpPr>
                <a:spLocks/>
              </p:cNvSpPr>
              <p:nvPr/>
            </p:nvSpPr>
            <p:spPr bwMode="auto">
              <a:xfrm rot="5400000">
                <a:off x="2096817" y="5040034"/>
                <a:ext cx="433976" cy="660661"/>
              </a:xfrm>
              <a:custGeom>
                <a:avLst/>
                <a:gdLst>
                  <a:gd name="T0" fmla="*/ 0 w 21674"/>
                  <a:gd name="T1" fmla="*/ 0 h 21600"/>
                  <a:gd name="T2" fmla="*/ 0 w 21674"/>
                  <a:gd name="T3" fmla="*/ 0 h 21600"/>
                  <a:gd name="T4" fmla="*/ 0 w 21674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21674"/>
                  <a:gd name="T10" fmla="*/ 0 h 21600"/>
                  <a:gd name="T11" fmla="*/ 21674 w 21674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74" h="21600" fill="none" extrusionOk="0">
                    <a:moveTo>
                      <a:pt x="-1" y="2923"/>
                    </a:moveTo>
                    <a:cubicBezTo>
                      <a:pt x="3295" y="1008"/>
                      <a:pt x="7040" y="-1"/>
                      <a:pt x="10852" y="0"/>
                    </a:cubicBezTo>
                    <a:cubicBezTo>
                      <a:pt x="14652" y="0"/>
                      <a:pt x="18385" y="1002"/>
                      <a:pt x="21674" y="2906"/>
                    </a:cubicBezTo>
                  </a:path>
                  <a:path w="21674" h="21600" stroke="0" extrusionOk="0">
                    <a:moveTo>
                      <a:pt x="-1" y="2923"/>
                    </a:moveTo>
                    <a:cubicBezTo>
                      <a:pt x="3295" y="1008"/>
                      <a:pt x="7040" y="-1"/>
                      <a:pt x="10852" y="0"/>
                    </a:cubicBezTo>
                    <a:cubicBezTo>
                      <a:pt x="14652" y="0"/>
                      <a:pt x="18385" y="1002"/>
                      <a:pt x="21674" y="2906"/>
                    </a:cubicBezTo>
                    <a:lnTo>
                      <a:pt x="10852" y="21600"/>
                    </a:lnTo>
                    <a:lnTo>
                      <a:pt x="-1" y="2923"/>
                    </a:lnTo>
                    <a:close/>
                  </a:path>
                </a:pathLst>
              </a:cu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2800"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  <p:sp>
            <p:nvSpPr>
              <p:cNvPr id="608" name="Line 160">
                <a:extLst>
                  <a:ext uri="{FF2B5EF4-FFF2-40B4-BE49-F238E27FC236}">
                    <a16:creationId xmlns:a16="http://schemas.microsoft.com/office/drawing/2014/main" id="{3CABB4B8-D8FB-3BCA-87AA-9C61CFF4B94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547456" y="5151046"/>
                <a:ext cx="203576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2800"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  <p:sp>
            <p:nvSpPr>
              <p:cNvPr id="609" name="Line 160">
                <a:extLst>
                  <a:ext uri="{FF2B5EF4-FFF2-40B4-BE49-F238E27FC236}">
                    <a16:creationId xmlns:a16="http://schemas.microsoft.com/office/drawing/2014/main" id="{96056F92-4FE8-6168-2B68-E1A6215049E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547456" y="5587353"/>
                <a:ext cx="203576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2800"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  <p:sp>
            <p:nvSpPr>
              <p:cNvPr id="610" name="Arc 156">
                <a:extLst>
                  <a:ext uri="{FF2B5EF4-FFF2-40B4-BE49-F238E27FC236}">
                    <a16:creationId xmlns:a16="http://schemas.microsoft.com/office/drawing/2014/main" id="{B64BDD96-2F28-A213-D2F3-7574400F3BDD}"/>
                  </a:ext>
                </a:extLst>
              </p:cNvPr>
              <p:cNvSpPr>
                <a:spLocks/>
              </p:cNvSpPr>
              <p:nvPr/>
            </p:nvSpPr>
            <p:spPr bwMode="auto">
              <a:xfrm flipV="1">
                <a:off x="2736308" y="5168117"/>
                <a:ext cx="307284" cy="419236"/>
              </a:xfrm>
              <a:custGeom>
                <a:avLst/>
                <a:gdLst>
                  <a:gd name="T0" fmla="*/ 0 w 19012"/>
                  <a:gd name="T1" fmla="*/ 0 h 21600"/>
                  <a:gd name="T2" fmla="*/ 0 w 19012"/>
                  <a:gd name="T3" fmla="*/ 0 h 21600"/>
                  <a:gd name="T4" fmla="*/ 0 w 19012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19012"/>
                  <a:gd name="T10" fmla="*/ 0 h 21600"/>
                  <a:gd name="T11" fmla="*/ 19012 w 19012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9012" h="21600" fill="none" extrusionOk="0">
                    <a:moveTo>
                      <a:pt x="-1" y="0"/>
                    </a:moveTo>
                    <a:cubicBezTo>
                      <a:pt x="7941" y="0"/>
                      <a:pt x="15242" y="4357"/>
                      <a:pt x="19012" y="11347"/>
                    </a:cubicBezTo>
                  </a:path>
                  <a:path w="19012" h="21600" stroke="0" extrusionOk="0">
                    <a:moveTo>
                      <a:pt x="-1" y="0"/>
                    </a:moveTo>
                    <a:cubicBezTo>
                      <a:pt x="7941" y="0"/>
                      <a:pt x="15242" y="4357"/>
                      <a:pt x="19012" y="11347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2800"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  <p:sp>
            <p:nvSpPr>
              <p:cNvPr id="611" name="Line 27">
                <a:extLst>
                  <a:ext uri="{FF2B5EF4-FFF2-40B4-BE49-F238E27FC236}">
                    <a16:creationId xmlns:a16="http://schemas.microsoft.com/office/drawing/2014/main" id="{F900622B-4A68-1163-05F7-AAE1F18DAC1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43937" y="5248726"/>
                <a:ext cx="871136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2800"/>
              </a:p>
            </p:txBody>
          </p:sp>
          <p:sp>
            <p:nvSpPr>
              <p:cNvPr id="612" name="Line 27">
                <a:extLst>
                  <a:ext uri="{FF2B5EF4-FFF2-40B4-BE49-F238E27FC236}">
                    <a16:creationId xmlns:a16="http://schemas.microsoft.com/office/drawing/2014/main" id="{803B09EB-5E9E-790E-26BE-16440759547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05442" y="5489322"/>
                <a:ext cx="609632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2800"/>
              </a:p>
            </p:txBody>
          </p:sp>
          <p:sp>
            <p:nvSpPr>
              <p:cNvPr id="613" name="Line 27">
                <a:extLst>
                  <a:ext uri="{FF2B5EF4-FFF2-40B4-BE49-F238E27FC236}">
                    <a16:creationId xmlns:a16="http://schemas.microsoft.com/office/drawing/2014/main" id="{C31B13A2-BFA2-C888-BB1D-2FCB4DC918F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33952" y="5369218"/>
                <a:ext cx="305001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2800"/>
              </a:p>
            </p:txBody>
          </p:sp>
          <p:sp>
            <p:nvSpPr>
              <p:cNvPr id="614" name="Arc 156">
                <a:extLst>
                  <a:ext uri="{FF2B5EF4-FFF2-40B4-BE49-F238E27FC236}">
                    <a16:creationId xmlns:a16="http://schemas.microsoft.com/office/drawing/2014/main" id="{E06610FE-D6B5-7476-68BF-12D5076F07C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34982" y="5151034"/>
                <a:ext cx="307284" cy="419236"/>
              </a:xfrm>
              <a:custGeom>
                <a:avLst/>
                <a:gdLst>
                  <a:gd name="T0" fmla="*/ 0 w 19012"/>
                  <a:gd name="T1" fmla="*/ 0 h 21600"/>
                  <a:gd name="T2" fmla="*/ 0 w 19012"/>
                  <a:gd name="T3" fmla="*/ 0 h 21600"/>
                  <a:gd name="T4" fmla="*/ 0 w 19012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19012"/>
                  <a:gd name="T10" fmla="*/ 0 h 21600"/>
                  <a:gd name="T11" fmla="*/ 19012 w 19012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9012" h="21600" fill="none" extrusionOk="0">
                    <a:moveTo>
                      <a:pt x="-1" y="0"/>
                    </a:moveTo>
                    <a:cubicBezTo>
                      <a:pt x="7941" y="0"/>
                      <a:pt x="15242" y="4357"/>
                      <a:pt x="19012" y="11347"/>
                    </a:cubicBezTo>
                  </a:path>
                  <a:path w="19012" h="21600" stroke="0" extrusionOk="0">
                    <a:moveTo>
                      <a:pt x="-1" y="0"/>
                    </a:moveTo>
                    <a:cubicBezTo>
                      <a:pt x="7941" y="0"/>
                      <a:pt x="15242" y="4357"/>
                      <a:pt x="19012" y="11347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2800"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</p:grpSp>
        <p:grpSp>
          <p:nvGrpSpPr>
            <p:cNvPr id="602" name="组合 601">
              <a:extLst>
                <a:ext uri="{FF2B5EF4-FFF2-40B4-BE49-F238E27FC236}">
                  <a16:creationId xmlns:a16="http://schemas.microsoft.com/office/drawing/2014/main" id="{40A8C7E1-43EA-1ADB-894B-22792E876C73}"/>
                </a:ext>
              </a:extLst>
            </p:cNvPr>
            <p:cNvGrpSpPr/>
            <p:nvPr/>
          </p:nvGrpSpPr>
          <p:grpSpPr>
            <a:xfrm>
              <a:off x="9265641" y="4877124"/>
              <a:ext cx="1112419" cy="323005"/>
              <a:chOff x="8652334" y="2868263"/>
              <a:chExt cx="834137" cy="242202"/>
            </a:xfrm>
          </p:grpSpPr>
          <p:sp>
            <p:nvSpPr>
              <p:cNvPr id="603" name="Line 27">
                <a:extLst>
                  <a:ext uri="{FF2B5EF4-FFF2-40B4-BE49-F238E27FC236}">
                    <a16:creationId xmlns:a16="http://schemas.microsoft.com/office/drawing/2014/main" id="{CCB2ABCF-DB20-0CB4-8D72-2A4D5D2169F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287394" y="2988083"/>
                <a:ext cx="199077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2800"/>
              </a:p>
            </p:txBody>
          </p:sp>
          <p:sp>
            <p:nvSpPr>
              <p:cNvPr id="605" name="Line 27">
                <a:extLst>
                  <a:ext uri="{FF2B5EF4-FFF2-40B4-BE49-F238E27FC236}">
                    <a16:creationId xmlns:a16="http://schemas.microsoft.com/office/drawing/2014/main" id="{D7ED5798-5FD9-8E60-7B07-598C127E290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652334" y="3110465"/>
                <a:ext cx="222367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2800"/>
              </a:p>
            </p:txBody>
          </p:sp>
          <p:sp>
            <p:nvSpPr>
              <p:cNvPr id="606" name="Line 27">
                <a:extLst>
                  <a:ext uri="{FF2B5EF4-FFF2-40B4-BE49-F238E27FC236}">
                    <a16:creationId xmlns:a16="http://schemas.microsoft.com/office/drawing/2014/main" id="{701D03BB-BA2B-1DB4-E834-3BB816C2853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652334" y="2868263"/>
                <a:ext cx="222367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2800"/>
              </a:p>
            </p:txBody>
          </p:sp>
        </p:grpSp>
        <p:sp>
          <p:nvSpPr>
            <p:cNvPr id="632" name="椭圆 631">
              <a:extLst>
                <a:ext uri="{FF2B5EF4-FFF2-40B4-BE49-F238E27FC236}">
                  <a16:creationId xmlns:a16="http://schemas.microsoft.com/office/drawing/2014/main" id="{C2F42235-3363-6270-92A6-184E7D03832A}"/>
                </a:ext>
              </a:extLst>
            </p:cNvPr>
            <p:cNvSpPr/>
            <p:nvPr/>
          </p:nvSpPr>
          <p:spPr>
            <a:xfrm>
              <a:off x="8869109" y="4254951"/>
              <a:ext cx="111395" cy="111395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33" name="椭圆 632">
              <a:extLst>
                <a:ext uri="{FF2B5EF4-FFF2-40B4-BE49-F238E27FC236}">
                  <a16:creationId xmlns:a16="http://schemas.microsoft.com/office/drawing/2014/main" id="{24BD9BA5-2BBF-BC9B-7AC9-56EB823624AE}"/>
                </a:ext>
              </a:extLst>
            </p:cNvPr>
            <p:cNvSpPr/>
            <p:nvPr/>
          </p:nvSpPr>
          <p:spPr>
            <a:xfrm>
              <a:off x="8869109" y="4974670"/>
              <a:ext cx="111395" cy="111395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34" name="椭圆 633">
              <a:extLst>
                <a:ext uri="{FF2B5EF4-FFF2-40B4-BE49-F238E27FC236}">
                  <a16:creationId xmlns:a16="http://schemas.microsoft.com/office/drawing/2014/main" id="{8676A385-DF27-BE92-D953-54BC7700B4D1}"/>
                </a:ext>
              </a:extLst>
            </p:cNvPr>
            <p:cNvSpPr/>
            <p:nvPr/>
          </p:nvSpPr>
          <p:spPr>
            <a:xfrm>
              <a:off x="8869109" y="5692581"/>
              <a:ext cx="111395" cy="111395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grpSp>
          <p:nvGrpSpPr>
            <p:cNvPr id="636" name="组合 635">
              <a:extLst>
                <a:ext uri="{FF2B5EF4-FFF2-40B4-BE49-F238E27FC236}">
                  <a16:creationId xmlns:a16="http://schemas.microsoft.com/office/drawing/2014/main" id="{3E12F823-69E9-E042-129B-7ABE7C5FAE40}"/>
                </a:ext>
              </a:extLst>
            </p:cNvPr>
            <p:cNvGrpSpPr/>
            <p:nvPr/>
          </p:nvGrpSpPr>
          <p:grpSpPr>
            <a:xfrm>
              <a:off x="8709210" y="4746882"/>
              <a:ext cx="1413792" cy="581884"/>
              <a:chOff x="1983474" y="5151034"/>
              <a:chExt cx="1060118" cy="436319"/>
            </a:xfrm>
          </p:grpSpPr>
          <p:sp>
            <p:nvSpPr>
              <p:cNvPr id="637" name="Arc 158">
                <a:extLst>
                  <a:ext uri="{FF2B5EF4-FFF2-40B4-BE49-F238E27FC236}">
                    <a16:creationId xmlns:a16="http://schemas.microsoft.com/office/drawing/2014/main" id="{BF4B7E03-5BC9-ABAD-413A-2D0301F5047E}"/>
                  </a:ext>
                </a:extLst>
              </p:cNvPr>
              <p:cNvSpPr>
                <a:spLocks/>
              </p:cNvSpPr>
              <p:nvPr/>
            </p:nvSpPr>
            <p:spPr bwMode="auto">
              <a:xfrm rot="5400000">
                <a:off x="2096817" y="5040034"/>
                <a:ext cx="433976" cy="660661"/>
              </a:xfrm>
              <a:custGeom>
                <a:avLst/>
                <a:gdLst>
                  <a:gd name="T0" fmla="*/ 0 w 21674"/>
                  <a:gd name="T1" fmla="*/ 0 h 21600"/>
                  <a:gd name="T2" fmla="*/ 0 w 21674"/>
                  <a:gd name="T3" fmla="*/ 0 h 21600"/>
                  <a:gd name="T4" fmla="*/ 0 w 21674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21674"/>
                  <a:gd name="T10" fmla="*/ 0 h 21600"/>
                  <a:gd name="T11" fmla="*/ 21674 w 21674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74" h="21600" fill="none" extrusionOk="0">
                    <a:moveTo>
                      <a:pt x="-1" y="2923"/>
                    </a:moveTo>
                    <a:cubicBezTo>
                      <a:pt x="3295" y="1008"/>
                      <a:pt x="7040" y="-1"/>
                      <a:pt x="10852" y="0"/>
                    </a:cubicBezTo>
                    <a:cubicBezTo>
                      <a:pt x="14652" y="0"/>
                      <a:pt x="18385" y="1002"/>
                      <a:pt x="21674" y="2906"/>
                    </a:cubicBezTo>
                  </a:path>
                  <a:path w="21674" h="21600" stroke="0" extrusionOk="0">
                    <a:moveTo>
                      <a:pt x="-1" y="2923"/>
                    </a:moveTo>
                    <a:cubicBezTo>
                      <a:pt x="3295" y="1008"/>
                      <a:pt x="7040" y="-1"/>
                      <a:pt x="10852" y="0"/>
                    </a:cubicBezTo>
                    <a:cubicBezTo>
                      <a:pt x="14652" y="0"/>
                      <a:pt x="18385" y="1002"/>
                      <a:pt x="21674" y="2906"/>
                    </a:cubicBezTo>
                    <a:lnTo>
                      <a:pt x="10852" y="21600"/>
                    </a:lnTo>
                    <a:lnTo>
                      <a:pt x="-1" y="2923"/>
                    </a:lnTo>
                    <a:close/>
                  </a:path>
                </a:pathLst>
              </a:cu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2800"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  <p:sp>
            <p:nvSpPr>
              <p:cNvPr id="638" name="Line 160">
                <a:extLst>
                  <a:ext uri="{FF2B5EF4-FFF2-40B4-BE49-F238E27FC236}">
                    <a16:creationId xmlns:a16="http://schemas.microsoft.com/office/drawing/2014/main" id="{C9537CB4-52B3-E154-20F9-CCD416E8531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547456" y="5151046"/>
                <a:ext cx="203576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2800"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  <p:sp>
            <p:nvSpPr>
              <p:cNvPr id="639" name="Line 160">
                <a:extLst>
                  <a:ext uri="{FF2B5EF4-FFF2-40B4-BE49-F238E27FC236}">
                    <a16:creationId xmlns:a16="http://schemas.microsoft.com/office/drawing/2014/main" id="{0EDC56DF-1A77-34AA-F5F7-6D68A5E1D9B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547456" y="5587353"/>
                <a:ext cx="203576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2800"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  <p:sp>
            <p:nvSpPr>
              <p:cNvPr id="640" name="Arc 156">
                <a:extLst>
                  <a:ext uri="{FF2B5EF4-FFF2-40B4-BE49-F238E27FC236}">
                    <a16:creationId xmlns:a16="http://schemas.microsoft.com/office/drawing/2014/main" id="{127E3414-BF72-4B30-9450-4FAA08621023}"/>
                  </a:ext>
                </a:extLst>
              </p:cNvPr>
              <p:cNvSpPr>
                <a:spLocks/>
              </p:cNvSpPr>
              <p:nvPr/>
            </p:nvSpPr>
            <p:spPr bwMode="auto">
              <a:xfrm flipV="1">
                <a:off x="2736308" y="5168117"/>
                <a:ext cx="307284" cy="419236"/>
              </a:xfrm>
              <a:custGeom>
                <a:avLst/>
                <a:gdLst>
                  <a:gd name="T0" fmla="*/ 0 w 19012"/>
                  <a:gd name="T1" fmla="*/ 0 h 21600"/>
                  <a:gd name="T2" fmla="*/ 0 w 19012"/>
                  <a:gd name="T3" fmla="*/ 0 h 21600"/>
                  <a:gd name="T4" fmla="*/ 0 w 19012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19012"/>
                  <a:gd name="T10" fmla="*/ 0 h 21600"/>
                  <a:gd name="T11" fmla="*/ 19012 w 19012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9012" h="21600" fill="none" extrusionOk="0">
                    <a:moveTo>
                      <a:pt x="-1" y="0"/>
                    </a:moveTo>
                    <a:cubicBezTo>
                      <a:pt x="7941" y="0"/>
                      <a:pt x="15242" y="4357"/>
                      <a:pt x="19012" y="11347"/>
                    </a:cubicBezTo>
                  </a:path>
                  <a:path w="19012" h="21600" stroke="0" extrusionOk="0">
                    <a:moveTo>
                      <a:pt x="-1" y="0"/>
                    </a:moveTo>
                    <a:cubicBezTo>
                      <a:pt x="7941" y="0"/>
                      <a:pt x="15242" y="4357"/>
                      <a:pt x="19012" y="11347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2800"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  <p:sp>
            <p:nvSpPr>
              <p:cNvPr id="644" name="Arc 156">
                <a:extLst>
                  <a:ext uri="{FF2B5EF4-FFF2-40B4-BE49-F238E27FC236}">
                    <a16:creationId xmlns:a16="http://schemas.microsoft.com/office/drawing/2014/main" id="{7C513253-4D73-8A21-2E29-A8EF86A08EF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34982" y="5151034"/>
                <a:ext cx="307284" cy="419236"/>
              </a:xfrm>
              <a:custGeom>
                <a:avLst/>
                <a:gdLst>
                  <a:gd name="T0" fmla="*/ 0 w 19012"/>
                  <a:gd name="T1" fmla="*/ 0 h 21600"/>
                  <a:gd name="T2" fmla="*/ 0 w 19012"/>
                  <a:gd name="T3" fmla="*/ 0 h 21600"/>
                  <a:gd name="T4" fmla="*/ 0 w 19012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19012"/>
                  <a:gd name="T10" fmla="*/ 0 h 21600"/>
                  <a:gd name="T11" fmla="*/ 19012 w 19012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9012" h="21600" fill="none" extrusionOk="0">
                    <a:moveTo>
                      <a:pt x="-1" y="0"/>
                    </a:moveTo>
                    <a:cubicBezTo>
                      <a:pt x="7941" y="0"/>
                      <a:pt x="15242" y="4357"/>
                      <a:pt x="19012" y="11347"/>
                    </a:cubicBezTo>
                  </a:path>
                  <a:path w="19012" h="21600" stroke="0" extrusionOk="0">
                    <a:moveTo>
                      <a:pt x="-1" y="0"/>
                    </a:moveTo>
                    <a:cubicBezTo>
                      <a:pt x="7941" y="0"/>
                      <a:pt x="15242" y="4357"/>
                      <a:pt x="19012" y="11347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2800"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</p:grpSp>
        <p:sp>
          <p:nvSpPr>
            <p:cNvPr id="645" name="椭圆 644">
              <a:extLst>
                <a:ext uri="{FF2B5EF4-FFF2-40B4-BE49-F238E27FC236}">
                  <a16:creationId xmlns:a16="http://schemas.microsoft.com/office/drawing/2014/main" id="{77ACDBED-C833-1E51-5B10-C3B0D89B15E9}"/>
                </a:ext>
              </a:extLst>
            </p:cNvPr>
            <p:cNvSpPr/>
            <p:nvPr/>
          </p:nvSpPr>
          <p:spPr>
            <a:xfrm>
              <a:off x="10127669" y="4979325"/>
              <a:ext cx="111395" cy="111395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647" name="组合 646">
            <a:extLst>
              <a:ext uri="{FF2B5EF4-FFF2-40B4-BE49-F238E27FC236}">
                <a16:creationId xmlns:a16="http://schemas.microsoft.com/office/drawing/2014/main" id="{A90C80DA-C9BE-1E73-7251-D54CA422ADD8}"/>
              </a:ext>
            </a:extLst>
          </p:cNvPr>
          <p:cNvGrpSpPr/>
          <p:nvPr/>
        </p:nvGrpSpPr>
        <p:grpSpPr>
          <a:xfrm>
            <a:off x="11449269" y="6198682"/>
            <a:ext cx="786273" cy="548639"/>
            <a:chOff x="11454918" y="5839511"/>
            <a:chExt cx="786273" cy="548639"/>
          </a:xfrm>
        </p:grpSpPr>
        <p:grpSp>
          <p:nvGrpSpPr>
            <p:cNvPr id="648" name="组合 647">
              <a:extLst>
                <a:ext uri="{FF2B5EF4-FFF2-40B4-BE49-F238E27FC236}">
                  <a16:creationId xmlns:a16="http://schemas.microsoft.com/office/drawing/2014/main" id="{F4E6A240-5DAA-EB6E-9C9E-670904C4B9C6}"/>
                </a:ext>
              </a:extLst>
            </p:cNvPr>
            <p:cNvGrpSpPr/>
            <p:nvPr/>
          </p:nvGrpSpPr>
          <p:grpSpPr>
            <a:xfrm>
              <a:off x="11454918" y="5867450"/>
              <a:ext cx="737081" cy="520700"/>
              <a:chOff x="11454918" y="5867450"/>
              <a:chExt cx="737081" cy="520700"/>
            </a:xfrm>
          </p:grpSpPr>
          <p:sp>
            <p:nvSpPr>
              <p:cNvPr id="650" name="箭头: 五边形 649">
                <a:extLst>
                  <a:ext uri="{FF2B5EF4-FFF2-40B4-BE49-F238E27FC236}">
                    <a16:creationId xmlns:a16="http://schemas.microsoft.com/office/drawing/2014/main" id="{CE539A28-E129-610D-3AB9-EA17128A14FC}"/>
                  </a:ext>
                </a:extLst>
              </p:cNvPr>
              <p:cNvSpPr/>
              <p:nvPr/>
            </p:nvSpPr>
            <p:spPr>
              <a:xfrm rot="10800000">
                <a:off x="11525248" y="5867450"/>
                <a:ext cx="666751" cy="520700"/>
              </a:xfrm>
              <a:prstGeom prst="homePlate">
                <a:avLst>
                  <a:gd name="adj" fmla="val 33161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651" name="箭头: V 形 650">
                <a:extLst>
                  <a:ext uri="{FF2B5EF4-FFF2-40B4-BE49-F238E27FC236}">
                    <a16:creationId xmlns:a16="http://schemas.microsoft.com/office/drawing/2014/main" id="{74D7B111-E414-062D-6EF9-D288CADAAF6B}"/>
                  </a:ext>
                </a:extLst>
              </p:cNvPr>
              <p:cNvSpPr/>
              <p:nvPr/>
            </p:nvSpPr>
            <p:spPr>
              <a:xfrm rot="10800000">
                <a:off x="11454918" y="5867450"/>
                <a:ext cx="217179" cy="520700"/>
              </a:xfrm>
              <a:prstGeom prst="chevron">
                <a:avLst>
                  <a:gd name="adj" fmla="val 84850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649" name="灯片编号占位符 3">
              <a:extLst>
                <a:ext uri="{FF2B5EF4-FFF2-40B4-BE49-F238E27FC236}">
                  <a16:creationId xmlns:a16="http://schemas.microsoft.com/office/drawing/2014/main" id="{E6038ECA-0673-BCA5-5FC7-B2EBDACF4716}"/>
                </a:ext>
              </a:extLst>
            </p:cNvPr>
            <p:cNvSpPr txBox="1">
              <a:spLocks/>
            </p:cNvSpPr>
            <p:nvPr/>
          </p:nvSpPr>
          <p:spPr>
            <a:xfrm>
              <a:off x="11574440" y="5839511"/>
              <a:ext cx="666751" cy="548639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zh-CN"/>
              </a:defPPr>
              <a:lvl1pPr marL="0" algn="ctr" defTabSz="914400" rtl="0" eaLnBrk="1" latinLnBrk="0" hangingPunct="1">
                <a:defRPr sz="2800" b="1" kern="1200">
                  <a:solidFill>
                    <a:schemeClr val="accent3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fld id="{27C45CD9-0508-4D1E-923D-4DFDAA610D19}" type="slidenum">
                <a:rPr lang="zh-CN" altLang="en-US" sz="3200" smtClean="0">
                  <a:solidFill>
                    <a:schemeClr val="bg1"/>
                  </a:solidFill>
                  <a:latin typeface="Candara"/>
                  <a:ea typeface="微软雅黑"/>
                </a:rPr>
                <a:pPr>
                  <a:defRPr/>
                </a:pPr>
                <a:t>12</a:t>
              </a:fld>
              <a:endParaRPr lang="zh-CN" altLang="en-US" sz="3200" dirty="0">
                <a:solidFill>
                  <a:schemeClr val="bg1"/>
                </a:solidFill>
                <a:latin typeface="Candara"/>
                <a:ea typeface="微软雅黑"/>
              </a:endParaRPr>
            </a:p>
          </p:txBody>
        </p:sp>
      </p:grpSp>
      <p:cxnSp>
        <p:nvCxnSpPr>
          <p:cNvPr id="653" name="直接连接符 652">
            <a:extLst>
              <a:ext uri="{FF2B5EF4-FFF2-40B4-BE49-F238E27FC236}">
                <a16:creationId xmlns:a16="http://schemas.microsoft.com/office/drawing/2014/main" id="{AC27A9D8-4E5C-E2DE-F6E5-A7C241482E16}"/>
              </a:ext>
            </a:extLst>
          </p:cNvPr>
          <p:cNvCxnSpPr/>
          <p:nvPr/>
        </p:nvCxnSpPr>
        <p:spPr>
          <a:xfrm>
            <a:off x="5678502" y="1152761"/>
            <a:ext cx="0" cy="4987511"/>
          </a:xfrm>
          <a:prstGeom prst="line">
            <a:avLst/>
          </a:prstGeom>
          <a:ln w="25400">
            <a:solidFill>
              <a:schemeClr val="accent5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标题 1">
            <a:extLst>
              <a:ext uri="{FF2B5EF4-FFF2-40B4-BE49-F238E27FC236}">
                <a16:creationId xmlns:a16="http://schemas.microsoft.com/office/drawing/2014/main" id="{AFD98D4D-805B-1F9E-FC85-490B84365CB3}"/>
              </a:ext>
            </a:extLst>
          </p:cNvPr>
          <p:cNvSpPr txBox="1">
            <a:spLocks/>
          </p:cNvSpPr>
          <p:nvPr/>
        </p:nvSpPr>
        <p:spPr>
          <a:xfrm>
            <a:off x="360000" y="0"/>
            <a:ext cx="11826000" cy="548639"/>
          </a:xfrm>
          <a:prstGeom prst="rect">
            <a:avLst/>
          </a:prstGeom>
        </p:spPr>
        <p:txBody>
          <a:bodyPr anchor="b">
            <a:normAutofit/>
          </a:bodyPr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3000" dirty="0"/>
              <a:t>组合逻辑电路设计 </a:t>
            </a:r>
            <a:r>
              <a:rPr lang="en-US" altLang="zh-CN" sz="3000" dirty="0"/>
              <a:t>—— </a:t>
            </a:r>
            <a:r>
              <a:rPr lang="zh-CN" altLang="en-US" sz="3000" dirty="0">
                <a:solidFill>
                  <a:srgbClr val="FFFF00"/>
                </a:solidFill>
              </a:rPr>
              <a:t>逻辑门等效变换</a:t>
            </a:r>
            <a:endParaRPr lang="en-US" altLang="zh-CN" sz="3000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527796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DB7EF9-5620-A669-DC65-A69BC44F6C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409561-8931-864B-80BB-B55BAD4C929C}"/>
              </a:ext>
            </a:extLst>
          </p:cNvPr>
          <p:cNvSpPr txBox="1">
            <a:spLocks/>
          </p:cNvSpPr>
          <p:nvPr/>
        </p:nvSpPr>
        <p:spPr>
          <a:xfrm>
            <a:off x="360000" y="0"/>
            <a:ext cx="11826000" cy="548639"/>
          </a:xfrm>
          <a:prstGeom prst="rect">
            <a:avLst/>
          </a:prstGeom>
        </p:spPr>
        <p:txBody>
          <a:bodyPr anchor="b">
            <a:normAutofit/>
          </a:bodyPr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3000" dirty="0"/>
              <a:t>作业</a:t>
            </a:r>
            <a:endParaRPr lang="en-US" altLang="zh-CN" sz="3000" dirty="0">
              <a:solidFill>
                <a:srgbClr val="FFFF00"/>
              </a:solidFill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9EA6B58D-EC25-8833-BCEF-F2D8B8CEEB8F}"/>
              </a:ext>
            </a:extLst>
          </p:cNvPr>
          <p:cNvSpPr txBox="1"/>
          <p:nvPr/>
        </p:nvSpPr>
        <p:spPr>
          <a:xfrm>
            <a:off x="360001" y="828000"/>
            <a:ext cx="4977544" cy="4152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ct val="30000"/>
              </a:spcAft>
              <a:defRPr/>
            </a:pPr>
            <a:r>
              <a:rPr lang="zh-CN" altLang="en-US" sz="2800" kern="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电子技术基础（数字部分）</a:t>
            </a:r>
            <a:endParaRPr lang="en-US" altLang="zh-CN" sz="2800" kern="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10000"/>
              </a:lnSpc>
              <a:spcAft>
                <a:spcPct val="30000"/>
              </a:spcAft>
              <a:defRPr/>
            </a:pPr>
            <a:r>
              <a:rPr lang="en-US" altLang="zh-CN" sz="2800" kern="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9 </a:t>
            </a:r>
            <a:r>
              <a:rPr lang="zh-CN" altLang="en-US" sz="2800" kern="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月 </a:t>
            </a:r>
            <a:r>
              <a:rPr lang="en-US" altLang="zh-CN" sz="2800" kern="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26 </a:t>
            </a:r>
            <a:r>
              <a:rPr lang="zh-CN" altLang="en-US" sz="2800" kern="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日的作业</a:t>
            </a:r>
            <a:endParaRPr lang="en-US" altLang="zh-CN" sz="2800" kern="0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10000"/>
              </a:lnSpc>
              <a:spcAft>
                <a:spcPct val="30000"/>
              </a:spcAft>
              <a:defRPr/>
            </a:pPr>
            <a:r>
              <a:rPr lang="en-US" altLang="zh-CN" sz="2800" kern="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P75</a:t>
            </a:r>
            <a:r>
              <a:rPr lang="zh-CN" altLang="en-US" sz="2800" kern="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endParaRPr lang="en-US" altLang="zh-CN" sz="2800" kern="0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10000"/>
              </a:lnSpc>
              <a:spcAft>
                <a:spcPct val="30000"/>
              </a:spcAft>
              <a:defRPr/>
            </a:pPr>
            <a:r>
              <a:rPr lang="en-US" altLang="zh-CN" sz="2800" kern="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2.4.3</a:t>
            </a:r>
            <a:r>
              <a:rPr lang="zh-CN" altLang="en-US" sz="2800" kern="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800" kern="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(4)	</a:t>
            </a:r>
            <a:r>
              <a:rPr lang="zh-CN" altLang="en-US" sz="2800" kern="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lang="en-US" altLang="zh-CN" sz="2800" kern="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</a:p>
          <a:p>
            <a:pPr>
              <a:lnSpc>
                <a:spcPct val="110000"/>
              </a:lnSpc>
              <a:spcAft>
                <a:spcPct val="30000"/>
              </a:spcAft>
              <a:defRPr/>
            </a:pPr>
            <a:r>
              <a:rPr lang="en-US" altLang="zh-CN" sz="2800" kern="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P206 - 209</a:t>
            </a:r>
            <a:r>
              <a:rPr lang="zh-CN" altLang="en-US" sz="2800" kern="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endParaRPr lang="en-US" altLang="zh-CN" sz="2800" kern="0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10000"/>
              </a:lnSpc>
              <a:spcAft>
                <a:spcPct val="30000"/>
              </a:spcAft>
              <a:defRPr/>
            </a:pPr>
            <a:r>
              <a:rPr lang="en-US" altLang="zh-CN" sz="2800" kern="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4.1.1</a:t>
            </a:r>
            <a:r>
              <a:rPr lang="zh-CN" altLang="en-US" sz="2800" kern="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2800" kern="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4.1.6</a:t>
            </a:r>
          </a:p>
          <a:p>
            <a:pPr lvl="1">
              <a:lnSpc>
                <a:spcPct val="110000"/>
              </a:lnSpc>
              <a:spcAft>
                <a:spcPct val="30000"/>
              </a:spcAft>
              <a:defRPr/>
            </a:pPr>
            <a:r>
              <a:rPr lang="en-US" altLang="zh-CN" sz="2800" kern="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4.2.1</a:t>
            </a:r>
            <a:r>
              <a:rPr lang="zh-CN" altLang="en-US" sz="2800" kern="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2800" kern="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4.2.3</a:t>
            </a:r>
            <a:r>
              <a:rPr lang="zh-CN" altLang="en-US" sz="2800" kern="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2800" kern="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4.2.14</a:t>
            </a:r>
          </a:p>
        </p:txBody>
      </p:sp>
    </p:spTree>
    <p:extLst>
      <p:ext uri="{BB962C8B-B14F-4D97-AF65-F5344CB8AC3E}">
        <p14:creationId xmlns:p14="http://schemas.microsoft.com/office/powerpoint/2010/main" val="41313490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 Black-Arial">
      <a:majorFont>
        <a:latin typeface="Arial Black" panose="020B0A04020102020204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9717</TotalTime>
  <Words>1446</Words>
  <Application>Microsoft Office PowerPoint</Application>
  <PresentationFormat>宽屏</PresentationFormat>
  <Paragraphs>355</Paragraphs>
  <Slides>13</Slides>
  <Notes>7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2" baseType="lpstr">
      <vt:lpstr>等线</vt:lpstr>
      <vt:lpstr>Microsoft YaHei</vt:lpstr>
      <vt:lpstr>Microsoft YaHei</vt:lpstr>
      <vt:lpstr>Arial</vt:lpstr>
      <vt:lpstr>Cambria Math</vt:lpstr>
      <vt:lpstr>Candara</vt:lpstr>
      <vt:lpstr>Times New Roman</vt:lpstr>
      <vt:lpstr>Wingdings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Ada Liao</dc:creator>
  <cp:lastModifiedBy>QF</cp:lastModifiedBy>
  <cp:revision>605</cp:revision>
  <dcterms:created xsi:type="dcterms:W3CDTF">2024-12-23T04:28:42Z</dcterms:created>
  <dcterms:modified xsi:type="dcterms:W3CDTF">2025-11-04T16:17:58Z</dcterms:modified>
</cp:coreProperties>
</file>